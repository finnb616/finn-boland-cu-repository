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61" r:id="rId2"/>
    <p:sldId id="939" r:id="rId3"/>
    <p:sldId id="940" r:id="rId4"/>
    <p:sldId id="941" r:id="rId5"/>
    <p:sldId id="942" r:id="rId6"/>
    <p:sldId id="958" r:id="rId7"/>
    <p:sldId id="9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06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12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van Karen" userId="ad0c8e46-f345-4459-a09c-df22a83dcaff" providerId="ADAL" clId="{4BF9FEAE-69C8-49BA-9E8E-F3284724664C}"/>
    <pc:docChg chg="undo custSel modSld">
      <pc:chgData name="Evan Karen" userId="ad0c8e46-f345-4459-a09c-df22a83dcaff" providerId="ADAL" clId="{4BF9FEAE-69C8-49BA-9E8E-F3284724664C}" dt="2025-03-04T21:07:51.304" v="670" actId="20577"/>
      <pc:docMkLst>
        <pc:docMk/>
      </pc:docMkLst>
      <pc:sldChg chg="addSp delSp modSp mod">
        <pc:chgData name="Evan Karen" userId="ad0c8e46-f345-4459-a09c-df22a83dcaff" providerId="ADAL" clId="{4BF9FEAE-69C8-49BA-9E8E-F3284724664C}" dt="2025-03-04T21:07:51.304" v="670" actId="20577"/>
        <pc:sldMkLst>
          <pc:docMk/>
          <pc:sldMk cId="1243917934" sldId="261"/>
        </pc:sldMkLst>
        <pc:spChg chg="mod">
          <ac:chgData name="Evan Karen" userId="ad0c8e46-f345-4459-a09c-df22a83dcaff" providerId="ADAL" clId="{4BF9FEAE-69C8-49BA-9E8E-F3284724664C}" dt="2025-03-04T21:07:51.304" v="670" actId="20577"/>
          <ac:spMkLst>
            <pc:docMk/>
            <pc:sldMk cId="1243917934" sldId="261"/>
            <ac:spMk id="14" creationId="{8B311BA9-BF38-5A61-ECAB-C80F667561CE}"/>
          </ac:spMkLst>
        </pc:spChg>
        <pc:graphicFrameChg chg="modGraphic">
          <ac:chgData name="Evan Karen" userId="ad0c8e46-f345-4459-a09c-df22a83dcaff" providerId="ADAL" clId="{4BF9FEAE-69C8-49BA-9E8E-F3284724664C}" dt="2025-03-04T20:26:10.481" v="99" actId="20577"/>
          <ac:graphicFrameMkLst>
            <pc:docMk/>
            <pc:sldMk cId="1243917934" sldId="261"/>
            <ac:graphicFrameMk id="34" creationId="{3AF1BD61-E081-0440-F5F4-40B2A39B8628}"/>
          </ac:graphicFrameMkLst>
        </pc:graphicFrameChg>
        <pc:picChg chg="add mod">
          <ac:chgData name="Evan Karen" userId="ad0c8e46-f345-4459-a09c-df22a83dcaff" providerId="ADAL" clId="{4BF9FEAE-69C8-49BA-9E8E-F3284724664C}" dt="2025-03-04T20:14:59.597" v="8" actId="14100"/>
          <ac:picMkLst>
            <pc:docMk/>
            <pc:sldMk cId="1243917934" sldId="261"/>
            <ac:picMk id="5" creationId="{C50E29C8-C12B-68C2-B151-8D9289432587}"/>
          </ac:picMkLst>
        </pc:picChg>
        <pc:picChg chg="add del">
          <ac:chgData name="Evan Karen" userId="ad0c8e46-f345-4459-a09c-df22a83dcaff" providerId="ADAL" clId="{4BF9FEAE-69C8-49BA-9E8E-F3284724664C}" dt="2025-03-04T20:15:53.004" v="30" actId="478"/>
          <ac:picMkLst>
            <pc:docMk/>
            <pc:sldMk cId="1243917934" sldId="261"/>
            <ac:picMk id="16" creationId="{EF11193A-4241-F778-BAF4-8E8F4385EACE}"/>
          </ac:picMkLst>
        </pc:picChg>
        <pc:picChg chg="add mod">
          <ac:chgData name="Evan Karen" userId="ad0c8e46-f345-4459-a09c-df22a83dcaff" providerId="ADAL" clId="{4BF9FEAE-69C8-49BA-9E8E-F3284724664C}" dt="2025-03-04T20:15:26.754" v="20" actId="14100"/>
          <ac:picMkLst>
            <pc:docMk/>
            <pc:sldMk cId="1243917934" sldId="261"/>
            <ac:picMk id="18" creationId="{0E26AF7C-0CF0-85A8-74B5-C415CDDD7F0D}"/>
          </ac:picMkLst>
        </pc:picChg>
        <pc:picChg chg="add mod">
          <ac:chgData name="Evan Karen" userId="ad0c8e46-f345-4459-a09c-df22a83dcaff" providerId="ADAL" clId="{4BF9FEAE-69C8-49BA-9E8E-F3284724664C}" dt="2025-03-04T20:15:42.924" v="28" actId="14100"/>
          <ac:picMkLst>
            <pc:docMk/>
            <pc:sldMk cId="1243917934" sldId="261"/>
            <ac:picMk id="22" creationId="{37CF849B-62A0-D210-E216-DD7BFD3F6AA1}"/>
          </ac:picMkLst>
        </pc:picChg>
      </pc:sldChg>
      <pc:sldChg chg="addSp delSp modSp mod">
        <pc:chgData name="Evan Karen" userId="ad0c8e46-f345-4459-a09c-df22a83dcaff" providerId="ADAL" clId="{4BF9FEAE-69C8-49BA-9E8E-F3284724664C}" dt="2025-03-04T20:55:01.898" v="471" actId="20577"/>
        <pc:sldMkLst>
          <pc:docMk/>
          <pc:sldMk cId="1688841384" sldId="939"/>
        </pc:sldMkLst>
        <pc:graphicFrameChg chg="modGraphic">
          <ac:chgData name="Evan Karen" userId="ad0c8e46-f345-4459-a09c-df22a83dcaff" providerId="ADAL" clId="{4BF9FEAE-69C8-49BA-9E8E-F3284724664C}" dt="2025-03-04T20:48:52.319" v="465" actId="20577"/>
          <ac:graphicFrameMkLst>
            <pc:docMk/>
            <pc:sldMk cId="1688841384" sldId="939"/>
            <ac:graphicFrameMk id="5" creationId="{4B4557D6-6B7B-02AD-19A2-24B8968BAF72}"/>
          </ac:graphicFrameMkLst>
        </pc:graphicFrameChg>
        <pc:graphicFrameChg chg="modGraphic">
          <ac:chgData name="Evan Karen" userId="ad0c8e46-f345-4459-a09c-df22a83dcaff" providerId="ADAL" clId="{4BF9FEAE-69C8-49BA-9E8E-F3284724664C}" dt="2025-03-04T20:55:01.898" v="471" actId="20577"/>
          <ac:graphicFrameMkLst>
            <pc:docMk/>
            <pc:sldMk cId="1688841384" sldId="939"/>
            <ac:graphicFrameMk id="7" creationId="{C1EDF775-D507-7C5D-03E6-81B841E7FB84}"/>
          </ac:graphicFrameMkLst>
        </pc:graphicFrameChg>
        <pc:picChg chg="add del mod">
          <ac:chgData name="Evan Karen" userId="ad0c8e46-f345-4459-a09c-df22a83dcaff" providerId="ADAL" clId="{4BF9FEAE-69C8-49BA-9E8E-F3284724664C}" dt="2025-03-04T20:45:47.323" v="424" actId="478"/>
          <ac:picMkLst>
            <pc:docMk/>
            <pc:sldMk cId="1688841384" sldId="939"/>
            <ac:picMk id="8" creationId="{4B39E68C-264F-731B-EB53-5AD4DA5FA048}"/>
          </ac:picMkLst>
        </pc:picChg>
        <pc:picChg chg="add mod">
          <ac:chgData name="Evan Karen" userId="ad0c8e46-f345-4459-a09c-df22a83dcaff" providerId="ADAL" clId="{4BF9FEAE-69C8-49BA-9E8E-F3284724664C}" dt="2025-03-04T20:46:21.654" v="430" actId="1076"/>
          <ac:picMkLst>
            <pc:docMk/>
            <pc:sldMk cId="1688841384" sldId="939"/>
            <ac:picMk id="10" creationId="{9F8BD3C1-8835-E28E-3702-400F9AB21DFB}"/>
          </ac:picMkLst>
        </pc:picChg>
      </pc:sldChg>
      <pc:sldChg chg="modSp mod">
        <pc:chgData name="Evan Karen" userId="ad0c8e46-f345-4459-a09c-df22a83dcaff" providerId="ADAL" clId="{4BF9FEAE-69C8-49BA-9E8E-F3284724664C}" dt="2025-03-04T21:01:49.028" v="536" actId="20577"/>
        <pc:sldMkLst>
          <pc:docMk/>
          <pc:sldMk cId="316709719" sldId="940"/>
        </pc:sldMkLst>
        <pc:graphicFrameChg chg="modGraphic">
          <ac:chgData name="Evan Karen" userId="ad0c8e46-f345-4459-a09c-df22a83dcaff" providerId="ADAL" clId="{4BF9FEAE-69C8-49BA-9E8E-F3284724664C}" dt="2025-03-04T20:59:32.486" v="527" actId="20577"/>
          <ac:graphicFrameMkLst>
            <pc:docMk/>
            <pc:sldMk cId="316709719" sldId="940"/>
            <ac:graphicFrameMk id="3" creationId="{C298A07C-84A2-68C5-D9C6-243D67AA89D4}"/>
          </ac:graphicFrameMkLst>
        </pc:graphicFrameChg>
        <pc:graphicFrameChg chg="modGraphic">
          <ac:chgData name="Evan Karen" userId="ad0c8e46-f345-4459-a09c-df22a83dcaff" providerId="ADAL" clId="{4BF9FEAE-69C8-49BA-9E8E-F3284724664C}" dt="2025-03-04T21:01:49.028" v="536" actId="20577"/>
          <ac:graphicFrameMkLst>
            <pc:docMk/>
            <pc:sldMk cId="316709719" sldId="940"/>
            <ac:graphicFrameMk id="5" creationId="{A35140E3-FB6A-1CAF-CF78-C422BF3ECDDA}"/>
          </ac:graphicFrameMkLst>
        </pc:graphicFrameChg>
        <pc:graphicFrameChg chg="modGraphic">
          <ac:chgData name="Evan Karen" userId="ad0c8e46-f345-4459-a09c-df22a83dcaff" providerId="ADAL" clId="{4BF9FEAE-69C8-49BA-9E8E-F3284724664C}" dt="2025-03-04T20:57:08.083" v="488" actId="20577"/>
          <ac:graphicFrameMkLst>
            <pc:docMk/>
            <pc:sldMk cId="316709719" sldId="940"/>
            <ac:graphicFrameMk id="6" creationId="{0F0A0866-A09D-F498-E6FB-CF35ED2FD249}"/>
          </ac:graphicFrameMkLst>
        </pc:graphicFrameChg>
        <pc:graphicFrameChg chg="mod">
          <ac:chgData name="Evan Karen" userId="ad0c8e46-f345-4459-a09c-df22a83dcaff" providerId="ADAL" clId="{4BF9FEAE-69C8-49BA-9E8E-F3284724664C}" dt="2025-03-04T20:56:38.663" v="485"/>
          <ac:graphicFrameMkLst>
            <pc:docMk/>
            <pc:sldMk cId="316709719" sldId="940"/>
            <ac:graphicFrameMk id="10" creationId="{7BB6F35A-ED93-7E92-7363-38E808AF94CC}"/>
          </ac:graphicFrameMkLst>
        </pc:graphicFrameChg>
      </pc:sldChg>
      <pc:sldChg chg="addSp modSp mod">
        <pc:chgData name="Evan Karen" userId="ad0c8e46-f345-4459-a09c-df22a83dcaff" providerId="ADAL" clId="{4BF9FEAE-69C8-49BA-9E8E-F3284724664C}" dt="2025-03-04T21:03:01.756" v="572" actId="20577"/>
        <pc:sldMkLst>
          <pc:docMk/>
          <pc:sldMk cId="991678428" sldId="941"/>
        </pc:sldMkLst>
        <pc:graphicFrameChg chg="modGraphic">
          <ac:chgData name="Evan Karen" userId="ad0c8e46-f345-4459-a09c-df22a83dcaff" providerId="ADAL" clId="{4BF9FEAE-69C8-49BA-9E8E-F3284724664C}" dt="2025-03-04T21:03:01.756" v="572" actId="20577"/>
          <ac:graphicFrameMkLst>
            <pc:docMk/>
            <pc:sldMk cId="991678428" sldId="941"/>
            <ac:graphicFrameMk id="6" creationId="{3D962900-5D45-EA21-4382-FEBFE656C657}"/>
          </ac:graphicFrameMkLst>
        </pc:graphicFrameChg>
        <pc:picChg chg="add mod">
          <ac:chgData name="Evan Karen" userId="ad0c8e46-f345-4459-a09c-df22a83dcaff" providerId="ADAL" clId="{4BF9FEAE-69C8-49BA-9E8E-F3284724664C}" dt="2025-03-04T20:44:13.642" v="418" actId="14100"/>
          <ac:picMkLst>
            <pc:docMk/>
            <pc:sldMk cId="991678428" sldId="941"/>
            <ac:picMk id="8" creationId="{86B26483-8E67-CF58-6C1F-FAB89083789F}"/>
          </ac:picMkLst>
        </pc:picChg>
      </pc:sldChg>
      <pc:sldChg chg="addSp modSp mod">
        <pc:chgData name="Evan Karen" userId="ad0c8e46-f345-4459-a09c-df22a83dcaff" providerId="ADAL" clId="{4BF9FEAE-69C8-49BA-9E8E-F3284724664C}" dt="2025-03-04T20:46:38.297" v="435" actId="14100"/>
        <pc:sldMkLst>
          <pc:docMk/>
          <pc:sldMk cId="1009079026" sldId="942"/>
        </pc:sldMkLst>
        <pc:picChg chg="add mod">
          <ac:chgData name="Evan Karen" userId="ad0c8e46-f345-4459-a09c-df22a83dcaff" providerId="ADAL" clId="{4BF9FEAE-69C8-49BA-9E8E-F3284724664C}" dt="2025-03-04T20:44:31.230" v="423" actId="14100"/>
          <ac:picMkLst>
            <pc:docMk/>
            <pc:sldMk cId="1009079026" sldId="942"/>
            <ac:picMk id="8" creationId="{3CD89927-14EC-004F-18D3-7A99DD56FFAF}"/>
          </ac:picMkLst>
        </pc:picChg>
        <pc:picChg chg="add mod">
          <ac:chgData name="Evan Karen" userId="ad0c8e46-f345-4459-a09c-df22a83dcaff" providerId="ADAL" clId="{4BF9FEAE-69C8-49BA-9E8E-F3284724664C}" dt="2025-03-04T20:46:38.297" v="435" actId="14100"/>
          <ac:picMkLst>
            <pc:docMk/>
            <pc:sldMk cId="1009079026" sldId="942"/>
            <ac:picMk id="10" creationId="{AACDB759-9D23-D2CE-0E6F-5005E0876BFB}"/>
          </ac:picMkLst>
        </pc:picChg>
      </pc:sldChg>
      <pc:sldChg chg="addSp modSp mod">
        <pc:chgData name="Evan Karen" userId="ad0c8e46-f345-4459-a09c-df22a83dcaff" providerId="ADAL" clId="{4BF9FEAE-69C8-49BA-9E8E-F3284724664C}" dt="2025-03-04T21:05:49.065" v="609" actId="20577"/>
        <pc:sldMkLst>
          <pc:docMk/>
          <pc:sldMk cId="3065457000" sldId="958"/>
        </pc:sldMkLst>
        <pc:graphicFrameChg chg="modGraphic">
          <ac:chgData name="Evan Karen" userId="ad0c8e46-f345-4459-a09c-df22a83dcaff" providerId="ADAL" clId="{4BF9FEAE-69C8-49BA-9E8E-F3284724664C}" dt="2025-03-04T21:04:11.088" v="574" actId="20577"/>
          <ac:graphicFrameMkLst>
            <pc:docMk/>
            <pc:sldMk cId="3065457000" sldId="958"/>
            <ac:graphicFrameMk id="3" creationId="{F4267B6E-26B8-4750-9B81-49F4DE90290A}"/>
          </ac:graphicFrameMkLst>
        </pc:graphicFrameChg>
        <pc:graphicFrameChg chg="modGraphic">
          <ac:chgData name="Evan Karen" userId="ad0c8e46-f345-4459-a09c-df22a83dcaff" providerId="ADAL" clId="{4BF9FEAE-69C8-49BA-9E8E-F3284724664C}" dt="2025-03-04T21:05:49.065" v="609" actId="20577"/>
          <ac:graphicFrameMkLst>
            <pc:docMk/>
            <pc:sldMk cId="3065457000" sldId="958"/>
            <ac:graphicFrameMk id="7" creationId="{57317ADA-F0B0-311D-A75C-37C40EFD6A0D}"/>
          </ac:graphicFrameMkLst>
        </pc:graphicFrameChg>
        <pc:picChg chg="add mod">
          <ac:chgData name="Evan Karen" userId="ad0c8e46-f345-4459-a09c-df22a83dcaff" providerId="ADAL" clId="{4BF9FEAE-69C8-49BA-9E8E-F3284724664C}" dt="2025-03-04T20:47:07.955" v="441" actId="14100"/>
          <ac:picMkLst>
            <pc:docMk/>
            <pc:sldMk cId="3065457000" sldId="958"/>
            <ac:picMk id="8" creationId="{1E83ADB8-ABFE-D6AB-5383-6FED8198D6D4}"/>
          </ac:picMkLst>
        </pc:picChg>
      </pc:sldChg>
      <pc:sldChg chg="addSp modSp mod">
        <pc:chgData name="Evan Karen" userId="ad0c8e46-f345-4459-a09c-df22a83dcaff" providerId="ADAL" clId="{4BF9FEAE-69C8-49BA-9E8E-F3284724664C}" dt="2025-03-04T20:47:17.713" v="445" actId="962"/>
        <pc:sldMkLst>
          <pc:docMk/>
          <pc:sldMk cId="2942992189" sldId="959"/>
        </pc:sldMkLst>
        <pc:picChg chg="add mod">
          <ac:chgData name="Evan Karen" userId="ad0c8e46-f345-4459-a09c-df22a83dcaff" providerId="ADAL" clId="{4BF9FEAE-69C8-49BA-9E8E-F3284724664C}" dt="2025-03-04T20:47:17.713" v="445" actId="962"/>
          <ac:picMkLst>
            <pc:docMk/>
            <pc:sldMk cId="2942992189" sldId="959"/>
            <ac:picMk id="5" creationId="{C97FC94E-089A-9A8C-4C07-5D1118C81086}"/>
          </ac:picMkLst>
        </pc:picChg>
      </pc:sldChg>
    </pc:docChg>
  </pc:docChgLst>
  <pc:docChgLst>
    <pc:chgData name="Evan Karen" userId="ad0c8e46-f345-4459-a09c-df22a83dcaff" providerId="ADAL" clId="{444A76A8-F689-4B42-8BE1-573F17E79CFD}"/>
    <pc:docChg chg="undo custSel modSld">
      <pc:chgData name="Evan Karen" userId="ad0c8e46-f345-4459-a09c-df22a83dcaff" providerId="ADAL" clId="{444A76A8-F689-4B42-8BE1-573F17E79CFD}" dt="2025-03-05T22:19:04.247" v="10" actId="478"/>
      <pc:docMkLst>
        <pc:docMk/>
      </pc:docMkLst>
      <pc:sldChg chg="addSp delSp mod">
        <pc:chgData name="Evan Karen" userId="ad0c8e46-f345-4459-a09c-df22a83dcaff" providerId="ADAL" clId="{444A76A8-F689-4B42-8BE1-573F17E79CFD}" dt="2025-03-05T22:19:04.247" v="10" actId="478"/>
        <pc:sldMkLst>
          <pc:docMk/>
          <pc:sldMk cId="1688841384" sldId="939"/>
        </pc:sldMkLst>
        <pc:spChg chg="add del">
          <ac:chgData name="Evan Karen" userId="ad0c8e46-f345-4459-a09c-df22a83dcaff" providerId="ADAL" clId="{444A76A8-F689-4B42-8BE1-573F17E79CFD}" dt="2025-03-05T22:19:01.329" v="9" actId="478"/>
          <ac:spMkLst>
            <pc:docMk/>
            <pc:sldMk cId="1688841384" sldId="939"/>
            <ac:spMk id="6" creationId="{BF2C310A-908D-42B7-7C4E-84E1200D2E1E}"/>
          </ac:spMkLst>
        </pc:spChg>
        <pc:spChg chg="del">
          <ac:chgData name="Evan Karen" userId="ad0c8e46-f345-4459-a09c-df22a83dcaff" providerId="ADAL" clId="{444A76A8-F689-4B42-8BE1-573F17E79CFD}" dt="2025-03-05T22:19:04.247" v="10" actId="478"/>
          <ac:spMkLst>
            <pc:docMk/>
            <pc:sldMk cId="1688841384" sldId="939"/>
            <ac:spMk id="11" creationId="{18570030-CDED-B117-232D-460626FFA31A}"/>
          </ac:spMkLst>
        </pc:spChg>
      </pc:sldChg>
      <pc:sldChg chg="delSp mod">
        <pc:chgData name="Evan Karen" userId="ad0c8e46-f345-4459-a09c-df22a83dcaff" providerId="ADAL" clId="{444A76A8-F689-4B42-8BE1-573F17E79CFD}" dt="2025-03-05T22:18:51.276" v="6" actId="478"/>
        <pc:sldMkLst>
          <pc:docMk/>
          <pc:sldMk cId="991678428" sldId="941"/>
        </pc:sldMkLst>
        <pc:spChg chg="del">
          <ac:chgData name="Evan Karen" userId="ad0c8e46-f345-4459-a09c-df22a83dcaff" providerId="ADAL" clId="{444A76A8-F689-4B42-8BE1-573F17E79CFD}" dt="2025-03-05T22:18:51.276" v="6" actId="478"/>
          <ac:spMkLst>
            <pc:docMk/>
            <pc:sldMk cId="991678428" sldId="941"/>
            <ac:spMk id="3" creationId="{49A134DF-2611-8908-B8BB-51D722F17100}"/>
          </ac:spMkLst>
        </pc:spChg>
      </pc:sldChg>
      <pc:sldChg chg="delSp mod">
        <pc:chgData name="Evan Karen" userId="ad0c8e46-f345-4459-a09c-df22a83dcaff" providerId="ADAL" clId="{444A76A8-F689-4B42-8BE1-573F17E79CFD}" dt="2025-03-05T22:18:54.507" v="7" actId="478"/>
        <pc:sldMkLst>
          <pc:docMk/>
          <pc:sldMk cId="1009079026" sldId="942"/>
        </pc:sldMkLst>
        <pc:spChg chg="del">
          <ac:chgData name="Evan Karen" userId="ad0c8e46-f345-4459-a09c-df22a83dcaff" providerId="ADAL" clId="{444A76A8-F689-4B42-8BE1-573F17E79CFD}" dt="2025-03-05T22:18:54.507" v="7" actId="478"/>
          <ac:spMkLst>
            <pc:docMk/>
            <pc:sldMk cId="1009079026" sldId="942"/>
            <ac:spMk id="3" creationId="{F8483C15-00F6-D129-7FC7-36954370C0EE}"/>
          </ac:spMkLst>
        </pc:spChg>
      </pc:sldChg>
      <pc:sldChg chg="delSp modSp mod">
        <pc:chgData name="Evan Karen" userId="ad0c8e46-f345-4459-a09c-df22a83dcaff" providerId="ADAL" clId="{444A76A8-F689-4B42-8BE1-573F17E79CFD}" dt="2025-03-05T22:18:44.224" v="5" actId="14100"/>
        <pc:sldMkLst>
          <pc:docMk/>
          <pc:sldMk cId="2942992189" sldId="959"/>
        </pc:sldMkLst>
        <pc:spChg chg="del mod">
          <ac:chgData name="Evan Karen" userId="ad0c8e46-f345-4459-a09c-df22a83dcaff" providerId="ADAL" clId="{444A76A8-F689-4B42-8BE1-573F17E79CFD}" dt="2025-03-05T22:18:38.600" v="2" actId="478"/>
          <ac:spMkLst>
            <pc:docMk/>
            <pc:sldMk cId="2942992189" sldId="959"/>
            <ac:spMk id="6" creationId="{79B5036E-E845-D5EE-9E2A-2E80B0AD0C5D}"/>
          </ac:spMkLst>
        </pc:spChg>
        <pc:picChg chg="mod">
          <ac:chgData name="Evan Karen" userId="ad0c8e46-f345-4459-a09c-df22a83dcaff" providerId="ADAL" clId="{444A76A8-F689-4B42-8BE1-573F17E79CFD}" dt="2025-03-05T22:18:44.224" v="5" actId="14100"/>
          <ac:picMkLst>
            <pc:docMk/>
            <pc:sldMk cId="2942992189" sldId="959"/>
            <ac:picMk id="5" creationId="{C97FC94E-089A-9A8C-4C07-5D1118C81086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Parasite Drag Component Buildup (EDIT DATA FOR THIS BREAKOUT)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Parasite Drag Component Buildup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015-4515-A888-3ACD274308E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5CC-4C69-9800-B3F3BA725FE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65CC-4C69-9800-B3F3BA725FE8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5CC-4C69-9800-B3F3BA725FE8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8015-4515-A888-3ACD274308E0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8015-4515-A888-3ACD274308E0}"/>
              </c:ext>
            </c:extLst>
          </c:dPt>
          <c:dLbls>
            <c:dLbl>
              <c:idx val="0"/>
              <c:layout>
                <c:manualLayout>
                  <c:x val="1.6407737451901636E-2"/>
                  <c:y val="-2.4094772620610865E-2"/>
                </c:manualLayout>
              </c:layout>
              <c:dLblPos val="bestFit"/>
              <c:showLegendKey val="0"/>
              <c:showVal val="1"/>
              <c:showCatName val="1"/>
              <c:showSerName val="1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015-4515-A888-3ACD274308E0}"/>
                </c:ext>
              </c:extLst>
            </c:dLbl>
            <c:dLbl>
              <c:idx val="1"/>
              <c:layout>
                <c:manualLayout>
                  <c:x val="0.1647258576708571"/>
                  <c:y val="-5.6035117825804587E-2"/>
                </c:manualLayout>
              </c:layout>
              <c:dLblPos val="bestFit"/>
              <c:showLegendKey val="0"/>
              <c:showVal val="1"/>
              <c:showCatName val="1"/>
              <c:showSerName val="1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5CC-4C69-9800-B3F3BA725FE8}"/>
                </c:ext>
              </c:extLst>
            </c:dLbl>
            <c:dLbl>
              <c:idx val="2"/>
              <c:layout>
                <c:manualLayout>
                  <c:x val="1.8883296150595235E-3"/>
                  <c:y val="-3.1286531688054342E-2"/>
                </c:manualLayout>
              </c:layout>
              <c:dLblPos val="bestFit"/>
              <c:showLegendKey val="0"/>
              <c:showVal val="1"/>
              <c:showCatName val="1"/>
              <c:showSerName val="1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5CC-4C69-9800-B3F3BA725FE8}"/>
                </c:ext>
              </c:extLst>
            </c:dLbl>
            <c:dLbl>
              <c:idx val="4"/>
              <c:layout>
                <c:manualLayout>
                  <c:x val="-2.624601827463658E-2"/>
                  <c:y val="1.3533446789951956E-2"/>
                </c:manualLayout>
              </c:layout>
              <c:dLblPos val="bestFit"/>
              <c:showLegendKey val="0"/>
              <c:showVal val="1"/>
              <c:showCatName val="1"/>
              <c:showSerName val="1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015-4515-A888-3ACD274308E0}"/>
                </c:ext>
              </c:extLst>
            </c:dLbl>
            <c:dLbl>
              <c:idx val="5"/>
              <c:layout>
                <c:manualLayout>
                  <c:x val="3.6462454377953125E-2"/>
                  <c:y val="3.3007343076696992E-3"/>
                </c:manualLayout>
              </c:layout>
              <c:dLblPos val="bestFit"/>
              <c:showLegendKey val="0"/>
              <c:showVal val="1"/>
              <c:showCatName val="1"/>
              <c:showSerName val="1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8015-4515-A888-3ACD274308E0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1"/>
            <c:showSerName val="1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Sheet1!$A$2:$A$7</c:f>
              <c:strCache>
                <c:ptCount val="6"/>
                <c:pt idx="0">
                  <c:v>CDo (Fuselage)</c:v>
                </c:pt>
                <c:pt idx="1">
                  <c:v>CDo (Wing)</c:v>
                </c:pt>
                <c:pt idx="2">
                  <c:v>CDo (Horiz Tail)</c:v>
                </c:pt>
                <c:pt idx="3">
                  <c:v>CDo (Vert Tail)</c:v>
                </c:pt>
                <c:pt idx="4">
                  <c:v>CDo (Misc)</c:v>
                </c:pt>
                <c:pt idx="5">
                  <c:v>CDo (L&amp;P)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1.46E-2</c:v>
                </c:pt>
                <c:pt idx="1">
                  <c:v>1.7600000000000001E-2</c:v>
                </c:pt>
                <c:pt idx="2">
                  <c:v>7.1000000000000004E-3</c:v>
                </c:pt>
                <c:pt idx="3">
                  <c:v>3.2000000000000002E-3</c:v>
                </c:pt>
                <c:pt idx="4">
                  <c:v>5.4999999999999997E-3</c:v>
                </c:pt>
                <c:pt idx="5">
                  <c:v>1.2999999999999999E-3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5CC-4C69-9800-B3F3BA725F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B5ADB1-B2C0-4340-B2EB-34F7F31CB3AC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68B990-304C-4A98-8BBE-8BE4EA09E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922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B09D54-9D74-4A2E-8488-A70580BD3A5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202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olorado_Buffaloes" TargetMode="External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olorado_Buffaloes" TargetMode="External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olorado_Buffaloes" TargetMode="External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olorado_Buffaloes" TargetMode="External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olorado_Buffaloes" TargetMode="External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olorado_Buffaloes" TargetMode="External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0F4BE-5A2D-4273-8CB8-07655B51A3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0D396E-8D90-4296-AE6E-D26570BC55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3109D-7FFA-4CB2-82DA-D07D97612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67F07-FE2B-4BD4-93CB-234175A568E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244173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AC091-A4C5-4E50-808E-88D976727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60F00-080D-4602-90D9-E4903668EB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024" y="792888"/>
            <a:ext cx="11817546" cy="52722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8CA7F-5C81-4194-A16C-C915B8DAA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67F07-FE2B-4BD4-93CB-234175A56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805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9129F-917C-4A18-A3AC-155839FF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5ADA4-7164-443D-BE5C-43F9D016C3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9202E-AC29-4AC8-A79C-ED414974F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67F07-FE2B-4BD4-93CB-234175A56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038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4D2FC-CC1C-44FC-834E-B63AE4FD0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33DAD-DC33-4A0E-BB9F-789748CDD4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A45B5B-EADC-4872-B675-53B50B354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561EAE-EE95-4319-A028-4E58ABEE9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67F07-FE2B-4BD4-93CB-234175A56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829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88933-CC5F-46E5-A1DC-04F93B2F7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A6B29-8B88-4A81-8538-520F60444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0BB6BC-641D-4CEA-A923-A7C519E206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B1E358-B11B-4A84-A2DA-185644C672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691AEC-8281-4D9E-BD2B-3AA8C0EA93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8BD999-6F50-4D38-861C-AD2668491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67F07-FE2B-4BD4-93CB-234175A56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49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91E96-DA06-405A-B219-CF5E98650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81519E-B19A-4A65-AD0E-CC76EE0E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67F07-FE2B-4BD4-93CB-234175A56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492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58A8E-9618-4605-813B-AAFC15885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67F07-FE2B-4BD4-93CB-234175A56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47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04925-2CEC-4274-B104-FFA68BAED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4A269-F58A-4892-B21E-84512B0CF1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15A57A-3EDC-4CE8-B5C1-36159DE04C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7965C2-CFF0-4B66-94E7-60D016B79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67F07-FE2B-4BD4-93CB-234175A56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49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41753-0BEB-4936-8283-062452397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B30895-E2D3-487F-BAD3-8C3F7AEDC7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5F7749-BDFB-461F-A809-4DEE6044D3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181144-066F-47A3-97ED-55B0CEF83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67F07-FE2B-4BD4-93CB-234175A56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304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352D6-5E75-4A41-9E24-7E4D4AF75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9FAE6C-7EEE-4C18-85F8-2BB5C98E69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AFFD9-3950-4AA4-B368-69B2E1E12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67F07-FE2B-4BD4-93CB-234175A56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389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83BD33-F622-41DD-ABF9-030EC9B07A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42F06A-4954-4F0B-8183-FA046AE42F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D2CC62-204F-4DF1-9AF7-762ABB309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67F07-FE2B-4BD4-93CB-234175A56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2009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8159D-4A37-4505-B16A-3C77227D87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2" y="1891862"/>
            <a:ext cx="7315201" cy="1258056"/>
          </a:xfrm>
        </p:spPr>
        <p:txBody>
          <a:bodyPr anchor="t"/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C68CA4-1DB2-46E5-9E9A-42E3FCBAC3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2" y="3602038"/>
            <a:ext cx="9829801" cy="1655762"/>
          </a:xfrm>
        </p:spPr>
        <p:txBody>
          <a:bodyPr/>
          <a:lstStyle>
            <a:lvl1pPr marL="0" indent="0" algn="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D1CFC7-62DC-448D-B15F-A45B062A8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CB3EA-BD98-446D-8D63-B6D9F2C64FFC}" type="datetime1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20C97-4032-4B29-A1C5-638AC1B61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Colorado - Boulder</a:t>
            </a:r>
          </a:p>
          <a:p>
            <a:r>
              <a:rPr lang="en-US"/>
              <a:t>Smead Aerospace Engineering Sciences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36B85-CCB6-4A3E-8106-DAB39566E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67F07-FE2B-4BD4-93CB-234175A568EC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D66952-5E8D-445D-B639-6AE7D07284C2}"/>
              </a:ext>
            </a:extLst>
          </p:cNvPr>
          <p:cNvGrpSpPr/>
          <p:nvPr/>
        </p:nvGrpSpPr>
        <p:grpSpPr>
          <a:xfrm>
            <a:off x="6220612" y="2495403"/>
            <a:ext cx="4190963" cy="940761"/>
            <a:chOff x="4489635" y="858690"/>
            <a:chExt cx="3157118" cy="708691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C33BF4C-375E-472C-8F0C-9CA3E39CDDB0}"/>
                </a:ext>
              </a:extLst>
            </p:cNvPr>
            <p:cNvSpPr/>
            <p:nvPr userDrawn="1"/>
          </p:nvSpPr>
          <p:spPr>
            <a:xfrm>
              <a:off x="4489635" y="858690"/>
              <a:ext cx="3157118" cy="708691"/>
            </a:xfrm>
            <a:custGeom>
              <a:avLst/>
              <a:gdLst>
                <a:gd name="connsiteX0" fmla="*/ 5777070 w 5777070"/>
                <a:gd name="connsiteY0" fmla="*/ 357282 h 835677"/>
                <a:gd name="connsiteX1" fmla="*/ 5728625 w 5777070"/>
                <a:gd name="connsiteY1" fmla="*/ 211947 h 835677"/>
                <a:gd name="connsiteX2" fmla="*/ 5613568 w 5777070"/>
                <a:gd name="connsiteY2" fmla="*/ 133224 h 835677"/>
                <a:gd name="connsiteX3" fmla="*/ 5528789 w 5777070"/>
                <a:gd name="connsiteY3" fmla="*/ 121113 h 835677"/>
                <a:gd name="connsiteX4" fmla="*/ 5450066 w 5777070"/>
                <a:gd name="connsiteY4" fmla="*/ 48445 h 835677"/>
                <a:gd name="connsiteX5" fmla="*/ 5298676 w 5777070"/>
                <a:gd name="connsiteY5" fmla="*/ 0 h 835677"/>
                <a:gd name="connsiteX6" fmla="*/ 5086728 w 5777070"/>
                <a:gd name="connsiteY6" fmla="*/ 42389 h 835677"/>
                <a:gd name="connsiteX7" fmla="*/ 4923226 w 5777070"/>
                <a:gd name="connsiteY7" fmla="*/ 163502 h 835677"/>
                <a:gd name="connsiteX8" fmla="*/ 4662834 w 5777070"/>
                <a:gd name="connsiteY8" fmla="*/ 302781 h 835677"/>
                <a:gd name="connsiteX9" fmla="*/ 4251052 w 5777070"/>
                <a:gd name="connsiteY9" fmla="*/ 448117 h 835677"/>
                <a:gd name="connsiteX10" fmla="*/ 3451709 w 5777070"/>
                <a:gd name="connsiteY10" fmla="*/ 623730 h 835677"/>
                <a:gd name="connsiteX11" fmla="*/ 968901 w 5777070"/>
                <a:gd name="connsiteY11" fmla="*/ 696397 h 835677"/>
                <a:gd name="connsiteX12" fmla="*/ 0 w 5777070"/>
                <a:gd name="connsiteY12" fmla="*/ 738787 h 835677"/>
                <a:gd name="connsiteX13" fmla="*/ 0 w 5777070"/>
                <a:gd name="connsiteY13" fmla="*/ 799343 h 835677"/>
                <a:gd name="connsiteX14" fmla="*/ 4232885 w 5777070"/>
                <a:gd name="connsiteY14" fmla="*/ 781176 h 835677"/>
                <a:gd name="connsiteX15" fmla="*/ 4717335 w 5777070"/>
                <a:gd name="connsiteY15" fmla="*/ 811454 h 835677"/>
                <a:gd name="connsiteX16" fmla="*/ 4868726 w 5777070"/>
                <a:gd name="connsiteY16" fmla="*/ 835677 h 835677"/>
                <a:gd name="connsiteX17" fmla="*/ 5207841 w 5777070"/>
                <a:gd name="connsiteY17" fmla="*/ 817510 h 835677"/>
                <a:gd name="connsiteX18" fmla="*/ 5383454 w 5777070"/>
                <a:gd name="connsiteY18" fmla="*/ 781176 h 835677"/>
                <a:gd name="connsiteX19" fmla="*/ 5498511 w 5777070"/>
                <a:gd name="connsiteY19" fmla="*/ 702453 h 835677"/>
                <a:gd name="connsiteX20" fmla="*/ 5613568 w 5777070"/>
                <a:gd name="connsiteY20" fmla="*/ 672175 h 835677"/>
                <a:gd name="connsiteX21" fmla="*/ 5740736 w 5777070"/>
                <a:gd name="connsiteY21" fmla="*/ 508673 h 835677"/>
                <a:gd name="connsiteX22" fmla="*/ 5777070 w 5777070"/>
                <a:gd name="connsiteY22" fmla="*/ 357282 h 835677"/>
                <a:gd name="connsiteX0" fmla="*/ 5777070 w 5777070"/>
                <a:gd name="connsiteY0" fmla="*/ 357326 h 835721"/>
                <a:gd name="connsiteX1" fmla="*/ 5728625 w 5777070"/>
                <a:gd name="connsiteY1" fmla="*/ 211991 h 835721"/>
                <a:gd name="connsiteX2" fmla="*/ 5613568 w 5777070"/>
                <a:gd name="connsiteY2" fmla="*/ 133268 h 835721"/>
                <a:gd name="connsiteX3" fmla="*/ 5528789 w 5777070"/>
                <a:gd name="connsiteY3" fmla="*/ 121157 h 835721"/>
                <a:gd name="connsiteX4" fmla="*/ 5450066 w 5777070"/>
                <a:gd name="connsiteY4" fmla="*/ 48489 h 835721"/>
                <a:gd name="connsiteX5" fmla="*/ 5298676 w 5777070"/>
                <a:gd name="connsiteY5" fmla="*/ 44 h 835721"/>
                <a:gd name="connsiteX6" fmla="*/ 5086728 w 5777070"/>
                <a:gd name="connsiteY6" fmla="*/ 42433 h 835721"/>
                <a:gd name="connsiteX7" fmla="*/ 4923226 w 5777070"/>
                <a:gd name="connsiteY7" fmla="*/ 163546 h 835721"/>
                <a:gd name="connsiteX8" fmla="*/ 4662834 w 5777070"/>
                <a:gd name="connsiteY8" fmla="*/ 302825 h 835721"/>
                <a:gd name="connsiteX9" fmla="*/ 4251052 w 5777070"/>
                <a:gd name="connsiteY9" fmla="*/ 448161 h 835721"/>
                <a:gd name="connsiteX10" fmla="*/ 3451709 w 5777070"/>
                <a:gd name="connsiteY10" fmla="*/ 623774 h 835721"/>
                <a:gd name="connsiteX11" fmla="*/ 968901 w 5777070"/>
                <a:gd name="connsiteY11" fmla="*/ 696441 h 835721"/>
                <a:gd name="connsiteX12" fmla="*/ 0 w 5777070"/>
                <a:gd name="connsiteY12" fmla="*/ 738831 h 835721"/>
                <a:gd name="connsiteX13" fmla="*/ 0 w 5777070"/>
                <a:gd name="connsiteY13" fmla="*/ 799387 h 835721"/>
                <a:gd name="connsiteX14" fmla="*/ 4232885 w 5777070"/>
                <a:gd name="connsiteY14" fmla="*/ 781220 h 835721"/>
                <a:gd name="connsiteX15" fmla="*/ 4717335 w 5777070"/>
                <a:gd name="connsiteY15" fmla="*/ 811498 h 835721"/>
                <a:gd name="connsiteX16" fmla="*/ 4868726 w 5777070"/>
                <a:gd name="connsiteY16" fmla="*/ 835721 h 835721"/>
                <a:gd name="connsiteX17" fmla="*/ 5207841 w 5777070"/>
                <a:gd name="connsiteY17" fmla="*/ 817554 h 835721"/>
                <a:gd name="connsiteX18" fmla="*/ 5383454 w 5777070"/>
                <a:gd name="connsiteY18" fmla="*/ 781220 h 835721"/>
                <a:gd name="connsiteX19" fmla="*/ 5498511 w 5777070"/>
                <a:gd name="connsiteY19" fmla="*/ 702497 h 835721"/>
                <a:gd name="connsiteX20" fmla="*/ 5613568 w 5777070"/>
                <a:gd name="connsiteY20" fmla="*/ 672219 h 835721"/>
                <a:gd name="connsiteX21" fmla="*/ 5740736 w 5777070"/>
                <a:gd name="connsiteY21" fmla="*/ 508717 h 835721"/>
                <a:gd name="connsiteX22" fmla="*/ 5777070 w 5777070"/>
                <a:gd name="connsiteY22" fmla="*/ 357326 h 835721"/>
                <a:gd name="connsiteX0" fmla="*/ 5777070 w 5777070"/>
                <a:gd name="connsiteY0" fmla="*/ 357432 h 835827"/>
                <a:gd name="connsiteX1" fmla="*/ 5728625 w 5777070"/>
                <a:gd name="connsiteY1" fmla="*/ 212097 h 835827"/>
                <a:gd name="connsiteX2" fmla="*/ 5613568 w 5777070"/>
                <a:gd name="connsiteY2" fmla="*/ 133374 h 835827"/>
                <a:gd name="connsiteX3" fmla="*/ 5528789 w 5777070"/>
                <a:gd name="connsiteY3" fmla="*/ 121263 h 835827"/>
                <a:gd name="connsiteX4" fmla="*/ 5450066 w 5777070"/>
                <a:gd name="connsiteY4" fmla="*/ 48595 h 835827"/>
                <a:gd name="connsiteX5" fmla="*/ 5298676 w 5777070"/>
                <a:gd name="connsiteY5" fmla="*/ 150 h 835827"/>
                <a:gd name="connsiteX6" fmla="*/ 5086728 w 5777070"/>
                <a:gd name="connsiteY6" fmla="*/ 42539 h 835827"/>
                <a:gd name="connsiteX7" fmla="*/ 4923226 w 5777070"/>
                <a:gd name="connsiteY7" fmla="*/ 163652 h 835827"/>
                <a:gd name="connsiteX8" fmla="*/ 4662834 w 5777070"/>
                <a:gd name="connsiteY8" fmla="*/ 302931 h 835827"/>
                <a:gd name="connsiteX9" fmla="*/ 4251052 w 5777070"/>
                <a:gd name="connsiteY9" fmla="*/ 448267 h 835827"/>
                <a:gd name="connsiteX10" fmla="*/ 3451709 w 5777070"/>
                <a:gd name="connsiteY10" fmla="*/ 623880 h 835827"/>
                <a:gd name="connsiteX11" fmla="*/ 968901 w 5777070"/>
                <a:gd name="connsiteY11" fmla="*/ 696547 h 835827"/>
                <a:gd name="connsiteX12" fmla="*/ 0 w 5777070"/>
                <a:gd name="connsiteY12" fmla="*/ 738937 h 835827"/>
                <a:gd name="connsiteX13" fmla="*/ 0 w 5777070"/>
                <a:gd name="connsiteY13" fmla="*/ 799493 h 835827"/>
                <a:gd name="connsiteX14" fmla="*/ 4232885 w 5777070"/>
                <a:gd name="connsiteY14" fmla="*/ 781326 h 835827"/>
                <a:gd name="connsiteX15" fmla="*/ 4717335 w 5777070"/>
                <a:gd name="connsiteY15" fmla="*/ 811604 h 835827"/>
                <a:gd name="connsiteX16" fmla="*/ 4868726 w 5777070"/>
                <a:gd name="connsiteY16" fmla="*/ 835827 h 835827"/>
                <a:gd name="connsiteX17" fmla="*/ 5207841 w 5777070"/>
                <a:gd name="connsiteY17" fmla="*/ 817660 h 835827"/>
                <a:gd name="connsiteX18" fmla="*/ 5383454 w 5777070"/>
                <a:gd name="connsiteY18" fmla="*/ 781326 h 835827"/>
                <a:gd name="connsiteX19" fmla="*/ 5498511 w 5777070"/>
                <a:gd name="connsiteY19" fmla="*/ 702603 h 835827"/>
                <a:gd name="connsiteX20" fmla="*/ 5613568 w 5777070"/>
                <a:gd name="connsiteY20" fmla="*/ 672325 h 835827"/>
                <a:gd name="connsiteX21" fmla="*/ 5740736 w 5777070"/>
                <a:gd name="connsiteY21" fmla="*/ 508823 h 835827"/>
                <a:gd name="connsiteX22" fmla="*/ 5777070 w 5777070"/>
                <a:gd name="connsiteY22" fmla="*/ 357432 h 835827"/>
                <a:gd name="connsiteX0" fmla="*/ 5777070 w 5777070"/>
                <a:gd name="connsiteY0" fmla="*/ 357432 h 835827"/>
                <a:gd name="connsiteX1" fmla="*/ 5728625 w 5777070"/>
                <a:gd name="connsiteY1" fmla="*/ 212097 h 835827"/>
                <a:gd name="connsiteX2" fmla="*/ 5613568 w 5777070"/>
                <a:gd name="connsiteY2" fmla="*/ 133374 h 835827"/>
                <a:gd name="connsiteX3" fmla="*/ 5528789 w 5777070"/>
                <a:gd name="connsiteY3" fmla="*/ 121263 h 835827"/>
                <a:gd name="connsiteX4" fmla="*/ 5450066 w 5777070"/>
                <a:gd name="connsiteY4" fmla="*/ 48595 h 835827"/>
                <a:gd name="connsiteX5" fmla="*/ 5298676 w 5777070"/>
                <a:gd name="connsiteY5" fmla="*/ 150 h 835827"/>
                <a:gd name="connsiteX6" fmla="*/ 5086728 w 5777070"/>
                <a:gd name="connsiteY6" fmla="*/ 42539 h 835827"/>
                <a:gd name="connsiteX7" fmla="*/ 4923226 w 5777070"/>
                <a:gd name="connsiteY7" fmla="*/ 163652 h 835827"/>
                <a:gd name="connsiteX8" fmla="*/ 4662834 w 5777070"/>
                <a:gd name="connsiteY8" fmla="*/ 302931 h 835827"/>
                <a:gd name="connsiteX9" fmla="*/ 4251052 w 5777070"/>
                <a:gd name="connsiteY9" fmla="*/ 448267 h 835827"/>
                <a:gd name="connsiteX10" fmla="*/ 3451709 w 5777070"/>
                <a:gd name="connsiteY10" fmla="*/ 623880 h 835827"/>
                <a:gd name="connsiteX11" fmla="*/ 968901 w 5777070"/>
                <a:gd name="connsiteY11" fmla="*/ 696547 h 835827"/>
                <a:gd name="connsiteX12" fmla="*/ 0 w 5777070"/>
                <a:gd name="connsiteY12" fmla="*/ 738937 h 835827"/>
                <a:gd name="connsiteX13" fmla="*/ 0 w 5777070"/>
                <a:gd name="connsiteY13" fmla="*/ 799493 h 835827"/>
                <a:gd name="connsiteX14" fmla="*/ 4232885 w 5777070"/>
                <a:gd name="connsiteY14" fmla="*/ 781326 h 835827"/>
                <a:gd name="connsiteX15" fmla="*/ 4717335 w 5777070"/>
                <a:gd name="connsiteY15" fmla="*/ 811604 h 835827"/>
                <a:gd name="connsiteX16" fmla="*/ 4868726 w 5777070"/>
                <a:gd name="connsiteY16" fmla="*/ 835827 h 835827"/>
                <a:gd name="connsiteX17" fmla="*/ 5207841 w 5777070"/>
                <a:gd name="connsiteY17" fmla="*/ 817660 h 835827"/>
                <a:gd name="connsiteX18" fmla="*/ 5383454 w 5777070"/>
                <a:gd name="connsiteY18" fmla="*/ 781326 h 835827"/>
                <a:gd name="connsiteX19" fmla="*/ 5498511 w 5777070"/>
                <a:gd name="connsiteY19" fmla="*/ 702603 h 835827"/>
                <a:gd name="connsiteX20" fmla="*/ 5613568 w 5777070"/>
                <a:gd name="connsiteY20" fmla="*/ 672325 h 835827"/>
                <a:gd name="connsiteX21" fmla="*/ 5740736 w 5777070"/>
                <a:gd name="connsiteY21" fmla="*/ 508823 h 835827"/>
                <a:gd name="connsiteX22" fmla="*/ 5777070 w 5777070"/>
                <a:gd name="connsiteY22" fmla="*/ 357432 h 835827"/>
                <a:gd name="connsiteX0" fmla="*/ 5777070 w 5777070"/>
                <a:gd name="connsiteY0" fmla="*/ 357432 h 835827"/>
                <a:gd name="connsiteX1" fmla="*/ 5728625 w 5777070"/>
                <a:gd name="connsiteY1" fmla="*/ 212097 h 835827"/>
                <a:gd name="connsiteX2" fmla="*/ 5613568 w 5777070"/>
                <a:gd name="connsiteY2" fmla="*/ 133374 h 835827"/>
                <a:gd name="connsiteX3" fmla="*/ 5528789 w 5777070"/>
                <a:gd name="connsiteY3" fmla="*/ 121263 h 835827"/>
                <a:gd name="connsiteX4" fmla="*/ 5450066 w 5777070"/>
                <a:gd name="connsiteY4" fmla="*/ 48595 h 835827"/>
                <a:gd name="connsiteX5" fmla="*/ 5298676 w 5777070"/>
                <a:gd name="connsiteY5" fmla="*/ 150 h 835827"/>
                <a:gd name="connsiteX6" fmla="*/ 5086728 w 5777070"/>
                <a:gd name="connsiteY6" fmla="*/ 42539 h 835827"/>
                <a:gd name="connsiteX7" fmla="*/ 4923226 w 5777070"/>
                <a:gd name="connsiteY7" fmla="*/ 163652 h 835827"/>
                <a:gd name="connsiteX8" fmla="*/ 4662834 w 5777070"/>
                <a:gd name="connsiteY8" fmla="*/ 302931 h 835827"/>
                <a:gd name="connsiteX9" fmla="*/ 4251052 w 5777070"/>
                <a:gd name="connsiteY9" fmla="*/ 448267 h 835827"/>
                <a:gd name="connsiteX10" fmla="*/ 3451709 w 5777070"/>
                <a:gd name="connsiteY10" fmla="*/ 623880 h 835827"/>
                <a:gd name="connsiteX11" fmla="*/ 968901 w 5777070"/>
                <a:gd name="connsiteY11" fmla="*/ 696547 h 835827"/>
                <a:gd name="connsiteX12" fmla="*/ 0 w 5777070"/>
                <a:gd name="connsiteY12" fmla="*/ 738937 h 835827"/>
                <a:gd name="connsiteX13" fmla="*/ 0 w 5777070"/>
                <a:gd name="connsiteY13" fmla="*/ 799493 h 835827"/>
                <a:gd name="connsiteX14" fmla="*/ 4232885 w 5777070"/>
                <a:gd name="connsiteY14" fmla="*/ 781326 h 835827"/>
                <a:gd name="connsiteX15" fmla="*/ 4717335 w 5777070"/>
                <a:gd name="connsiteY15" fmla="*/ 811604 h 835827"/>
                <a:gd name="connsiteX16" fmla="*/ 4868726 w 5777070"/>
                <a:gd name="connsiteY16" fmla="*/ 835827 h 835827"/>
                <a:gd name="connsiteX17" fmla="*/ 5207841 w 5777070"/>
                <a:gd name="connsiteY17" fmla="*/ 817660 h 835827"/>
                <a:gd name="connsiteX18" fmla="*/ 5383454 w 5777070"/>
                <a:gd name="connsiteY18" fmla="*/ 781326 h 835827"/>
                <a:gd name="connsiteX19" fmla="*/ 5498511 w 5777070"/>
                <a:gd name="connsiteY19" fmla="*/ 702603 h 835827"/>
                <a:gd name="connsiteX20" fmla="*/ 5613568 w 5777070"/>
                <a:gd name="connsiteY20" fmla="*/ 672325 h 835827"/>
                <a:gd name="connsiteX21" fmla="*/ 5740736 w 5777070"/>
                <a:gd name="connsiteY21" fmla="*/ 508823 h 835827"/>
                <a:gd name="connsiteX22" fmla="*/ 5777070 w 5777070"/>
                <a:gd name="connsiteY22" fmla="*/ 357432 h 835827"/>
                <a:gd name="connsiteX0" fmla="*/ 5777070 w 5777070"/>
                <a:gd name="connsiteY0" fmla="*/ 357432 h 835827"/>
                <a:gd name="connsiteX1" fmla="*/ 5728625 w 5777070"/>
                <a:gd name="connsiteY1" fmla="*/ 212097 h 835827"/>
                <a:gd name="connsiteX2" fmla="*/ 5613568 w 5777070"/>
                <a:gd name="connsiteY2" fmla="*/ 133374 h 835827"/>
                <a:gd name="connsiteX3" fmla="*/ 5528789 w 5777070"/>
                <a:gd name="connsiteY3" fmla="*/ 121263 h 835827"/>
                <a:gd name="connsiteX4" fmla="*/ 5450066 w 5777070"/>
                <a:gd name="connsiteY4" fmla="*/ 48595 h 835827"/>
                <a:gd name="connsiteX5" fmla="*/ 5298676 w 5777070"/>
                <a:gd name="connsiteY5" fmla="*/ 150 h 835827"/>
                <a:gd name="connsiteX6" fmla="*/ 5086728 w 5777070"/>
                <a:gd name="connsiteY6" fmla="*/ 42539 h 835827"/>
                <a:gd name="connsiteX7" fmla="*/ 4923226 w 5777070"/>
                <a:gd name="connsiteY7" fmla="*/ 163652 h 835827"/>
                <a:gd name="connsiteX8" fmla="*/ 4662834 w 5777070"/>
                <a:gd name="connsiteY8" fmla="*/ 302931 h 835827"/>
                <a:gd name="connsiteX9" fmla="*/ 4251052 w 5777070"/>
                <a:gd name="connsiteY9" fmla="*/ 448267 h 835827"/>
                <a:gd name="connsiteX10" fmla="*/ 3451709 w 5777070"/>
                <a:gd name="connsiteY10" fmla="*/ 623880 h 835827"/>
                <a:gd name="connsiteX11" fmla="*/ 968901 w 5777070"/>
                <a:gd name="connsiteY11" fmla="*/ 696547 h 835827"/>
                <a:gd name="connsiteX12" fmla="*/ 0 w 5777070"/>
                <a:gd name="connsiteY12" fmla="*/ 738937 h 835827"/>
                <a:gd name="connsiteX13" fmla="*/ 0 w 5777070"/>
                <a:gd name="connsiteY13" fmla="*/ 799493 h 835827"/>
                <a:gd name="connsiteX14" fmla="*/ 4232885 w 5777070"/>
                <a:gd name="connsiteY14" fmla="*/ 781326 h 835827"/>
                <a:gd name="connsiteX15" fmla="*/ 4717335 w 5777070"/>
                <a:gd name="connsiteY15" fmla="*/ 811604 h 835827"/>
                <a:gd name="connsiteX16" fmla="*/ 4868726 w 5777070"/>
                <a:gd name="connsiteY16" fmla="*/ 835827 h 835827"/>
                <a:gd name="connsiteX17" fmla="*/ 5207841 w 5777070"/>
                <a:gd name="connsiteY17" fmla="*/ 817660 h 835827"/>
                <a:gd name="connsiteX18" fmla="*/ 5383454 w 5777070"/>
                <a:gd name="connsiteY18" fmla="*/ 781326 h 835827"/>
                <a:gd name="connsiteX19" fmla="*/ 5498511 w 5777070"/>
                <a:gd name="connsiteY19" fmla="*/ 702603 h 835827"/>
                <a:gd name="connsiteX20" fmla="*/ 5613568 w 5777070"/>
                <a:gd name="connsiteY20" fmla="*/ 672325 h 835827"/>
                <a:gd name="connsiteX21" fmla="*/ 5740736 w 5777070"/>
                <a:gd name="connsiteY21" fmla="*/ 508823 h 835827"/>
                <a:gd name="connsiteX22" fmla="*/ 5777070 w 5777070"/>
                <a:gd name="connsiteY22" fmla="*/ 357432 h 835827"/>
                <a:gd name="connsiteX0" fmla="*/ 5777070 w 5777070"/>
                <a:gd name="connsiteY0" fmla="*/ 357432 h 835827"/>
                <a:gd name="connsiteX1" fmla="*/ 5728625 w 5777070"/>
                <a:gd name="connsiteY1" fmla="*/ 212097 h 835827"/>
                <a:gd name="connsiteX2" fmla="*/ 5613568 w 5777070"/>
                <a:gd name="connsiteY2" fmla="*/ 133374 h 835827"/>
                <a:gd name="connsiteX3" fmla="*/ 5528789 w 5777070"/>
                <a:gd name="connsiteY3" fmla="*/ 121263 h 835827"/>
                <a:gd name="connsiteX4" fmla="*/ 5450066 w 5777070"/>
                <a:gd name="connsiteY4" fmla="*/ 48595 h 835827"/>
                <a:gd name="connsiteX5" fmla="*/ 5298676 w 5777070"/>
                <a:gd name="connsiteY5" fmla="*/ 150 h 835827"/>
                <a:gd name="connsiteX6" fmla="*/ 5086728 w 5777070"/>
                <a:gd name="connsiteY6" fmla="*/ 42539 h 835827"/>
                <a:gd name="connsiteX7" fmla="*/ 4923226 w 5777070"/>
                <a:gd name="connsiteY7" fmla="*/ 163652 h 835827"/>
                <a:gd name="connsiteX8" fmla="*/ 4662834 w 5777070"/>
                <a:gd name="connsiteY8" fmla="*/ 302931 h 835827"/>
                <a:gd name="connsiteX9" fmla="*/ 4251052 w 5777070"/>
                <a:gd name="connsiteY9" fmla="*/ 448267 h 835827"/>
                <a:gd name="connsiteX10" fmla="*/ 3451709 w 5777070"/>
                <a:gd name="connsiteY10" fmla="*/ 623880 h 835827"/>
                <a:gd name="connsiteX11" fmla="*/ 968901 w 5777070"/>
                <a:gd name="connsiteY11" fmla="*/ 696547 h 835827"/>
                <a:gd name="connsiteX12" fmla="*/ 0 w 5777070"/>
                <a:gd name="connsiteY12" fmla="*/ 738937 h 835827"/>
                <a:gd name="connsiteX13" fmla="*/ 0 w 5777070"/>
                <a:gd name="connsiteY13" fmla="*/ 799493 h 835827"/>
                <a:gd name="connsiteX14" fmla="*/ 4232885 w 5777070"/>
                <a:gd name="connsiteY14" fmla="*/ 781326 h 835827"/>
                <a:gd name="connsiteX15" fmla="*/ 4717335 w 5777070"/>
                <a:gd name="connsiteY15" fmla="*/ 811604 h 835827"/>
                <a:gd name="connsiteX16" fmla="*/ 4868726 w 5777070"/>
                <a:gd name="connsiteY16" fmla="*/ 835827 h 835827"/>
                <a:gd name="connsiteX17" fmla="*/ 5207841 w 5777070"/>
                <a:gd name="connsiteY17" fmla="*/ 817660 h 835827"/>
                <a:gd name="connsiteX18" fmla="*/ 5383454 w 5777070"/>
                <a:gd name="connsiteY18" fmla="*/ 781326 h 835827"/>
                <a:gd name="connsiteX19" fmla="*/ 5498511 w 5777070"/>
                <a:gd name="connsiteY19" fmla="*/ 702603 h 835827"/>
                <a:gd name="connsiteX20" fmla="*/ 5613568 w 5777070"/>
                <a:gd name="connsiteY20" fmla="*/ 672325 h 835827"/>
                <a:gd name="connsiteX21" fmla="*/ 5740736 w 5777070"/>
                <a:gd name="connsiteY21" fmla="*/ 508823 h 835827"/>
                <a:gd name="connsiteX22" fmla="*/ 5777070 w 5777070"/>
                <a:gd name="connsiteY22" fmla="*/ 357432 h 835827"/>
                <a:gd name="connsiteX0" fmla="*/ 5777070 w 5777301"/>
                <a:gd name="connsiteY0" fmla="*/ 357432 h 835827"/>
                <a:gd name="connsiteX1" fmla="*/ 5728625 w 5777301"/>
                <a:gd name="connsiteY1" fmla="*/ 212097 h 835827"/>
                <a:gd name="connsiteX2" fmla="*/ 5613568 w 5777301"/>
                <a:gd name="connsiteY2" fmla="*/ 133374 h 835827"/>
                <a:gd name="connsiteX3" fmla="*/ 5528789 w 5777301"/>
                <a:gd name="connsiteY3" fmla="*/ 121263 h 835827"/>
                <a:gd name="connsiteX4" fmla="*/ 5450066 w 5777301"/>
                <a:gd name="connsiteY4" fmla="*/ 48595 h 835827"/>
                <a:gd name="connsiteX5" fmla="*/ 5298676 w 5777301"/>
                <a:gd name="connsiteY5" fmla="*/ 150 h 835827"/>
                <a:gd name="connsiteX6" fmla="*/ 5086728 w 5777301"/>
                <a:gd name="connsiteY6" fmla="*/ 42539 h 835827"/>
                <a:gd name="connsiteX7" fmla="*/ 4923226 w 5777301"/>
                <a:gd name="connsiteY7" fmla="*/ 163652 h 835827"/>
                <a:gd name="connsiteX8" fmla="*/ 4662834 w 5777301"/>
                <a:gd name="connsiteY8" fmla="*/ 302931 h 835827"/>
                <a:gd name="connsiteX9" fmla="*/ 4251052 w 5777301"/>
                <a:gd name="connsiteY9" fmla="*/ 448267 h 835827"/>
                <a:gd name="connsiteX10" fmla="*/ 3451709 w 5777301"/>
                <a:gd name="connsiteY10" fmla="*/ 623880 h 835827"/>
                <a:gd name="connsiteX11" fmla="*/ 968901 w 5777301"/>
                <a:gd name="connsiteY11" fmla="*/ 696547 h 835827"/>
                <a:gd name="connsiteX12" fmla="*/ 0 w 5777301"/>
                <a:gd name="connsiteY12" fmla="*/ 738937 h 835827"/>
                <a:gd name="connsiteX13" fmla="*/ 0 w 5777301"/>
                <a:gd name="connsiteY13" fmla="*/ 799493 h 835827"/>
                <a:gd name="connsiteX14" fmla="*/ 4232885 w 5777301"/>
                <a:gd name="connsiteY14" fmla="*/ 781326 h 835827"/>
                <a:gd name="connsiteX15" fmla="*/ 4717335 w 5777301"/>
                <a:gd name="connsiteY15" fmla="*/ 811604 h 835827"/>
                <a:gd name="connsiteX16" fmla="*/ 4868726 w 5777301"/>
                <a:gd name="connsiteY16" fmla="*/ 835827 h 835827"/>
                <a:gd name="connsiteX17" fmla="*/ 5207841 w 5777301"/>
                <a:gd name="connsiteY17" fmla="*/ 817660 h 835827"/>
                <a:gd name="connsiteX18" fmla="*/ 5383454 w 5777301"/>
                <a:gd name="connsiteY18" fmla="*/ 781326 h 835827"/>
                <a:gd name="connsiteX19" fmla="*/ 5498511 w 5777301"/>
                <a:gd name="connsiteY19" fmla="*/ 702603 h 835827"/>
                <a:gd name="connsiteX20" fmla="*/ 5613568 w 5777301"/>
                <a:gd name="connsiteY20" fmla="*/ 672325 h 835827"/>
                <a:gd name="connsiteX21" fmla="*/ 5740736 w 5777301"/>
                <a:gd name="connsiteY21" fmla="*/ 508823 h 835827"/>
                <a:gd name="connsiteX22" fmla="*/ 5777070 w 5777301"/>
                <a:gd name="connsiteY22" fmla="*/ 357432 h 835827"/>
                <a:gd name="connsiteX0" fmla="*/ 5777070 w 5777301"/>
                <a:gd name="connsiteY0" fmla="*/ 357432 h 835827"/>
                <a:gd name="connsiteX1" fmla="*/ 5728625 w 5777301"/>
                <a:gd name="connsiteY1" fmla="*/ 212097 h 835827"/>
                <a:gd name="connsiteX2" fmla="*/ 5613568 w 5777301"/>
                <a:gd name="connsiteY2" fmla="*/ 133374 h 835827"/>
                <a:gd name="connsiteX3" fmla="*/ 5528789 w 5777301"/>
                <a:gd name="connsiteY3" fmla="*/ 121263 h 835827"/>
                <a:gd name="connsiteX4" fmla="*/ 5450066 w 5777301"/>
                <a:gd name="connsiteY4" fmla="*/ 48595 h 835827"/>
                <a:gd name="connsiteX5" fmla="*/ 5298676 w 5777301"/>
                <a:gd name="connsiteY5" fmla="*/ 150 h 835827"/>
                <a:gd name="connsiteX6" fmla="*/ 5086728 w 5777301"/>
                <a:gd name="connsiteY6" fmla="*/ 42539 h 835827"/>
                <a:gd name="connsiteX7" fmla="*/ 4923226 w 5777301"/>
                <a:gd name="connsiteY7" fmla="*/ 163652 h 835827"/>
                <a:gd name="connsiteX8" fmla="*/ 4662834 w 5777301"/>
                <a:gd name="connsiteY8" fmla="*/ 302931 h 835827"/>
                <a:gd name="connsiteX9" fmla="*/ 4251052 w 5777301"/>
                <a:gd name="connsiteY9" fmla="*/ 448267 h 835827"/>
                <a:gd name="connsiteX10" fmla="*/ 3451709 w 5777301"/>
                <a:gd name="connsiteY10" fmla="*/ 623880 h 835827"/>
                <a:gd name="connsiteX11" fmla="*/ 968901 w 5777301"/>
                <a:gd name="connsiteY11" fmla="*/ 696547 h 835827"/>
                <a:gd name="connsiteX12" fmla="*/ 0 w 5777301"/>
                <a:gd name="connsiteY12" fmla="*/ 738937 h 835827"/>
                <a:gd name="connsiteX13" fmla="*/ 0 w 5777301"/>
                <a:gd name="connsiteY13" fmla="*/ 799493 h 835827"/>
                <a:gd name="connsiteX14" fmla="*/ 4232885 w 5777301"/>
                <a:gd name="connsiteY14" fmla="*/ 781326 h 835827"/>
                <a:gd name="connsiteX15" fmla="*/ 4717335 w 5777301"/>
                <a:gd name="connsiteY15" fmla="*/ 811604 h 835827"/>
                <a:gd name="connsiteX16" fmla="*/ 4868726 w 5777301"/>
                <a:gd name="connsiteY16" fmla="*/ 835827 h 835827"/>
                <a:gd name="connsiteX17" fmla="*/ 5207841 w 5777301"/>
                <a:gd name="connsiteY17" fmla="*/ 817660 h 835827"/>
                <a:gd name="connsiteX18" fmla="*/ 5383454 w 5777301"/>
                <a:gd name="connsiteY18" fmla="*/ 781326 h 835827"/>
                <a:gd name="connsiteX19" fmla="*/ 5498511 w 5777301"/>
                <a:gd name="connsiteY19" fmla="*/ 702603 h 835827"/>
                <a:gd name="connsiteX20" fmla="*/ 5613568 w 5777301"/>
                <a:gd name="connsiteY20" fmla="*/ 672325 h 835827"/>
                <a:gd name="connsiteX21" fmla="*/ 5740736 w 5777301"/>
                <a:gd name="connsiteY21" fmla="*/ 508823 h 835827"/>
                <a:gd name="connsiteX22" fmla="*/ 5777070 w 5777301"/>
                <a:gd name="connsiteY22" fmla="*/ 357432 h 835827"/>
                <a:gd name="connsiteX0" fmla="*/ 5777070 w 5777301"/>
                <a:gd name="connsiteY0" fmla="*/ 357432 h 835827"/>
                <a:gd name="connsiteX1" fmla="*/ 5728625 w 5777301"/>
                <a:gd name="connsiteY1" fmla="*/ 212097 h 835827"/>
                <a:gd name="connsiteX2" fmla="*/ 5613568 w 5777301"/>
                <a:gd name="connsiteY2" fmla="*/ 133374 h 835827"/>
                <a:gd name="connsiteX3" fmla="*/ 5528789 w 5777301"/>
                <a:gd name="connsiteY3" fmla="*/ 121263 h 835827"/>
                <a:gd name="connsiteX4" fmla="*/ 5450066 w 5777301"/>
                <a:gd name="connsiteY4" fmla="*/ 48595 h 835827"/>
                <a:gd name="connsiteX5" fmla="*/ 5298676 w 5777301"/>
                <a:gd name="connsiteY5" fmla="*/ 150 h 835827"/>
                <a:gd name="connsiteX6" fmla="*/ 5086728 w 5777301"/>
                <a:gd name="connsiteY6" fmla="*/ 42539 h 835827"/>
                <a:gd name="connsiteX7" fmla="*/ 4923226 w 5777301"/>
                <a:gd name="connsiteY7" fmla="*/ 163652 h 835827"/>
                <a:gd name="connsiteX8" fmla="*/ 4662834 w 5777301"/>
                <a:gd name="connsiteY8" fmla="*/ 302931 h 835827"/>
                <a:gd name="connsiteX9" fmla="*/ 4251052 w 5777301"/>
                <a:gd name="connsiteY9" fmla="*/ 448267 h 835827"/>
                <a:gd name="connsiteX10" fmla="*/ 3451709 w 5777301"/>
                <a:gd name="connsiteY10" fmla="*/ 623880 h 835827"/>
                <a:gd name="connsiteX11" fmla="*/ 968901 w 5777301"/>
                <a:gd name="connsiteY11" fmla="*/ 696547 h 835827"/>
                <a:gd name="connsiteX12" fmla="*/ 0 w 5777301"/>
                <a:gd name="connsiteY12" fmla="*/ 738937 h 835827"/>
                <a:gd name="connsiteX13" fmla="*/ 0 w 5777301"/>
                <a:gd name="connsiteY13" fmla="*/ 799493 h 835827"/>
                <a:gd name="connsiteX14" fmla="*/ 4232885 w 5777301"/>
                <a:gd name="connsiteY14" fmla="*/ 781326 h 835827"/>
                <a:gd name="connsiteX15" fmla="*/ 4717335 w 5777301"/>
                <a:gd name="connsiteY15" fmla="*/ 811604 h 835827"/>
                <a:gd name="connsiteX16" fmla="*/ 4868726 w 5777301"/>
                <a:gd name="connsiteY16" fmla="*/ 835827 h 835827"/>
                <a:gd name="connsiteX17" fmla="*/ 5207841 w 5777301"/>
                <a:gd name="connsiteY17" fmla="*/ 817660 h 835827"/>
                <a:gd name="connsiteX18" fmla="*/ 5383454 w 5777301"/>
                <a:gd name="connsiteY18" fmla="*/ 781326 h 835827"/>
                <a:gd name="connsiteX19" fmla="*/ 5498511 w 5777301"/>
                <a:gd name="connsiteY19" fmla="*/ 702603 h 835827"/>
                <a:gd name="connsiteX20" fmla="*/ 5613568 w 5777301"/>
                <a:gd name="connsiteY20" fmla="*/ 672325 h 835827"/>
                <a:gd name="connsiteX21" fmla="*/ 5740736 w 5777301"/>
                <a:gd name="connsiteY21" fmla="*/ 508823 h 835827"/>
                <a:gd name="connsiteX22" fmla="*/ 5777070 w 5777301"/>
                <a:gd name="connsiteY22" fmla="*/ 357432 h 835827"/>
                <a:gd name="connsiteX0" fmla="*/ 5777070 w 5777301"/>
                <a:gd name="connsiteY0" fmla="*/ 357432 h 835827"/>
                <a:gd name="connsiteX1" fmla="*/ 5728625 w 5777301"/>
                <a:gd name="connsiteY1" fmla="*/ 212097 h 835827"/>
                <a:gd name="connsiteX2" fmla="*/ 5613568 w 5777301"/>
                <a:gd name="connsiteY2" fmla="*/ 133374 h 835827"/>
                <a:gd name="connsiteX3" fmla="*/ 5528789 w 5777301"/>
                <a:gd name="connsiteY3" fmla="*/ 121263 h 835827"/>
                <a:gd name="connsiteX4" fmla="*/ 5450066 w 5777301"/>
                <a:gd name="connsiteY4" fmla="*/ 48595 h 835827"/>
                <a:gd name="connsiteX5" fmla="*/ 5298676 w 5777301"/>
                <a:gd name="connsiteY5" fmla="*/ 150 h 835827"/>
                <a:gd name="connsiteX6" fmla="*/ 5086728 w 5777301"/>
                <a:gd name="connsiteY6" fmla="*/ 42539 h 835827"/>
                <a:gd name="connsiteX7" fmla="*/ 4923226 w 5777301"/>
                <a:gd name="connsiteY7" fmla="*/ 163652 h 835827"/>
                <a:gd name="connsiteX8" fmla="*/ 4662834 w 5777301"/>
                <a:gd name="connsiteY8" fmla="*/ 302931 h 835827"/>
                <a:gd name="connsiteX9" fmla="*/ 4251052 w 5777301"/>
                <a:gd name="connsiteY9" fmla="*/ 448267 h 835827"/>
                <a:gd name="connsiteX10" fmla="*/ 3451709 w 5777301"/>
                <a:gd name="connsiteY10" fmla="*/ 623880 h 835827"/>
                <a:gd name="connsiteX11" fmla="*/ 968901 w 5777301"/>
                <a:gd name="connsiteY11" fmla="*/ 696547 h 835827"/>
                <a:gd name="connsiteX12" fmla="*/ 0 w 5777301"/>
                <a:gd name="connsiteY12" fmla="*/ 738937 h 835827"/>
                <a:gd name="connsiteX13" fmla="*/ 0 w 5777301"/>
                <a:gd name="connsiteY13" fmla="*/ 799493 h 835827"/>
                <a:gd name="connsiteX14" fmla="*/ 4232885 w 5777301"/>
                <a:gd name="connsiteY14" fmla="*/ 781326 h 835827"/>
                <a:gd name="connsiteX15" fmla="*/ 4717335 w 5777301"/>
                <a:gd name="connsiteY15" fmla="*/ 811604 h 835827"/>
                <a:gd name="connsiteX16" fmla="*/ 4868726 w 5777301"/>
                <a:gd name="connsiteY16" fmla="*/ 835827 h 835827"/>
                <a:gd name="connsiteX17" fmla="*/ 5207841 w 5777301"/>
                <a:gd name="connsiteY17" fmla="*/ 817660 h 835827"/>
                <a:gd name="connsiteX18" fmla="*/ 5383454 w 5777301"/>
                <a:gd name="connsiteY18" fmla="*/ 781326 h 835827"/>
                <a:gd name="connsiteX19" fmla="*/ 5498511 w 5777301"/>
                <a:gd name="connsiteY19" fmla="*/ 702603 h 835827"/>
                <a:gd name="connsiteX20" fmla="*/ 5613568 w 5777301"/>
                <a:gd name="connsiteY20" fmla="*/ 672325 h 835827"/>
                <a:gd name="connsiteX21" fmla="*/ 5740736 w 5777301"/>
                <a:gd name="connsiteY21" fmla="*/ 508823 h 835827"/>
                <a:gd name="connsiteX22" fmla="*/ 5777070 w 5777301"/>
                <a:gd name="connsiteY22" fmla="*/ 357432 h 835827"/>
                <a:gd name="connsiteX0" fmla="*/ 5777070 w 5777301"/>
                <a:gd name="connsiteY0" fmla="*/ 357432 h 835896"/>
                <a:gd name="connsiteX1" fmla="*/ 5728625 w 5777301"/>
                <a:gd name="connsiteY1" fmla="*/ 212097 h 835896"/>
                <a:gd name="connsiteX2" fmla="*/ 5613568 w 5777301"/>
                <a:gd name="connsiteY2" fmla="*/ 133374 h 835896"/>
                <a:gd name="connsiteX3" fmla="*/ 5528789 w 5777301"/>
                <a:gd name="connsiteY3" fmla="*/ 121263 h 835896"/>
                <a:gd name="connsiteX4" fmla="*/ 5450066 w 5777301"/>
                <a:gd name="connsiteY4" fmla="*/ 48595 h 835896"/>
                <a:gd name="connsiteX5" fmla="*/ 5298676 w 5777301"/>
                <a:gd name="connsiteY5" fmla="*/ 150 h 835896"/>
                <a:gd name="connsiteX6" fmla="*/ 5086728 w 5777301"/>
                <a:gd name="connsiteY6" fmla="*/ 42539 h 835896"/>
                <a:gd name="connsiteX7" fmla="*/ 4923226 w 5777301"/>
                <a:gd name="connsiteY7" fmla="*/ 163652 h 835896"/>
                <a:gd name="connsiteX8" fmla="*/ 4662834 w 5777301"/>
                <a:gd name="connsiteY8" fmla="*/ 302931 h 835896"/>
                <a:gd name="connsiteX9" fmla="*/ 4251052 w 5777301"/>
                <a:gd name="connsiteY9" fmla="*/ 448267 h 835896"/>
                <a:gd name="connsiteX10" fmla="*/ 3451709 w 5777301"/>
                <a:gd name="connsiteY10" fmla="*/ 623880 h 835896"/>
                <a:gd name="connsiteX11" fmla="*/ 968901 w 5777301"/>
                <a:gd name="connsiteY11" fmla="*/ 696547 h 835896"/>
                <a:gd name="connsiteX12" fmla="*/ 0 w 5777301"/>
                <a:gd name="connsiteY12" fmla="*/ 738937 h 835896"/>
                <a:gd name="connsiteX13" fmla="*/ 0 w 5777301"/>
                <a:gd name="connsiteY13" fmla="*/ 799493 h 835896"/>
                <a:gd name="connsiteX14" fmla="*/ 4232885 w 5777301"/>
                <a:gd name="connsiteY14" fmla="*/ 781326 h 835896"/>
                <a:gd name="connsiteX15" fmla="*/ 4717335 w 5777301"/>
                <a:gd name="connsiteY15" fmla="*/ 811604 h 835896"/>
                <a:gd name="connsiteX16" fmla="*/ 4868726 w 5777301"/>
                <a:gd name="connsiteY16" fmla="*/ 835827 h 835896"/>
                <a:gd name="connsiteX17" fmla="*/ 5207841 w 5777301"/>
                <a:gd name="connsiteY17" fmla="*/ 817660 h 835896"/>
                <a:gd name="connsiteX18" fmla="*/ 5383454 w 5777301"/>
                <a:gd name="connsiteY18" fmla="*/ 781326 h 835896"/>
                <a:gd name="connsiteX19" fmla="*/ 5498511 w 5777301"/>
                <a:gd name="connsiteY19" fmla="*/ 702603 h 835896"/>
                <a:gd name="connsiteX20" fmla="*/ 5613568 w 5777301"/>
                <a:gd name="connsiteY20" fmla="*/ 672325 h 835896"/>
                <a:gd name="connsiteX21" fmla="*/ 5740736 w 5777301"/>
                <a:gd name="connsiteY21" fmla="*/ 508823 h 835896"/>
                <a:gd name="connsiteX22" fmla="*/ 5777070 w 5777301"/>
                <a:gd name="connsiteY22" fmla="*/ 357432 h 835896"/>
                <a:gd name="connsiteX0" fmla="*/ 5777070 w 5777301"/>
                <a:gd name="connsiteY0" fmla="*/ 357432 h 835896"/>
                <a:gd name="connsiteX1" fmla="*/ 5728625 w 5777301"/>
                <a:gd name="connsiteY1" fmla="*/ 212097 h 835896"/>
                <a:gd name="connsiteX2" fmla="*/ 5613568 w 5777301"/>
                <a:gd name="connsiteY2" fmla="*/ 133374 h 835896"/>
                <a:gd name="connsiteX3" fmla="*/ 5528789 w 5777301"/>
                <a:gd name="connsiteY3" fmla="*/ 121263 h 835896"/>
                <a:gd name="connsiteX4" fmla="*/ 5450066 w 5777301"/>
                <a:gd name="connsiteY4" fmla="*/ 48595 h 835896"/>
                <a:gd name="connsiteX5" fmla="*/ 5298676 w 5777301"/>
                <a:gd name="connsiteY5" fmla="*/ 150 h 835896"/>
                <a:gd name="connsiteX6" fmla="*/ 5086728 w 5777301"/>
                <a:gd name="connsiteY6" fmla="*/ 42539 h 835896"/>
                <a:gd name="connsiteX7" fmla="*/ 4923226 w 5777301"/>
                <a:gd name="connsiteY7" fmla="*/ 163652 h 835896"/>
                <a:gd name="connsiteX8" fmla="*/ 4662834 w 5777301"/>
                <a:gd name="connsiteY8" fmla="*/ 302931 h 835896"/>
                <a:gd name="connsiteX9" fmla="*/ 4251052 w 5777301"/>
                <a:gd name="connsiteY9" fmla="*/ 448267 h 835896"/>
                <a:gd name="connsiteX10" fmla="*/ 3451709 w 5777301"/>
                <a:gd name="connsiteY10" fmla="*/ 623880 h 835896"/>
                <a:gd name="connsiteX11" fmla="*/ 968901 w 5777301"/>
                <a:gd name="connsiteY11" fmla="*/ 696547 h 835896"/>
                <a:gd name="connsiteX12" fmla="*/ 0 w 5777301"/>
                <a:gd name="connsiteY12" fmla="*/ 738937 h 835896"/>
                <a:gd name="connsiteX13" fmla="*/ 0 w 5777301"/>
                <a:gd name="connsiteY13" fmla="*/ 799493 h 835896"/>
                <a:gd name="connsiteX14" fmla="*/ 4232885 w 5777301"/>
                <a:gd name="connsiteY14" fmla="*/ 781326 h 835896"/>
                <a:gd name="connsiteX15" fmla="*/ 4717335 w 5777301"/>
                <a:gd name="connsiteY15" fmla="*/ 811604 h 835896"/>
                <a:gd name="connsiteX16" fmla="*/ 4868726 w 5777301"/>
                <a:gd name="connsiteY16" fmla="*/ 835827 h 835896"/>
                <a:gd name="connsiteX17" fmla="*/ 5207841 w 5777301"/>
                <a:gd name="connsiteY17" fmla="*/ 817660 h 835896"/>
                <a:gd name="connsiteX18" fmla="*/ 5383454 w 5777301"/>
                <a:gd name="connsiteY18" fmla="*/ 781326 h 835896"/>
                <a:gd name="connsiteX19" fmla="*/ 5498511 w 5777301"/>
                <a:gd name="connsiteY19" fmla="*/ 702603 h 835896"/>
                <a:gd name="connsiteX20" fmla="*/ 5613568 w 5777301"/>
                <a:gd name="connsiteY20" fmla="*/ 672325 h 835896"/>
                <a:gd name="connsiteX21" fmla="*/ 5740736 w 5777301"/>
                <a:gd name="connsiteY21" fmla="*/ 508823 h 835896"/>
                <a:gd name="connsiteX22" fmla="*/ 5777070 w 5777301"/>
                <a:gd name="connsiteY22" fmla="*/ 357432 h 835896"/>
                <a:gd name="connsiteX0" fmla="*/ 5777070 w 5777301"/>
                <a:gd name="connsiteY0" fmla="*/ 357432 h 835896"/>
                <a:gd name="connsiteX1" fmla="*/ 5728625 w 5777301"/>
                <a:gd name="connsiteY1" fmla="*/ 212097 h 835896"/>
                <a:gd name="connsiteX2" fmla="*/ 5613568 w 5777301"/>
                <a:gd name="connsiteY2" fmla="*/ 133374 h 835896"/>
                <a:gd name="connsiteX3" fmla="*/ 5528789 w 5777301"/>
                <a:gd name="connsiteY3" fmla="*/ 121263 h 835896"/>
                <a:gd name="connsiteX4" fmla="*/ 5450066 w 5777301"/>
                <a:gd name="connsiteY4" fmla="*/ 48595 h 835896"/>
                <a:gd name="connsiteX5" fmla="*/ 5298676 w 5777301"/>
                <a:gd name="connsiteY5" fmla="*/ 150 h 835896"/>
                <a:gd name="connsiteX6" fmla="*/ 5086728 w 5777301"/>
                <a:gd name="connsiteY6" fmla="*/ 42539 h 835896"/>
                <a:gd name="connsiteX7" fmla="*/ 4923226 w 5777301"/>
                <a:gd name="connsiteY7" fmla="*/ 163652 h 835896"/>
                <a:gd name="connsiteX8" fmla="*/ 4662834 w 5777301"/>
                <a:gd name="connsiteY8" fmla="*/ 302931 h 835896"/>
                <a:gd name="connsiteX9" fmla="*/ 4251052 w 5777301"/>
                <a:gd name="connsiteY9" fmla="*/ 448267 h 835896"/>
                <a:gd name="connsiteX10" fmla="*/ 3451709 w 5777301"/>
                <a:gd name="connsiteY10" fmla="*/ 623880 h 835896"/>
                <a:gd name="connsiteX11" fmla="*/ 968901 w 5777301"/>
                <a:gd name="connsiteY11" fmla="*/ 696547 h 835896"/>
                <a:gd name="connsiteX12" fmla="*/ 0 w 5777301"/>
                <a:gd name="connsiteY12" fmla="*/ 738937 h 835896"/>
                <a:gd name="connsiteX13" fmla="*/ 0 w 5777301"/>
                <a:gd name="connsiteY13" fmla="*/ 799493 h 835896"/>
                <a:gd name="connsiteX14" fmla="*/ 4232885 w 5777301"/>
                <a:gd name="connsiteY14" fmla="*/ 781326 h 835896"/>
                <a:gd name="connsiteX15" fmla="*/ 4717335 w 5777301"/>
                <a:gd name="connsiteY15" fmla="*/ 811604 h 835896"/>
                <a:gd name="connsiteX16" fmla="*/ 4868726 w 5777301"/>
                <a:gd name="connsiteY16" fmla="*/ 835827 h 835896"/>
                <a:gd name="connsiteX17" fmla="*/ 5207841 w 5777301"/>
                <a:gd name="connsiteY17" fmla="*/ 817660 h 835896"/>
                <a:gd name="connsiteX18" fmla="*/ 5383454 w 5777301"/>
                <a:gd name="connsiteY18" fmla="*/ 781326 h 835896"/>
                <a:gd name="connsiteX19" fmla="*/ 5498511 w 5777301"/>
                <a:gd name="connsiteY19" fmla="*/ 702603 h 835896"/>
                <a:gd name="connsiteX20" fmla="*/ 5613568 w 5777301"/>
                <a:gd name="connsiteY20" fmla="*/ 672325 h 835896"/>
                <a:gd name="connsiteX21" fmla="*/ 5740736 w 5777301"/>
                <a:gd name="connsiteY21" fmla="*/ 508823 h 835896"/>
                <a:gd name="connsiteX22" fmla="*/ 5777070 w 5777301"/>
                <a:gd name="connsiteY22" fmla="*/ 357432 h 835896"/>
                <a:gd name="connsiteX0" fmla="*/ 5777070 w 5777301"/>
                <a:gd name="connsiteY0" fmla="*/ 357432 h 836578"/>
                <a:gd name="connsiteX1" fmla="*/ 5728625 w 5777301"/>
                <a:gd name="connsiteY1" fmla="*/ 212097 h 836578"/>
                <a:gd name="connsiteX2" fmla="*/ 5613568 w 5777301"/>
                <a:gd name="connsiteY2" fmla="*/ 133374 h 836578"/>
                <a:gd name="connsiteX3" fmla="*/ 5528789 w 5777301"/>
                <a:gd name="connsiteY3" fmla="*/ 121263 h 836578"/>
                <a:gd name="connsiteX4" fmla="*/ 5450066 w 5777301"/>
                <a:gd name="connsiteY4" fmla="*/ 48595 h 836578"/>
                <a:gd name="connsiteX5" fmla="*/ 5298676 w 5777301"/>
                <a:gd name="connsiteY5" fmla="*/ 150 h 836578"/>
                <a:gd name="connsiteX6" fmla="*/ 5086728 w 5777301"/>
                <a:gd name="connsiteY6" fmla="*/ 42539 h 836578"/>
                <a:gd name="connsiteX7" fmla="*/ 4923226 w 5777301"/>
                <a:gd name="connsiteY7" fmla="*/ 163652 h 836578"/>
                <a:gd name="connsiteX8" fmla="*/ 4662834 w 5777301"/>
                <a:gd name="connsiteY8" fmla="*/ 302931 h 836578"/>
                <a:gd name="connsiteX9" fmla="*/ 4251052 w 5777301"/>
                <a:gd name="connsiteY9" fmla="*/ 448267 h 836578"/>
                <a:gd name="connsiteX10" fmla="*/ 3451709 w 5777301"/>
                <a:gd name="connsiteY10" fmla="*/ 623880 h 836578"/>
                <a:gd name="connsiteX11" fmla="*/ 968901 w 5777301"/>
                <a:gd name="connsiteY11" fmla="*/ 696547 h 836578"/>
                <a:gd name="connsiteX12" fmla="*/ 0 w 5777301"/>
                <a:gd name="connsiteY12" fmla="*/ 738937 h 836578"/>
                <a:gd name="connsiteX13" fmla="*/ 0 w 5777301"/>
                <a:gd name="connsiteY13" fmla="*/ 799493 h 836578"/>
                <a:gd name="connsiteX14" fmla="*/ 4232885 w 5777301"/>
                <a:gd name="connsiteY14" fmla="*/ 781326 h 836578"/>
                <a:gd name="connsiteX15" fmla="*/ 4584111 w 5777301"/>
                <a:gd name="connsiteY15" fmla="*/ 793437 h 836578"/>
                <a:gd name="connsiteX16" fmla="*/ 4868726 w 5777301"/>
                <a:gd name="connsiteY16" fmla="*/ 835827 h 836578"/>
                <a:gd name="connsiteX17" fmla="*/ 5207841 w 5777301"/>
                <a:gd name="connsiteY17" fmla="*/ 817660 h 836578"/>
                <a:gd name="connsiteX18" fmla="*/ 5383454 w 5777301"/>
                <a:gd name="connsiteY18" fmla="*/ 781326 h 836578"/>
                <a:gd name="connsiteX19" fmla="*/ 5498511 w 5777301"/>
                <a:gd name="connsiteY19" fmla="*/ 702603 h 836578"/>
                <a:gd name="connsiteX20" fmla="*/ 5613568 w 5777301"/>
                <a:gd name="connsiteY20" fmla="*/ 672325 h 836578"/>
                <a:gd name="connsiteX21" fmla="*/ 5740736 w 5777301"/>
                <a:gd name="connsiteY21" fmla="*/ 508823 h 836578"/>
                <a:gd name="connsiteX22" fmla="*/ 5777070 w 5777301"/>
                <a:gd name="connsiteY22" fmla="*/ 357432 h 836578"/>
                <a:gd name="connsiteX0" fmla="*/ 5777070 w 5777301"/>
                <a:gd name="connsiteY0" fmla="*/ 357432 h 837217"/>
                <a:gd name="connsiteX1" fmla="*/ 5728625 w 5777301"/>
                <a:gd name="connsiteY1" fmla="*/ 212097 h 837217"/>
                <a:gd name="connsiteX2" fmla="*/ 5613568 w 5777301"/>
                <a:gd name="connsiteY2" fmla="*/ 133374 h 837217"/>
                <a:gd name="connsiteX3" fmla="*/ 5528789 w 5777301"/>
                <a:gd name="connsiteY3" fmla="*/ 121263 h 837217"/>
                <a:gd name="connsiteX4" fmla="*/ 5450066 w 5777301"/>
                <a:gd name="connsiteY4" fmla="*/ 48595 h 837217"/>
                <a:gd name="connsiteX5" fmla="*/ 5298676 w 5777301"/>
                <a:gd name="connsiteY5" fmla="*/ 150 h 837217"/>
                <a:gd name="connsiteX6" fmla="*/ 5086728 w 5777301"/>
                <a:gd name="connsiteY6" fmla="*/ 42539 h 837217"/>
                <a:gd name="connsiteX7" fmla="*/ 4923226 w 5777301"/>
                <a:gd name="connsiteY7" fmla="*/ 163652 h 837217"/>
                <a:gd name="connsiteX8" fmla="*/ 4662834 w 5777301"/>
                <a:gd name="connsiteY8" fmla="*/ 302931 h 837217"/>
                <a:gd name="connsiteX9" fmla="*/ 4251052 w 5777301"/>
                <a:gd name="connsiteY9" fmla="*/ 448267 h 837217"/>
                <a:gd name="connsiteX10" fmla="*/ 3451709 w 5777301"/>
                <a:gd name="connsiteY10" fmla="*/ 623880 h 837217"/>
                <a:gd name="connsiteX11" fmla="*/ 968901 w 5777301"/>
                <a:gd name="connsiteY11" fmla="*/ 696547 h 837217"/>
                <a:gd name="connsiteX12" fmla="*/ 0 w 5777301"/>
                <a:gd name="connsiteY12" fmla="*/ 738937 h 837217"/>
                <a:gd name="connsiteX13" fmla="*/ 0 w 5777301"/>
                <a:gd name="connsiteY13" fmla="*/ 799493 h 837217"/>
                <a:gd name="connsiteX14" fmla="*/ 4232885 w 5777301"/>
                <a:gd name="connsiteY14" fmla="*/ 781326 h 837217"/>
                <a:gd name="connsiteX15" fmla="*/ 4868726 w 5777301"/>
                <a:gd name="connsiteY15" fmla="*/ 835827 h 837217"/>
                <a:gd name="connsiteX16" fmla="*/ 5207841 w 5777301"/>
                <a:gd name="connsiteY16" fmla="*/ 817660 h 837217"/>
                <a:gd name="connsiteX17" fmla="*/ 5383454 w 5777301"/>
                <a:gd name="connsiteY17" fmla="*/ 781326 h 837217"/>
                <a:gd name="connsiteX18" fmla="*/ 5498511 w 5777301"/>
                <a:gd name="connsiteY18" fmla="*/ 702603 h 837217"/>
                <a:gd name="connsiteX19" fmla="*/ 5613568 w 5777301"/>
                <a:gd name="connsiteY19" fmla="*/ 672325 h 837217"/>
                <a:gd name="connsiteX20" fmla="*/ 5740736 w 5777301"/>
                <a:gd name="connsiteY20" fmla="*/ 508823 h 837217"/>
                <a:gd name="connsiteX21" fmla="*/ 5777070 w 5777301"/>
                <a:gd name="connsiteY21" fmla="*/ 357432 h 837217"/>
                <a:gd name="connsiteX0" fmla="*/ 6071328 w 6071559"/>
                <a:gd name="connsiteY0" fmla="*/ 357432 h 836578"/>
                <a:gd name="connsiteX1" fmla="*/ 6022883 w 6071559"/>
                <a:gd name="connsiteY1" fmla="*/ 212097 h 836578"/>
                <a:gd name="connsiteX2" fmla="*/ 5907826 w 6071559"/>
                <a:gd name="connsiteY2" fmla="*/ 133374 h 836578"/>
                <a:gd name="connsiteX3" fmla="*/ 5823047 w 6071559"/>
                <a:gd name="connsiteY3" fmla="*/ 121263 h 836578"/>
                <a:gd name="connsiteX4" fmla="*/ 5744324 w 6071559"/>
                <a:gd name="connsiteY4" fmla="*/ 48595 h 836578"/>
                <a:gd name="connsiteX5" fmla="*/ 5592934 w 6071559"/>
                <a:gd name="connsiteY5" fmla="*/ 150 h 836578"/>
                <a:gd name="connsiteX6" fmla="*/ 5380986 w 6071559"/>
                <a:gd name="connsiteY6" fmla="*/ 42539 h 836578"/>
                <a:gd name="connsiteX7" fmla="*/ 5217484 w 6071559"/>
                <a:gd name="connsiteY7" fmla="*/ 163652 h 836578"/>
                <a:gd name="connsiteX8" fmla="*/ 4957092 w 6071559"/>
                <a:gd name="connsiteY8" fmla="*/ 302931 h 836578"/>
                <a:gd name="connsiteX9" fmla="*/ 4545310 w 6071559"/>
                <a:gd name="connsiteY9" fmla="*/ 448267 h 836578"/>
                <a:gd name="connsiteX10" fmla="*/ 3745967 w 6071559"/>
                <a:gd name="connsiteY10" fmla="*/ 623880 h 836578"/>
                <a:gd name="connsiteX11" fmla="*/ 1263159 w 6071559"/>
                <a:gd name="connsiteY11" fmla="*/ 696547 h 836578"/>
                <a:gd name="connsiteX12" fmla="*/ 294258 w 6071559"/>
                <a:gd name="connsiteY12" fmla="*/ 738937 h 836578"/>
                <a:gd name="connsiteX13" fmla="*/ 294258 w 6071559"/>
                <a:gd name="connsiteY13" fmla="*/ 799493 h 836578"/>
                <a:gd name="connsiteX14" fmla="*/ 4266751 w 6071559"/>
                <a:gd name="connsiteY14" fmla="*/ 793437 h 836578"/>
                <a:gd name="connsiteX15" fmla="*/ 5162984 w 6071559"/>
                <a:gd name="connsiteY15" fmla="*/ 835827 h 836578"/>
                <a:gd name="connsiteX16" fmla="*/ 5502099 w 6071559"/>
                <a:gd name="connsiteY16" fmla="*/ 817660 h 836578"/>
                <a:gd name="connsiteX17" fmla="*/ 5677712 w 6071559"/>
                <a:gd name="connsiteY17" fmla="*/ 781326 h 836578"/>
                <a:gd name="connsiteX18" fmla="*/ 5792769 w 6071559"/>
                <a:gd name="connsiteY18" fmla="*/ 702603 h 836578"/>
                <a:gd name="connsiteX19" fmla="*/ 5907826 w 6071559"/>
                <a:gd name="connsiteY19" fmla="*/ 672325 h 836578"/>
                <a:gd name="connsiteX20" fmla="*/ 6034994 w 6071559"/>
                <a:gd name="connsiteY20" fmla="*/ 508823 h 836578"/>
                <a:gd name="connsiteX21" fmla="*/ 6071328 w 6071559"/>
                <a:gd name="connsiteY21" fmla="*/ 357432 h 836578"/>
                <a:gd name="connsiteX0" fmla="*/ 6071328 w 6071559"/>
                <a:gd name="connsiteY0" fmla="*/ 357432 h 836578"/>
                <a:gd name="connsiteX1" fmla="*/ 6022883 w 6071559"/>
                <a:gd name="connsiteY1" fmla="*/ 212097 h 836578"/>
                <a:gd name="connsiteX2" fmla="*/ 5907826 w 6071559"/>
                <a:gd name="connsiteY2" fmla="*/ 133374 h 836578"/>
                <a:gd name="connsiteX3" fmla="*/ 5823047 w 6071559"/>
                <a:gd name="connsiteY3" fmla="*/ 121263 h 836578"/>
                <a:gd name="connsiteX4" fmla="*/ 5744324 w 6071559"/>
                <a:gd name="connsiteY4" fmla="*/ 48595 h 836578"/>
                <a:gd name="connsiteX5" fmla="*/ 5592934 w 6071559"/>
                <a:gd name="connsiteY5" fmla="*/ 150 h 836578"/>
                <a:gd name="connsiteX6" fmla="*/ 5380986 w 6071559"/>
                <a:gd name="connsiteY6" fmla="*/ 42539 h 836578"/>
                <a:gd name="connsiteX7" fmla="*/ 5217484 w 6071559"/>
                <a:gd name="connsiteY7" fmla="*/ 163652 h 836578"/>
                <a:gd name="connsiteX8" fmla="*/ 4521086 w 6071559"/>
                <a:gd name="connsiteY8" fmla="*/ 315042 h 836578"/>
                <a:gd name="connsiteX9" fmla="*/ 4545310 w 6071559"/>
                <a:gd name="connsiteY9" fmla="*/ 448267 h 836578"/>
                <a:gd name="connsiteX10" fmla="*/ 3745967 w 6071559"/>
                <a:gd name="connsiteY10" fmla="*/ 623880 h 836578"/>
                <a:gd name="connsiteX11" fmla="*/ 1263159 w 6071559"/>
                <a:gd name="connsiteY11" fmla="*/ 696547 h 836578"/>
                <a:gd name="connsiteX12" fmla="*/ 294258 w 6071559"/>
                <a:gd name="connsiteY12" fmla="*/ 738937 h 836578"/>
                <a:gd name="connsiteX13" fmla="*/ 294258 w 6071559"/>
                <a:gd name="connsiteY13" fmla="*/ 799493 h 836578"/>
                <a:gd name="connsiteX14" fmla="*/ 4266751 w 6071559"/>
                <a:gd name="connsiteY14" fmla="*/ 793437 h 836578"/>
                <a:gd name="connsiteX15" fmla="*/ 5162984 w 6071559"/>
                <a:gd name="connsiteY15" fmla="*/ 835827 h 836578"/>
                <a:gd name="connsiteX16" fmla="*/ 5502099 w 6071559"/>
                <a:gd name="connsiteY16" fmla="*/ 817660 h 836578"/>
                <a:gd name="connsiteX17" fmla="*/ 5677712 w 6071559"/>
                <a:gd name="connsiteY17" fmla="*/ 781326 h 836578"/>
                <a:gd name="connsiteX18" fmla="*/ 5792769 w 6071559"/>
                <a:gd name="connsiteY18" fmla="*/ 702603 h 836578"/>
                <a:gd name="connsiteX19" fmla="*/ 5907826 w 6071559"/>
                <a:gd name="connsiteY19" fmla="*/ 672325 h 836578"/>
                <a:gd name="connsiteX20" fmla="*/ 6034994 w 6071559"/>
                <a:gd name="connsiteY20" fmla="*/ 508823 h 836578"/>
                <a:gd name="connsiteX21" fmla="*/ 6071328 w 6071559"/>
                <a:gd name="connsiteY21" fmla="*/ 357432 h 836578"/>
                <a:gd name="connsiteX0" fmla="*/ 6071328 w 6071559"/>
                <a:gd name="connsiteY0" fmla="*/ 358201 h 837347"/>
                <a:gd name="connsiteX1" fmla="*/ 6022883 w 6071559"/>
                <a:gd name="connsiteY1" fmla="*/ 212866 h 837347"/>
                <a:gd name="connsiteX2" fmla="*/ 5907826 w 6071559"/>
                <a:gd name="connsiteY2" fmla="*/ 134143 h 837347"/>
                <a:gd name="connsiteX3" fmla="*/ 5823047 w 6071559"/>
                <a:gd name="connsiteY3" fmla="*/ 122032 h 837347"/>
                <a:gd name="connsiteX4" fmla="*/ 5744324 w 6071559"/>
                <a:gd name="connsiteY4" fmla="*/ 49364 h 837347"/>
                <a:gd name="connsiteX5" fmla="*/ 5592934 w 6071559"/>
                <a:gd name="connsiteY5" fmla="*/ 919 h 837347"/>
                <a:gd name="connsiteX6" fmla="*/ 5205372 w 6071559"/>
                <a:gd name="connsiteY6" fmla="*/ 91753 h 837347"/>
                <a:gd name="connsiteX7" fmla="*/ 5217484 w 6071559"/>
                <a:gd name="connsiteY7" fmla="*/ 164421 h 837347"/>
                <a:gd name="connsiteX8" fmla="*/ 4521086 w 6071559"/>
                <a:gd name="connsiteY8" fmla="*/ 315811 h 837347"/>
                <a:gd name="connsiteX9" fmla="*/ 4545310 w 6071559"/>
                <a:gd name="connsiteY9" fmla="*/ 449036 h 837347"/>
                <a:gd name="connsiteX10" fmla="*/ 3745967 w 6071559"/>
                <a:gd name="connsiteY10" fmla="*/ 624649 h 837347"/>
                <a:gd name="connsiteX11" fmla="*/ 1263159 w 6071559"/>
                <a:gd name="connsiteY11" fmla="*/ 697316 h 837347"/>
                <a:gd name="connsiteX12" fmla="*/ 294258 w 6071559"/>
                <a:gd name="connsiteY12" fmla="*/ 739706 h 837347"/>
                <a:gd name="connsiteX13" fmla="*/ 294258 w 6071559"/>
                <a:gd name="connsiteY13" fmla="*/ 800262 h 837347"/>
                <a:gd name="connsiteX14" fmla="*/ 4266751 w 6071559"/>
                <a:gd name="connsiteY14" fmla="*/ 794206 h 837347"/>
                <a:gd name="connsiteX15" fmla="*/ 5162984 w 6071559"/>
                <a:gd name="connsiteY15" fmla="*/ 836596 h 837347"/>
                <a:gd name="connsiteX16" fmla="*/ 5502099 w 6071559"/>
                <a:gd name="connsiteY16" fmla="*/ 818429 h 837347"/>
                <a:gd name="connsiteX17" fmla="*/ 5677712 w 6071559"/>
                <a:gd name="connsiteY17" fmla="*/ 782095 h 837347"/>
                <a:gd name="connsiteX18" fmla="*/ 5792769 w 6071559"/>
                <a:gd name="connsiteY18" fmla="*/ 703372 h 837347"/>
                <a:gd name="connsiteX19" fmla="*/ 5907826 w 6071559"/>
                <a:gd name="connsiteY19" fmla="*/ 673094 h 837347"/>
                <a:gd name="connsiteX20" fmla="*/ 6034994 w 6071559"/>
                <a:gd name="connsiteY20" fmla="*/ 509592 h 837347"/>
                <a:gd name="connsiteX21" fmla="*/ 6071328 w 6071559"/>
                <a:gd name="connsiteY21" fmla="*/ 358201 h 837347"/>
                <a:gd name="connsiteX0" fmla="*/ 6071328 w 6071559"/>
                <a:gd name="connsiteY0" fmla="*/ 358201 h 837347"/>
                <a:gd name="connsiteX1" fmla="*/ 6022883 w 6071559"/>
                <a:gd name="connsiteY1" fmla="*/ 212866 h 837347"/>
                <a:gd name="connsiteX2" fmla="*/ 5907826 w 6071559"/>
                <a:gd name="connsiteY2" fmla="*/ 134143 h 837347"/>
                <a:gd name="connsiteX3" fmla="*/ 5823047 w 6071559"/>
                <a:gd name="connsiteY3" fmla="*/ 122032 h 837347"/>
                <a:gd name="connsiteX4" fmla="*/ 5744324 w 6071559"/>
                <a:gd name="connsiteY4" fmla="*/ 49364 h 837347"/>
                <a:gd name="connsiteX5" fmla="*/ 5592934 w 6071559"/>
                <a:gd name="connsiteY5" fmla="*/ 919 h 837347"/>
                <a:gd name="connsiteX6" fmla="*/ 5205372 w 6071559"/>
                <a:gd name="connsiteY6" fmla="*/ 91753 h 837347"/>
                <a:gd name="connsiteX7" fmla="*/ 4521086 w 6071559"/>
                <a:gd name="connsiteY7" fmla="*/ 315811 h 837347"/>
                <a:gd name="connsiteX8" fmla="*/ 4545310 w 6071559"/>
                <a:gd name="connsiteY8" fmla="*/ 449036 h 837347"/>
                <a:gd name="connsiteX9" fmla="*/ 3745967 w 6071559"/>
                <a:gd name="connsiteY9" fmla="*/ 624649 h 837347"/>
                <a:gd name="connsiteX10" fmla="*/ 1263159 w 6071559"/>
                <a:gd name="connsiteY10" fmla="*/ 697316 h 837347"/>
                <a:gd name="connsiteX11" fmla="*/ 294258 w 6071559"/>
                <a:gd name="connsiteY11" fmla="*/ 739706 h 837347"/>
                <a:gd name="connsiteX12" fmla="*/ 294258 w 6071559"/>
                <a:gd name="connsiteY12" fmla="*/ 800262 h 837347"/>
                <a:gd name="connsiteX13" fmla="*/ 4266751 w 6071559"/>
                <a:gd name="connsiteY13" fmla="*/ 794206 h 837347"/>
                <a:gd name="connsiteX14" fmla="*/ 5162984 w 6071559"/>
                <a:gd name="connsiteY14" fmla="*/ 836596 h 837347"/>
                <a:gd name="connsiteX15" fmla="*/ 5502099 w 6071559"/>
                <a:gd name="connsiteY15" fmla="*/ 818429 h 837347"/>
                <a:gd name="connsiteX16" fmla="*/ 5677712 w 6071559"/>
                <a:gd name="connsiteY16" fmla="*/ 782095 h 837347"/>
                <a:gd name="connsiteX17" fmla="*/ 5792769 w 6071559"/>
                <a:gd name="connsiteY17" fmla="*/ 703372 h 837347"/>
                <a:gd name="connsiteX18" fmla="*/ 5907826 w 6071559"/>
                <a:gd name="connsiteY18" fmla="*/ 673094 h 837347"/>
                <a:gd name="connsiteX19" fmla="*/ 6034994 w 6071559"/>
                <a:gd name="connsiteY19" fmla="*/ 509592 h 837347"/>
                <a:gd name="connsiteX20" fmla="*/ 6071328 w 6071559"/>
                <a:gd name="connsiteY20" fmla="*/ 358201 h 837347"/>
                <a:gd name="connsiteX0" fmla="*/ 6071328 w 6071559"/>
                <a:gd name="connsiteY0" fmla="*/ 358201 h 837347"/>
                <a:gd name="connsiteX1" fmla="*/ 6022883 w 6071559"/>
                <a:gd name="connsiteY1" fmla="*/ 212866 h 837347"/>
                <a:gd name="connsiteX2" fmla="*/ 5907826 w 6071559"/>
                <a:gd name="connsiteY2" fmla="*/ 134143 h 837347"/>
                <a:gd name="connsiteX3" fmla="*/ 5823047 w 6071559"/>
                <a:gd name="connsiteY3" fmla="*/ 122032 h 837347"/>
                <a:gd name="connsiteX4" fmla="*/ 5744324 w 6071559"/>
                <a:gd name="connsiteY4" fmla="*/ 49364 h 837347"/>
                <a:gd name="connsiteX5" fmla="*/ 5592934 w 6071559"/>
                <a:gd name="connsiteY5" fmla="*/ 919 h 837347"/>
                <a:gd name="connsiteX6" fmla="*/ 5205372 w 6071559"/>
                <a:gd name="connsiteY6" fmla="*/ 91753 h 837347"/>
                <a:gd name="connsiteX7" fmla="*/ 4521086 w 6071559"/>
                <a:gd name="connsiteY7" fmla="*/ 315811 h 837347"/>
                <a:gd name="connsiteX8" fmla="*/ 3745967 w 6071559"/>
                <a:gd name="connsiteY8" fmla="*/ 624649 h 837347"/>
                <a:gd name="connsiteX9" fmla="*/ 1263159 w 6071559"/>
                <a:gd name="connsiteY9" fmla="*/ 697316 h 837347"/>
                <a:gd name="connsiteX10" fmla="*/ 294258 w 6071559"/>
                <a:gd name="connsiteY10" fmla="*/ 739706 h 837347"/>
                <a:gd name="connsiteX11" fmla="*/ 294258 w 6071559"/>
                <a:gd name="connsiteY11" fmla="*/ 800262 h 837347"/>
                <a:gd name="connsiteX12" fmla="*/ 4266751 w 6071559"/>
                <a:gd name="connsiteY12" fmla="*/ 794206 h 837347"/>
                <a:gd name="connsiteX13" fmla="*/ 5162984 w 6071559"/>
                <a:gd name="connsiteY13" fmla="*/ 836596 h 837347"/>
                <a:gd name="connsiteX14" fmla="*/ 5502099 w 6071559"/>
                <a:gd name="connsiteY14" fmla="*/ 818429 h 837347"/>
                <a:gd name="connsiteX15" fmla="*/ 5677712 w 6071559"/>
                <a:gd name="connsiteY15" fmla="*/ 782095 h 837347"/>
                <a:gd name="connsiteX16" fmla="*/ 5792769 w 6071559"/>
                <a:gd name="connsiteY16" fmla="*/ 703372 h 837347"/>
                <a:gd name="connsiteX17" fmla="*/ 5907826 w 6071559"/>
                <a:gd name="connsiteY17" fmla="*/ 673094 h 837347"/>
                <a:gd name="connsiteX18" fmla="*/ 6034994 w 6071559"/>
                <a:gd name="connsiteY18" fmla="*/ 509592 h 837347"/>
                <a:gd name="connsiteX19" fmla="*/ 6071328 w 6071559"/>
                <a:gd name="connsiteY19" fmla="*/ 358201 h 837347"/>
                <a:gd name="connsiteX0" fmla="*/ 6071328 w 6071559"/>
                <a:gd name="connsiteY0" fmla="*/ 358201 h 837347"/>
                <a:gd name="connsiteX1" fmla="*/ 6022883 w 6071559"/>
                <a:gd name="connsiteY1" fmla="*/ 212866 h 837347"/>
                <a:gd name="connsiteX2" fmla="*/ 5907826 w 6071559"/>
                <a:gd name="connsiteY2" fmla="*/ 134143 h 837347"/>
                <a:gd name="connsiteX3" fmla="*/ 5823047 w 6071559"/>
                <a:gd name="connsiteY3" fmla="*/ 122032 h 837347"/>
                <a:gd name="connsiteX4" fmla="*/ 5744324 w 6071559"/>
                <a:gd name="connsiteY4" fmla="*/ 49364 h 837347"/>
                <a:gd name="connsiteX5" fmla="*/ 5592934 w 6071559"/>
                <a:gd name="connsiteY5" fmla="*/ 919 h 837347"/>
                <a:gd name="connsiteX6" fmla="*/ 5205372 w 6071559"/>
                <a:gd name="connsiteY6" fmla="*/ 91753 h 837347"/>
                <a:gd name="connsiteX7" fmla="*/ 4521086 w 6071559"/>
                <a:gd name="connsiteY7" fmla="*/ 315811 h 837347"/>
                <a:gd name="connsiteX8" fmla="*/ 2843679 w 6071559"/>
                <a:gd name="connsiteY8" fmla="*/ 618593 h 837347"/>
                <a:gd name="connsiteX9" fmla="*/ 1263159 w 6071559"/>
                <a:gd name="connsiteY9" fmla="*/ 697316 h 837347"/>
                <a:gd name="connsiteX10" fmla="*/ 294258 w 6071559"/>
                <a:gd name="connsiteY10" fmla="*/ 739706 h 837347"/>
                <a:gd name="connsiteX11" fmla="*/ 294258 w 6071559"/>
                <a:gd name="connsiteY11" fmla="*/ 800262 h 837347"/>
                <a:gd name="connsiteX12" fmla="*/ 4266751 w 6071559"/>
                <a:gd name="connsiteY12" fmla="*/ 794206 h 837347"/>
                <a:gd name="connsiteX13" fmla="*/ 5162984 w 6071559"/>
                <a:gd name="connsiteY13" fmla="*/ 836596 h 837347"/>
                <a:gd name="connsiteX14" fmla="*/ 5502099 w 6071559"/>
                <a:gd name="connsiteY14" fmla="*/ 818429 h 837347"/>
                <a:gd name="connsiteX15" fmla="*/ 5677712 w 6071559"/>
                <a:gd name="connsiteY15" fmla="*/ 782095 h 837347"/>
                <a:gd name="connsiteX16" fmla="*/ 5792769 w 6071559"/>
                <a:gd name="connsiteY16" fmla="*/ 703372 h 837347"/>
                <a:gd name="connsiteX17" fmla="*/ 5907826 w 6071559"/>
                <a:gd name="connsiteY17" fmla="*/ 673094 h 837347"/>
                <a:gd name="connsiteX18" fmla="*/ 6034994 w 6071559"/>
                <a:gd name="connsiteY18" fmla="*/ 509592 h 837347"/>
                <a:gd name="connsiteX19" fmla="*/ 6071328 w 6071559"/>
                <a:gd name="connsiteY19" fmla="*/ 358201 h 837347"/>
                <a:gd name="connsiteX0" fmla="*/ 6071328 w 6071559"/>
                <a:gd name="connsiteY0" fmla="*/ 358201 h 837347"/>
                <a:gd name="connsiteX1" fmla="*/ 6022883 w 6071559"/>
                <a:gd name="connsiteY1" fmla="*/ 212866 h 837347"/>
                <a:gd name="connsiteX2" fmla="*/ 5907826 w 6071559"/>
                <a:gd name="connsiteY2" fmla="*/ 134143 h 837347"/>
                <a:gd name="connsiteX3" fmla="*/ 5823047 w 6071559"/>
                <a:gd name="connsiteY3" fmla="*/ 122032 h 837347"/>
                <a:gd name="connsiteX4" fmla="*/ 5744324 w 6071559"/>
                <a:gd name="connsiteY4" fmla="*/ 49364 h 837347"/>
                <a:gd name="connsiteX5" fmla="*/ 5592934 w 6071559"/>
                <a:gd name="connsiteY5" fmla="*/ 919 h 837347"/>
                <a:gd name="connsiteX6" fmla="*/ 5205372 w 6071559"/>
                <a:gd name="connsiteY6" fmla="*/ 91753 h 837347"/>
                <a:gd name="connsiteX7" fmla="*/ 4521086 w 6071559"/>
                <a:gd name="connsiteY7" fmla="*/ 315811 h 837347"/>
                <a:gd name="connsiteX8" fmla="*/ 2843679 w 6071559"/>
                <a:gd name="connsiteY8" fmla="*/ 588315 h 837347"/>
                <a:gd name="connsiteX9" fmla="*/ 1263159 w 6071559"/>
                <a:gd name="connsiteY9" fmla="*/ 697316 h 837347"/>
                <a:gd name="connsiteX10" fmla="*/ 294258 w 6071559"/>
                <a:gd name="connsiteY10" fmla="*/ 739706 h 837347"/>
                <a:gd name="connsiteX11" fmla="*/ 294258 w 6071559"/>
                <a:gd name="connsiteY11" fmla="*/ 800262 h 837347"/>
                <a:gd name="connsiteX12" fmla="*/ 4266751 w 6071559"/>
                <a:gd name="connsiteY12" fmla="*/ 794206 h 837347"/>
                <a:gd name="connsiteX13" fmla="*/ 5162984 w 6071559"/>
                <a:gd name="connsiteY13" fmla="*/ 836596 h 837347"/>
                <a:gd name="connsiteX14" fmla="*/ 5502099 w 6071559"/>
                <a:gd name="connsiteY14" fmla="*/ 818429 h 837347"/>
                <a:gd name="connsiteX15" fmla="*/ 5677712 w 6071559"/>
                <a:gd name="connsiteY15" fmla="*/ 782095 h 837347"/>
                <a:gd name="connsiteX16" fmla="*/ 5792769 w 6071559"/>
                <a:gd name="connsiteY16" fmla="*/ 703372 h 837347"/>
                <a:gd name="connsiteX17" fmla="*/ 5907826 w 6071559"/>
                <a:gd name="connsiteY17" fmla="*/ 673094 h 837347"/>
                <a:gd name="connsiteX18" fmla="*/ 6034994 w 6071559"/>
                <a:gd name="connsiteY18" fmla="*/ 509592 h 837347"/>
                <a:gd name="connsiteX19" fmla="*/ 6071328 w 6071559"/>
                <a:gd name="connsiteY19" fmla="*/ 358201 h 837347"/>
                <a:gd name="connsiteX0" fmla="*/ 6071328 w 6071559"/>
                <a:gd name="connsiteY0" fmla="*/ 358201 h 837347"/>
                <a:gd name="connsiteX1" fmla="*/ 6022883 w 6071559"/>
                <a:gd name="connsiteY1" fmla="*/ 212866 h 837347"/>
                <a:gd name="connsiteX2" fmla="*/ 5907826 w 6071559"/>
                <a:gd name="connsiteY2" fmla="*/ 134143 h 837347"/>
                <a:gd name="connsiteX3" fmla="*/ 5823047 w 6071559"/>
                <a:gd name="connsiteY3" fmla="*/ 122032 h 837347"/>
                <a:gd name="connsiteX4" fmla="*/ 5744324 w 6071559"/>
                <a:gd name="connsiteY4" fmla="*/ 49364 h 837347"/>
                <a:gd name="connsiteX5" fmla="*/ 5592934 w 6071559"/>
                <a:gd name="connsiteY5" fmla="*/ 919 h 837347"/>
                <a:gd name="connsiteX6" fmla="*/ 5205372 w 6071559"/>
                <a:gd name="connsiteY6" fmla="*/ 91753 h 837347"/>
                <a:gd name="connsiteX7" fmla="*/ 4521086 w 6071559"/>
                <a:gd name="connsiteY7" fmla="*/ 291588 h 837347"/>
                <a:gd name="connsiteX8" fmla="*/ 2843679 w 6071559"/>
                <a:gd name="connsiteY8" fmla="*/ 588315 h 837347"/>
                <a:gd name="connsiteX9" fmla="*/ 1263159 w 6071559"/>
                <a:gd name="connsiteY9" fmla="*/ 697316 h 837347"/>
                <a:gd name="connsiteX10" fmla="*/ 294258 w 6071559"/>
                <a:gd name="connsiteY10" fmla="*/ 739706 h 837347"/>
                <a:gd name="connsiteX11" fmla="*/ 294258 w 6071559"/>
                <a:gd name="connsiteY11" fmla="*/ 800262 h 837347"/>
                <a:gd name="connsiteX12" fmla="*/ 4266751 w 6071559"/>
                <a:gd name="connsiteY12" fmla="*/ 794206 h 837347"/>
                <a:gd name="connsiteX13" fmla="*/ 5162984 w 6071559"/>
                <a:gd name="connsiteY13" fmla="*/ 836596 h 837347"/>
                <a:gd name="connsiteX14" fmla="*/ 5502099 w 6071559"/>
                <a:gd name="connsiteY14" fmla="*/ 818429 h 837347"/>
                <a:gd name="connsiteX15" fmla="*/ 5677712 w 6071559"/>
                <a:gd name="connsiteY15" fmla="*/ 782095 h 837347"/>
                <a:gd name="connsiteX16" fmla="*/ 5792769 w 6071559"/>
                <a:gd name="connsiteY16" fmla="*/ 703372 h 837347"/>
                <a:gd name="connsiteX17" fmla="*/ 5907826 w 6071559"/>
                <a:gd name="connsiteY17" fmla="*/ 673094 h 837347"/>
                <a:gd name="connsiteX18" fmla="*/ 6034994 w 6071559"/>
                <a:gd name="connsiteY18" fmla="*/ 509592 h 837347"/>
                <a:gd name="connsiteX19" fmla="*/ 6071328 w 6071559"/>
                <a:gd name="connsiteY19" fmla="*/ 358201 h 837347"/>
                <a:gd name="connsiteX0" fmla="*/ 6071328 w 6071559"/>
                <a:gd name="connsiteY0" fmla="*/ 357282 h 836428"/>
                <a:gd name="connsiteX1" fmla="*/ 6022883 w 6071559"/>
                <a:gd name="connsiteY1" fmla="*/ 211947 h 836428"/>
                <a:gd name="connsiteX2" fmla="*/ 5907826 w 6071559"/>
                <a:gd name="connsiteY2" fmla="*/ 133224 h 836428"/>
                <a:gd name="connsiteX3" fmla="*/ 5823047 w 6071559"/>
                <a:gd name="connsiteY3" fmla="*/ 121113 h 836428"/>
                <a:gd name="connsiteX4" fmla="*/ 5592934 w 6071559"/>
                <a:gd name="connsiteY4" fmla="*/ 0 h 836428"/>
                <a:gd name="connsiteX5" fmla="*/ 5205372 w 6071559"/>
                <a:gd name="connsiteY5" fmla="*/ 90834 h 836428"/>
                <a:gd name="connsiteX6" fmla="*/ 4521086 w 6071559"/>
                <a:gd name="connsiteY6" fmla="*/ 290669 h 836428"/>
                <a:gd name="connsiteX7" fmla="*/ 2843679 w 6071559"/>
                <a:gd name="connsiteY7" fmla="*/ 587396 h 836428"/>
                <a:gd name="connsiteX8" fmla="*/ 1263159 w 6071559"/>
                <a:gd name="connsiteY8" fmla="*/ 696397 h 836428"/>
                <a:gd name="connsiteX9" fmla="*/ 294258 w 6071559"/>
                <a:gd name="connsiteY9" fmla="*/ 738787 h 836428"/>
                <a:gd name="connsiteX10" fmla="*/ 294258 w 6071559"/>
                <a:gd name="connsiteY10" fmla="*/ 799343 h 836428"/>
                <a:gd name="connsiteX11" fmla="*/ 4266751 w 6071559"/>
                <a:gd name="connsiteY11" fmla="*/ 793287 h 836428"/>
                <a:gd name="connsiteX12" fmla="*/ 5162984 w 6071559"/>
                <a:gd name="connsiteY12" fmla="*/ 835677 h 836428"/>
                <a:gd name="connsiteX13" fmla="*/ 5502099 w 6071559"/>
                <a:gd name="connsiteY13" fmla="*/ 817510 h 836428"/>
                <a:gd name="connsiteX14" fmla="*/ 5677712 w 6071559"/>
                <a:gd name="connsiteY14" fmla="*/ 781176 h 836428"/>
                <a:gd name="connsiteX15" fmla="*/ 5792769 w 6071559"/>
                <a:gd name="connsiteY15" fmla="*/ 702453 h 836428"/>
                <a:gd name="connsiteX16" fmla="*/ 5907826 w 6071559"/>
                <a:gd name="connsiteY16" fmla="*/ 672175 h 836428"/>
                <a:gd name="connsiteX17" fmla="*/ 6034994 w 6071559"/>
                <a:gd name="connsiteY17" fmla="*/ 508673 h 836428"/>
                <a:gd name="connsiteX18" fmla="*/ 6071328 w 6071559"/>
                <a:gd name="connsiteY18" fmla="*/ 357282 h 836428"/>
                <a:gd name="connsiteX0" fmla="*/ 6071328 w 6071559"/>
                <a:gd name="connsiteY0" fmla="*/ 357282 h 836428"/>
                <a:gd name="connsiteX1" fmla="*/ 6022883 w 6071559"/>
                <a:gd name="connsiteY1" fmla="*/ 211947 h 836428"/>
                <a:gd name="connsiteX2" fmla="*/ 5907826 w 6071559"/>
                <a:gd name="connsiteY2" fmla="*/ 133224 h 836428"/>
                <a:gd name="connsiteX3" fmla="*/ 5592934 w 6071559"/>
                <a:gd name="connsiteY3" fmla="*/ 0 h 836428"/>
                <a:gd name="connsiteX4" fmla="*/ 5205372 w 6071559"/>
                <a:gd name="connsiteY4" fmla="*/ 90834 h 836428"/>
                <a:gd name="connsiteX5" fmla="*/ 4521086 w 6071559"/>
                <a:gd name="connsiteY5" fmla="*/ 290669 h 836428"/>
                <a:gd name="connsiteX6" fmla="*/ 2843679 w 6071559"/>
                <a:gd name="connsiteY6" fmla="*/ 587396 h 836428"/>
                <a:gd name="connsiteX7" fmla="*/ 1263159 w 6071559"/>
                <a:gd name="connsiteY7" fmla="*/ 696397 h 836428"/>
                <a:gd name="connsiteX8" fmla="*/ 294258 w 6071559"/>
                <a:gd name="connsiteY8" fmla="*/ 738787 h 836428"/>
                <a:gd name="connsiteX9" fmla="*/ 294258 w 6071559"/>
                <a:gd name="connsiteY9" fmla="*/ 799343 h 836428"/>
                <a:gd name="connsiteX10" fmla="*/ 4266751 w 6071559"/>
                <a:gd name="connsiteY10" fmla="*/ 793287 h 836428"/>
                <a:gd name="connsiteX11" fmla="*/ 5162984 w 6071559"/>
                <a:gd name="connsiteY11" fmla="*/ 835677 h 836428"/>
                <a:gd name="connsiteX12" fmla="*/ 5502099 w 6071559"/>
                <a:gd name="connsiteY12" fmla="*/ 817510 h 836428"/>
                <a:gd name="connsiteX13" fmla="*/ 5677712 w 6071559"/>
                <a:gd name="connsiteY13" fmla="*/ 781176 h 836428"/>
                <a:gd name="connsiteX14" fmla="*/ 5792769 w 6071559"/>
                <a:gd name="connsiteY14" fmla="*/ 702453 h 836428"/>
                <a:gd name="connsiteX15" fmla="*/ 5907826 w 6071559"/>
                <a:gd name="connsiteY15" fmla="*/ 672175 h 836428"/>
                <a:gd name="connsiteX16" fmla="*/ 6034994 w 6071559"/>
                <a:gd name="connsiteY16" fmla="*/ 508673 h 836428"/>
                <a:gd name="connsiteX17" fmla="*/ 6071328 w 6071559"/>
                <a:gd name="connsiteY17" fmla="*/ 357282 h 836428"/>
                <a:gd name="connsiteX0" fmla="*/ 6071328 w 6071559"/>
                <a:gd name="connsiteY0" fmla="*/ 357345 h 836491"/>
                <a:gd name="connsiteX1" fmla="*/ 6022883 w 6071559"/>
                <a:gd name="connsiteY1" fmla="*/ 212010 h 836491"/>
                <a:gd name="connsiteX2" fmla="*/ 5949422 w 6071559"/>
                <a:gd name="connsiteY2" fmla="*/ 77826 h 836491"/>
                <a:gd name="connsiteX3" fmla="*/ 5592934 w 6071559"/>
                <a:gd name="connsiteY3" fmla="*/ 63 h 836491"/>
                <a:gd name="connsiteX4" fmla="*/ 5205372 w 6071559"/>
                <a:gd name="connsiteY4" fmla="*/ 90897 h 836491"/>
                <a:gd name="connsiteX5" fmla="*/ 4521086 w 6071559"/>
                <a:gd name="connsiteY5" fmla="*/ 290732 h 836491"/>
                <a:gd name="connsiteX6" fmla="*/ 2843679 w 6071559"/>
                <a:gd name="connsiteY6" fmla="*/ 587459 h 836491"/>
                <a:gd name="connsiteX7" fmla="*/ 1263159 w 6071559"/>
                <a:gd name="connsiteY7" fmla="*/ 696460 h 836491"/>
                <a:gd name="connsiteX8" fmla="*/ 294258 w 6071559"/>
                <a:gd name="connsiteY8" fmla="*/ 738850 h 836491"/>
                <a:gd name="connsiteX9" fmla="*/ 294258 w 6071559"/>
                <a:gd name="connsiteY9" fmla="*/ 799406 h 836491"/>
                <a:gd name="connsiteX10" fmla="*/ 4266751 w 6071559"/>
                <a:gd name="connsiteY10" fmla="*/ 793350 h 836491"/>
                <a:gd name="connsiteX11" fmla="*/ 5162984 w 6071559"/>
                <a:gd name="connsiteY11" fmla="*/ 835740 h 836491"/>
                <a:gd name="connsiteX12" fmla="*/ 5502099 w 6071559"/>
                <a:gd name="connsiteY12" fmla="*/ 817573 h 836491"/>
                <a:gd name="connsiteX13" fmla="*/ 5677712 w 6071559"/>
                <a:gd name="connsiteY13" fmla="*/ 781239 h 836491"/>
                <a:gd name="connsiteX14" fmla="*/ 5792769 w 6071559"/>
                <a:gd name="connsiteY14" fmla="*/ 702516 h 836491"/>
                <a:gd name="connsiteX15" fmla="*/ 5907826 w 6071559"/>
                <a:gd name="connsiteY15" fmla="*/ 672238 h 836491"/>
                <a:gd name="connsiteX16" fmla="*/ 6034994 w 6071559"/>
                <a:gd name="connsiteY16" fmla="*/ 508736 h 836491"/>
                <a:gd name="connsiteX17" fmla="*/ 6071328 w 6071559"/>
                <a:gd name="connsiteY17" fmla="*/ 357345 h 836491"/>
                <a:gd name="connsiteX0" fmla="*/ 6071328 w 6071559"/>
                <a:gd name="connsiteY0" fmla="*/ 357345 h 836491"/>
                <a:gd name="connsiteX1" fmla="*/ 6022883 w 6071559"/>
                <a:gd name="connsiteY1" fmla="*/ 212010 h 836491"/>
                <a:gd name="connsiteX2" fmla="*/ 5949422 w 6071559"/>
                <a:gd name="connsiteY2" fmla="*/ 77826 h 836491"/>
                <a:gd name="connsiteX3" fmla="*/ 5592934 w 6071559"/>
                <a:gd name="connsiteY3" fmla="*/ 63 h 836491"/>
                <a:gd name="connsiteX4" fmla="*/ 5205372 w 6071559"/>
                <a:gd name="connsiteY4" fmla="*/ 90897 h 836491"/>
                <a:gd name="connsiteX5" fmla="*/ 4521086 w 6071559"/>
                <a:gd name="connsiteY5" fmla="*/ 290732 h 836491"/>
                <a:gd name="connsiteX6" fmla="*/ 2843679 w 6071559"/>
                <a:gd name="connsiteY6" fmla="*/ 587459 h 836491"/>
                <a:gd name="connsiteX7" fmla="*/ 1263159 w 6071559"/>
                <a:gd name="connsiteY7" fmla="*/ 696460 h 836491"/>
                <a:gd name="connsiteX8" fmla="*/ 294258 w 6071559"/>
                <a:gd name="connsiteY8" fmla="*/ 738850 h 836491"/>
                <a:gd name="connsiteX9" fmla="*/ 294258 w 6071559"/>
                <a:gd name="connsiteY9" fmla="*/ 799406 h 836491"/>
                <a:gd name="connsiteX10" fmla="*/ 4266751 w 6071559"/>
                <a:gd name="connsiteY10" fmla="*/ 793350 h 836491"/>
                <a:gd name="connsiteX11" fmla="*/ 5162984 w 6071559"/>
                <a:gd name="connsiteY11" fmla="*/ 835740 h 836491"/>
                <a:gd name="connsiteX12" fmla="*/ 5502099 w 6071559"/>
                <a:gd name="connsiteY12" fmla="*/ 817573 h 836491"/>
                <a:gd name="connsiteX13" fmla="*/ 5677712 w 6071559"/>
                <a:gd name="connsiteY13" fmla="*/ 781239 h 836491"/>
                <a:gd name="connsiteX14" fmla="*/ 5907826 w 6071559"/>
                <a:gd name="connsiteY14" fmla="*/ 672238 h 836491"/>
                <a:gd name="connsiteX15" fmla="*/ 6034994 w 6071559"/>
                <a:gd name="connsiteY15" fmla="*/ 508736 h 836491"/>
                <a:gd name="connsiteX16" fmla="*/ 6071328 w 6071559"/>
                <a:gd name="connsiteY16" fmla="*/ 357345 h 836491"/>
                <a:gd name="connsiteX0" fmla="*/ 6071328 w 6071559"/>
                <a:gd name="connsiteY0" fmla="*/ 357345 h 838951"/>
                <a:gd name="connsiteX1" fmla="*/ 6022883 w 6071559"/>
                <a:gd name="connsiteY1" fmla="*/ 212010 h 838951"/>
                <a:gd name="connsiteX2" fmla="*/ 5949422 w 6071559"/>
                <a:gd name="connsiteY2" fmla="*/ 77826 h 838951"/>
                <a:gd name="connsiteX3" fmla="*/ 5592934 w 6071559"/>
                <a:gd name="connsiteY3" fmla="*/ 63 h 838951"/>
                <a:gd name="connsiteX4" fmla="*/ 5205372 w 6071559"/>
                <a:gd name="connsiteY4" fmla="*/ 90897 h 838951"/>
                <a:gd name="connsiteX5" fmla="*/ 4521086 w 6071559"/>
                <a:gd name="connsiteY5" fmla="*/ 290732 h 838951"/>
                <a:gd name="connsiteX6" fmla="*/ 2843679 w 6071559"/>
                <a:gd name="connsiteY6" fmla="*/ 587459 h 838951"/>
                <a:gd name="connsiteX7" fmla="*/ 1263159 w 6071559"/>
                <a:gd name="connsiteY7" fmla="*/ 696460 h 838951"/>
                <a:gd name="connsiteX8" fmla="*/ 294258 w 6071559"/>
                <a:gd name="connsiteY8" fmla="*/ 738850 h 838951"/>
                <a:gd name="connsiteX9" fmla="*/ 294258 w 6071559"/>
                <a:gd name="connsiteY9" fmla="*/ 799406 h 838951"/>
                <a:gd name="connsiteX10" fmla="*/ 4266751 w 6071559"/>
                <a:gd name="connsiteY10" fmla="*/ 793350 h 838951"/>
                <a:gd name="connsiteX11" fmla="*/ 5162984 w 6071559"/>
                <a:gd name="connsiteY11" fmla="*/ 835740 h 838951"/>
                <a:gd name="connsiteX12" fmla="*/ 5502099 w 6071559"/>
                <a:gd name="connsiteY12" fmla="*/ 817573 h 838951"/>
                <a:gd name="connsiteX13" fmla="*/ 5907826 w 6071559"/>
                <a:gd name="connsiteY13" fmla="*/ 672238 h 838951"/>
                <a:gd name="connsiteX14" fmla="*/ 6034994 w 6071559"/>
                <a:gd name="connsiteY14" fmla="*/ 508736 h 838951"/>
                <a:gd name="connsiteX15" fmla="*/ 6071328 w 6071559"/>
                <a:gd name="connsiteY15" fmla="*/ 357345 h 838951"/>
                <a:gd name="connsiteX0" fmla="*/ 6071328 w 6071559"/>
                <a:gd name="connsiteY0" fmla="*/ 357345 h 837151"/>
                <a:gd name="connsiteX1" fmla="*/ 6022883 w 6071559"/>
                <a:gd name="connsiteY1" fmla="*/ 212010 h 837151"/>
                <a:gd name="connsiteX2" fmla="*/ 5949422 w 6071559"/>
                <a:gd name="connsiteY2" fmla="*/ 77826 h 837151"/>
                <a:gd name="connsiteX3" fmla="*/ 5592934 w 6071559"/>
                <a:gd name="connsiteY3" fmla="*/ 63 h 837151"/>
                <a:gd name="connsiteX4" fmla="*/ 5205372 w 6071559"/>
                <a:gd name="connsiteY4" fmla="*/ 90897 h 837151"/>
                <a:gd name="connsiteX5" fmla="*/ 4521086 w 6071559"/>
                <a:gd name="connsiteY5" fmla="*/ 290732 h 837151"/>
                <a:gd name="connsiteX6" fmla="*/ 2843679 w 6071559"/>
                <a:gd name="connsiteY6" fmla="*/ 587459 h 837151"/>
                <a:gd name="connsiteX7" fmla="*/ 1263159 w 6071559"/>
                <a:gd name="connsiteY7" fmla="*/ 696460 h 837151"/>
                <a:gd name="connsiteX8" fmla="*/ 294258 w 6071559"/>
                <a:gd name="connsiteY8" fmla="*/ 738850 h 837151"/>
                <a:gd name="connsiteX9" fmla="*/ 294258 w 6071559"/>
                <a:gd name="connsiteY9" fmla="*/ 799406 h 837151"/>
                <a:gd name="connsiteX10" fmla="*/ 4266751 w 6071559"/>
                <a:gd name="connsiteY10" fmla="*/ 793350 h 837151"/>
                <a:gd name="connsiteX11" fmla="*/ 5162984 w 6071559"/>
                <a:gd name="connsiteY11" fmla="*/ 835740 h 837151"/>
                <a:gd name="connsiteX12" fmla="*/ 5502099 w 6071559"/>
                <a:gd name="connsiteY12" fmla="*/ 817573 h 837151"/>
                <a:gd name="connsiteX13" fmla="*/ 5907827 w 6071559"/>
                <a:gd name="connsiteY13" fmla="*/ 727698 h 837151"/>
                <a:gd name="connsiteX14" fmla="*/ 6034994 w 6071559"/>
                <a:gd name="connsiteY14" fmla="*/ 508736 h 837151"/>
                <a:gd name="connsiteX15" fmla="*/ 6071328 w 6071559"/>
                <a:gd name="connsiteY15" fmla="*/ 357345 h 837151"/>
                <a:gd name="connsiteX0" fmla="*/ 6071328 w 6072144"/>
                <a:gd name="connsiteY0" fmla="*/ 357345 h 837151"/>
                <a:gd name="connsiteX1" fmla="*/ 6022883 w 6072144"/>
                <a:gd name="connsiteY1" fmla="*/ 212010 h 837151"/>
                <a:gd name="connsiteX2" fmla="*/ 5949422 w 6072144"/>
                <a:gd name="connsiteY2" fmla="*/ 77826 h 837151"/>
                <a:gd name="connsiteX3" fmla="*/ 5592934 w 6072144"/>
                <a:gd name="connsiteY3" fmla="*/ 63 h 837151"/>
                <a:gd name="connsiteX4" fmla="*/ 5205372 w 6072144"/>
                <a:gd name="connsiteY4" fmla="*/ 90897 h 837151"/>
                <a:gd name="connsiteX5" fmla="*/ 4521086 w 6072144"/>
                <a:gd name="connsiteY5" fmla="*/ 290732 h 837151"/>
                <a:gd name="connsiteX6" fmla="*/ 2843679 w 6072144"/>
                <a:gd name="connsiteY6" fmla="*/ 587459 h 837151"/>
                <a:gd name="connsiteX7" fmla="*/ 1263159 w 6072144"/>
                <a:gd name="connsiteY7" fmla="*/ 696460 h 837151"/>
                <a:gd name="connsiteX8" fmla="*/ 294258 w 6072144"/>
                <a:gd name="connsiteY8" fmla="*/ 738850 h 837151"/>
                <a:gd name="connsiteX9" fmla="*/ 294258 w 6072144"/>
                <a:gd name="connsiteY9" fmla="*/ 799406 h 837151"/>
                <a:gd name="connsiteX10" fmla="*/ 4266751 w 6072144"/>
                <a:gd name="connsiteY10" fmla="*/ 793350 h 837151"/>
                <a:gd name="connsiteX11" fmla="*/ 5162984 w 6072144"/>
                <a:gd name="connsiteY11" fmla="*/ 835740 h 837151"/>
                <a:gd name="connsiteX12" fmla="*/ 5502099 w 6072144"/>
                <a:gd name="connsiteY12" fmla="*/ 817573 h 837151"/>
                <a:gd name="connsiteX13" fmla="*/ 5907827 w 6072144"/>
                <a:gd name="connsiteY13" fmla="*/ 727698 h 837151"/>
                <a:gd name="connsiteX14" fmla="*/ 6041926 w 6072144"/>
                <a:gd name="connsiteY14" fmla="*/ 578062 h 837151"/>
                <a:gd name="connsiteX15" fmla="*/ 6071328 w 6072144"/>
                <a:gd name="connsiteY15" fmla="*/ 357345 h 837151"/>
                <a:gd name="connsiteX0" fmla="*/ 6099059 w 6099301"/>
                <a:gd name="connsiteY0" fmla="*/ 364277 h 837151"/>
                <a:gd name="connsiteX1" fmla="*/ 6022883 w 6099301"/>
                <a:gd name="connsiteY1" fmla="*/ 212010 h 837151"/>
                <a:gd name="connsiteX2" fmla="*/ 5949422 w 6099301"/>
                <a:gd name="connsiteY2" fmla="*/ 77826 h 837151"/>
                <a:gd name="connsiteX3" fmla="*/ 5592934 w 6099301"/>
                <a:gd name="connsiteY3" fmla="*/ 63 h 837151"/>
                <a:gd name="connsiteX4" fmla="*/ 5205372 w 6099301"/>
                <a:gd name="connsiteY4" fmla="*/ 90897 h 837151"/>
                <a:gd name="connsiteX5" fmla="*/ 4521086 w 6099301"/>
                <a:gd name="connsiteY5" fmla="*/ 290732 h 837151"/>
                <a:gd name="connsiteX6" fmla="*/ 2843679 w 6099301"/>
                <a:gd name="connsiteY6" fmla="*/ 587459 h 837151"/>
                <a:gd name="connsiteX7" fmla="*/ 1263159 w 6099301"/>
                <a:gd name="connsiteY7" fmla="*/ 696460 h 837151"/>
                <a:gd name="connsiteX8" fmla="*/ 294258 w 6099301"/>
                <a:gd name="connsiteY8" fmla="*/ 738850 h 837151"/>
                <a:gd name="connsiteX9" fmla="*/ 294258 w 6099301"/>
                <a:gd name="connsiteY9" fmla="*/ 799406 h 837151"/>
                <a:gd name="connsiteX10" fmla="*/ 4266751 w 6099301"/>
                <a:gd name="connsiteY10" fmla="*/ 793350 h 837151"/>
                <a:gd name="connsiteX11" fmla="*/ 5162984 w 6099301"/>
                <a:gd name="connsiteY11" fmla="*/ 835740 h 837151"/>
                <a:gd name="connsiteX12" fmla="*/ 5502099 w 6099301"/>
                <a:gd name="connsiteY12" fmla="*/ 817573 h 837151"/>
                <a:gd name="connsiteX13" fmla="*/ 5907827 w 6099301"/>
                <a:gd name="connsiteY13" fmla="*/ 727698 h 837151"/>
                <a:gd name="connsiteX14" fmla="*/ 6041926 w 6099301"/>
                <a:gd name="connsiteY14" fmla="*/ 578062 h 837151"/>
                <a:gd name="connsiteX15" fmla="*/ 6099059 w 6099301"/>
                <a:gd name="connsiteY15" fmla="*/ 364277 h 837151"/>
                <a:gd name="connsiteX0" fmla="*/ 6099059 w 6099295"/>
                <a:gd name="connsiteY0" fmla="*/ 364277 h 837151"/>
                <a:gd name="connsiteX1" fmla="*/ 6057546 w 6099295"/>
                <a:gd name="connsiteY1" fmla="*/ 184279 h 837151"/>
                <a:gd name="connsiteX2" fmla="*/ 5949422 w 6099295"/>
                <a:gd name="connsiteY2" fmla="*/ 77826 h 837151"/>
                <a:gd name="connsiteX3" fmla="*/ 5592934 w 6099295"/>
                <a:gd name="connsiteY3" fmla="*/ 63 h 837151"/>
                <a:gd name="connsiteX4" fmla="*/ 5205372 w 6099295"/>
                <a:gd name="connsiteY4" fmla="*/ 90897 h 837151"/>
                <a:gd name="connsiteX5" fmla="*/ 4521086 w 6099295"/>
                <a:gd name="connsiteY5" fmla="*/ 290732 h 837151"/>
                <a:gd name="connsiteX6" fmla="*/ 2843679 w 6099295"/>
                <a:gd name="connsiteY6" fmla="*/ 587459 h 837151"/>
                <a:gd name="connsiteX7" fmla="*/ 1263159 w 6099295"/>
                <a:gd name="connsiteY7" fmla="*/ 696460 h 837151"/>
                <a:gd name="connsiteX8" fmla="*/ 294258 w 6099295"/>
                <a:gd name="connsiteY8" fmla="*/ 738850 h 837151"/>
                <a:gd name="connsiteX9" fmla="*/ 294258 w 6099295"/>
                <a:gd name="connsiteY9" fmla="*/ 799406 h 837151"/>
                <a:gd name="connsiteX10" fmla="*/ 4266751 w 6099295"/>
                <a:gd name="connsiteY10" fmla="*/ 793350 h 837151"/>
                <a:gd name="connsiteX11" fmla="*/ 5162984 w 6099295"/>
                <a:gd name="connsiteY11" fmla="*/ 835740 h 837151"/>
                <a:gd name="connsiteX12" fmla="*/ 5502099 w 6099295"/>
                <a:gd name="connsiteY12" fmla="*/ 817573 h 837151"/>
                <a:gd name="connsiteX13" fmla="*/ 5907827 w 6099295"/>
                <a:gd name="connsiteY13" fmla="*/ 727698 h 837151"/>
                <a:gd name="connsiteX14" fmla="*/ 6041926 w 6099295"/>
                <a:gd name="connsiteY14" fmla="*/ 578062 h 837151"/>
                <a:gd name="connsiteX15" fmla="*/ 6099059 w 6099295"/>
                <a:gd name="connsiteY15" fmla="*/ 364277 h 837151"/>
                <a:gd name="connsiteX0" fmla="*/ 6099059 w 6099295"/>
                <a:gd name="connsiteY0" fmla="*/ 364277 h 836651"/>
                <a:gd name="connsiteX1" fmla="*/ 6057546 w 6099295"/>
                <a:gd name="connsiteY1" fmla="*/ 184279 h 836651"/>
                <a:gd name="connsiteX2" fmla="*/ 5949422 w 6099295"/>
                <a:gd name="connsiteY2" fmla="*/ 77826 h 836651"/>
                <a:gd name="connsiteX3" fmla="*/ 5592934 w 6099295"/>
                <a:gd name="connsiteY3" fmla="*/ 63 h 836651"/>
                <a:gd name="connsiteX4" fmla="*/ 5205372 w 6099295"/>
                <a:gd name="connsiteY4" fmla="*/ 90897 h 836651"/>
                <a:gd name="connsiteX5" fmla="*/ 4521086 w 6099295"/>
                <a:gd name="connsiteY5" fmla="*/ 290732 h 836651"/>
                <a:gd name="connsiteX6" fmla="*/ 2843679 w 6099295"/>
                <a:gd name="connsiteY6" fmla="*/ 587459 h 836651"/>
                <a:gd name="connsiteX7" fmla="*/ 1263159 w 6099295"/>
                <a:gd name="connsiteY7" fmla="*/ 696460 h 836651"/>
                <a:gd name="connsiteX8" fmla="*/ 294258 w 6099295"/>
                <a:gd name="connsiteY8" fmla="*/ 738850 h 836651"/>
                <a:gd name="connsiteX9" fmla="*/ 294258 w 6099295"/>
                <a:gd name="connsiteY9" fmla="*/ 799406 h 836651"/>
                <a:gd name="connsiteX10" fmla="*/ 4266751 w 6099295"/>
                <a:gd name="connsiteY10" fmla="*/ 793350 h 836651"/>
                <a:gd name="connsiteX11" fmla="*/ 5162984 w 6099295"/>
                <a:gd name="connsiteY11" fmla="*/ 835740 h 836651"/>
                <a:gd name="connsiteX12" fmla="*/ 5502099 w 6099295"/>
                <a:gd name="connsiteY12" fmla="*/ 817573 h 836651"/>
                <a:gd name="connsiteX13" fmla="*/ 5859298 w 6099295"/>
                <a:gd name="connsiteY13" fmla="*/ 762361 h 836651"/>
                <a:gd name="connsiteX14" fmla="*/ 6041926 w 6099295"/>
                <a:gd name="connsiteY14" fmla="*/ 578062 h 836651"/>
                <a:gd name="connsiteX15" fmla="*/ 6099059 w 6099295"/>
                <a:gd name="connsiteY15" fmla="*/ 364277 h 836651"/>
                <a:gd name="connsiteX0" fmla="*/ 6099059 w 6099295"/>
                <a:gd name="connsiteY0" fmla="*/ 364277 h 836651"/>
                <a:gd name="connsiteX1" fmla="*/ 6057546 w 6099295"/>
                <a:gd name="connsiteY1" fmla="*/ 184279 h 836651"/>
                <a:gd name="connsiteX2" fmla="*/ 5949422 w 6099295"/>
                <a:gd name="connsiteY2" fmla="*/ 77826 h 836651"/>
                <a:gd name="connsiteX3" fmla="*/ 5592934 w 6099295"/>
                <a:gd name="connsiteY3" fmla="*/ 63 h 836651"/>
                <a:gd name="connsiteX4" fmla="*/ 5205372 w 6099295"/>
                <a:gd name="connsiteY4" fmla="*/ 90897 h 836651"/>
                <a:gd name="connsiteX5" fmla="*/ 4521086 w 6099295"/>
                <a:gd name="connsiteY5" fmla="*/ 290732 h 836651"/>
                <a:gd name="connsiteX6" fmla="*/ 3218040 w 6099295"/>
                <a:gd name="connsiteY6" fmla="*/ 573594 h 836651"/>
                <a:gd name="connsiteX7" fmla="*/ 1263159 w 6099295"/>
                <a:gd name="connsiteY7" fmla="*/ 696460 h 836651"/>
                <a:gd name="connsiteX8" fmla="*/ 294258 w 6099295"/>
                <a:gd name="connsiteY8" fmla="*/ 738850 h 836651"/>
                <a:gd name="connsiteX9" fmla="*/ 294258 w 6099295"/>
                <a:gd name="connsiteY9" fmla="*/ 799406 h 836651"/>
                <a:gd name="connsiteX10" fmla="*/ 4266751 w 6099295"/>
                <a:gd name="connsiteY10" fmla="*/ 793350 h 836651"/>
                <a:gd name="connsiteX11" fmla="*/ 5162984 w 6099295"/>
                <a:gd name="connsiteY11" fmla="*/ 835740 h 836651"/>
                <a:gd name="connsiteX12" fmla="*/ 5502099 w 6099295"/>
                <a:gd name="connsiteY12" fmla="*/ 817573 h 836651"/>
                <a:gd name="connsiteX13" fmla="*/ 5859298 w 6099295"/>
                <a:gd name="connsiteY13" fmla="*/ 762361 h 836651"/>
                <a:gd name="connsiteX14" fmla="*/ 6041926 w 6099295"/>
                <a:gd name="connsiteY14" fmla="*/ 578062 h 836651"/>
                <a:gd name="connsiteX15" fmla="*/ 6099059 w 6099295"/>
                <a:gd name="connsiteY15" fmla="*/ 364277 h 836651"/>
                <a:gd name="connsiteX0" fmla="*/ 5997045 w 5997281"/>
                <a:gd name="connsiteY0" fmla="*/ 364277 h 836651"/>
                <a:gd name="connsiteX1" fmla="*/ 5955532 w 5997281"/>
                <a:gd name="connsiteY1" fmla="*/ 184279 h 836651"/>
                <a:gd name="connsiteX2" fmla="*/ 5847408 w 5997281"/>
                <a:gd name="connsiteY2" fmla="*/ 77826 h 836651"/>
                <a:gd name="connsiteX3" fmla="*/ 5490920 w 5997281"/>
                <a:gd name="connsiteY3" fmla="*/ 63 h 836651"/>
                <a:gd name="connsiteX4" fmla="*/ 5103358 w 5997281"/>
                <a:gd name="connsiteY4" fmla="*/ 90897 h 836651"/>
                <a:gd name="connsiteX5" fmla="*/ 4419072 w 5997281"/>
                <a:gd name="connsiteY5" fmla="*/ 290732 h 836651"/>
                <a:gd name="connsiteX6" fmla="*/ 3116026 w 5997281"/>
                <a:gd name="connsiteY6" fmla="*/ 573594 h 836651"/>
                <a:gd name="connsiteX7" fmla="*/ 1161145 w 5997281"/>
                <a:gd name="connsiteY7" fmla="*/ 696460 h 836651"/>
                <a:gd name="connsiteX8" fmla="*/ 580469 w 5997281"/>
                <a:gd name="connsiteY8" fmla="*/ 738850 h 836651"/>
                <a:gd name="connsiteX9" fmla="*/ 192244 w 5997281"/>
                <a:gd name="connsiteY9" fmla="*/ 799406 h 836651"/>
                <a:gd name="connsiteX10" fmla="*/ 4164737 w 5997281"/>
                <a:gd name="connsiteY10" fmla="*/ 793350 h 836651"/>
                <a:gd name="connsiteX11" fmla="*/ 5060970 w 5997281"/>
                <a:gd name="connsiteY11" fmla="*/ 835740 h 836651"/>
                <a:gd name="connsiteX12" fmla="*/ 5400085 w 5997281"/>
                <a:gd name="connsiteY12" fmla="*/ 817573 h 836651"/>
                <a:gd name="connsiteX13" fmla="*/ 5757284 w 5997281"/>
                <a:gd name="connsiteY13" fmla="*/ 762361 h 836651"/>
                <a:gd name="connsiteX14" fmla="*/ 5939912 w 5997281"/>
                <a:gd name="connsiteY14" fmla="*/ 578062 h 836651"/>
                <a:gd name="connsiteX15" fmla="*/ 5997045 w 5997281"/>
                <a:gd name="connsiteY15" fmla="*/ 364277 h 836651"/>
                <a:gd name="connsiteX0" fmla="*/ 5997045 w 5997281"/>
                <a:gd name="connsiteY0" fmla="*/ 364277 h 836651"/>
                <a:gd name="connsiteX1" fmla="*/ 5955532 w 5997281"/>
                <a:gd name="connsiteY1" fmla="*/ 184279 h 836651"/>
                <a:gd name="connsiteX2" fmla="*/ 5847408 w 5997281"/>
                <a:gd name="connsiteY2" fmla="*/ 77826 h 836651"/>
                <a:gd name="connsiteX3" fmla="*/ 5490920 w 5997281"/>
                <a:gd name="connsiteY3" fmla="*/ 63 h 836651"/>
                <a:gd name="connsiteX4" fmla="*/ 5103358 w 5997281"/>
                <a:gd name="connsiteY4" fmla="*/ 90897 h 836651"/>
                <a:gd name="connsiteX5" fmla="*/ 4419072 w 5997281"/>
                <a:gd name="connsiteY5" fmla="*/ 290732 h 836651"/>
                <a:gd name="connsiteX6" fmla="*/ 3116026 w 5997281"/>
                <a:gd name="connsiteY6" fmla="*/ 573594 h 836651"/>
                <a:gd name="connsiteX7" fmla="*/ 580469 w 5997281"/>
                <a:gd name="connsiteY7" fmla="*/ 738850 h 836651"/>
                <a:gd name="connsiteX8" fmla="*/ 192244 w 5997281"/>
                <a:gd name="connsiteY8" fmla="*/ 799406 h 836651"/>
                <a:gd name="connsiteX9" fmla="*/ 4164737 w 5997281"/>
                <a:gd name="connsiteY9" fmla="*/ 793350 h 836651"/>
                <a:gd name="connsiteX10" fmla="*/ 5060970 w 5997281"/>
                <a:gd name="connsiteY10" fmla="*/ 835740 h 836651"/>
                <a:gd name="connsiteX11" fmla="*/ 5400085 w 5997281"/>
                <a:gd name="connsiteY11" fmla="*/ 817573 h 836651"/>
                <a:gd name="connsiteX12" fmla="*/ 5757284 w 5997281"/>
                <a:gd name="connsiteY12" fmla="*/ 762361 h 836651"/>
                <a:gd name="connsiteX13" fmla="*/ 5939912 w 5997281"/>
                <a:gd name="connsiteY13" fmla="*/ 578062 h 836651"/>
                <a:gd name="connsiteX14" fmla="*/ 5997045 w 5997281"/>
                <a:gd name="connsiteY14" fmla="*/ 364277 h 836651"/>
                <a:gd name="connsiteX0" fmla="*/ 5828254 w 5828490"/>
                <a:gd name="connsiteY0" fmla="*/ 364277 h 836651"/>
                <a:gd name="connsiteX1" fmla="*/ 5786741 w 5828490"/>
                <a:gd name="connsiteY1" fmla="*/ 184279 h 836651"/>
                <a:gd name="connsiteX2" fmla="*/ 5678617 w 5828490"/>
                <a:gd name="connsiteY2" fmla="*/ 77826 h 836651"/>
                <a:gd name="connsiteX3" fmla="*/ 5322129 w 5828490"/>
                <a:gd name="connsiteY3" fmla="*/ 63 h 836651"/>
                <a:gd name="connsiteX4" fmla="*/ 4934567 w 5828490"/>
                <a:gd name="connsiteY4" fmla="*/ 90897 h 836651"/>
                <a:gd name="connsiteX5" fmla="*/ 4250281 w 5828490"/>
                <a:gd name="connsiteY5" fmla="*/ 290732 h 836651"/>
                <a:gd name="connsiteX6" fmla="*/ 2947235 w 5828490"/>
                <a:gd name="connsiteY6" fmla="*/ 573594 h 836651"/>
                <a:gd name="connsiteX7" fmla="*/ 2248817 w 5828490"/>
                <a:gd name="connsiteY7" fmla="*/ 718053 h 836651"/>
                <a:gd name="connsiteX8" fmla="*/ 23453 w 5828490"/>
                <a:gd name="connsiteY8" fmla="*/ 799406 h 836651"/>
                <a:gd name="connsiteX9" fmla="*/ 3995946 w 5828490"/>
                <a:gd name="connsiteY9" fmla="*/ 793350 h 836651"/>
                <a:gd name="connsiteX10" fmla="*/ 4892179 w 5828490"/>
                <a:gd name="connsiteY10" fmla="*/ 835740 h 836651"/>
                <a:gd name="connsiteX11" fmla="*/ 5231294 w 5828490"/>
                <a:gd name="connsiteY11" fmla="*/ 817573 h 836651"/>
                <a:gd name="connsiteX12" fmla="*/ 5588493 w 5828490"/>
                <a:gd name="connsiteY12" fmla="*/ 762361 h 836651"/>
                <a:gd name="connsiteX13" fmla="*/ 5771121 w 5828490"/>
                <a:gd name="connsiteY13" fmla="*/ 578062 h 836651"/>
                <a:gd name="connsiteX14" fmla="*/ 5828254 w 5828490"/>
                <a:gd name="connsiteY14" fmla="*/ 364277 h 836651"/>
                <a:gd name="connsiteX0" fmla="*/ 3813466 w 3813702"/>
                <a:gd name="connsiteY0" fmla="*/ 364277 h 836651"/>
                <a:gd name="connsiteX1" fmla="*/ 3771953 w 3813702"/>
                <a:gd name="connsiteY1" fmla="*/ 184279 h 836651"/>
                <a:gd name="connsiteX2" fmla="*/ 3663829 w 3813702"/>
                <a:gd name="connsiteY2" fmla="*/ 77826 h 836651"/>
                <a:gd name="connsiteX3" fmla="*/ 3307341 w 3813702"/>
                <a:gd name="connsiteY3" fmla="*/ 63 h 836651"/>
                <a:gd name="connsiteX4" fmla="*/ 2919779 w 3813702"/>
                <a:gd name="connsiteY4" fmla="*/ 90897 h 836651"/>
                <a:gd name="connsiteX5" fmla="*/ 2235493 w 3813702"/>
                <a:gd name="connsiteY5" fmla="*/ 290732 h 836651"/>
                <a:gd name="connsiteX6" fmla="*/ 932447 w 3813702"/>
                <a:gd name="connsiteY6" fmla="*/ 573594 h 836651"/>
                <a:gd name="connsiteX7" fmla="*/ 234029 w 3813702"/>
                <a:gd name="connsiteY7" fmla="*/ 718053 h 836651"/>
                <a:gd name="connsiteX8" fmla="*/ 102312 w 3813702"/>
                <a:gd name="connsiteY8" fmla="*/ 792475 h 836651"/>
                <a:gd name="connsiteX9" fmla="*/ 1981158 w 3813702"/>
                <a:gd name="connsiteY9" fmla="*/ 793350 h 836651"/>
                <a:gd name="connsiteX10" fmla="*/ 2877391 w 3813702"/>
                <a:gd name="connsiteY10" fmla="*/ 835740 h 836651"/>
                <a:gd name="connsiteX11" fmla="*/ 3216506 w 3813702"/>
                <a:gd name="connsiteY11" fmla="*/ 817573 h 836651"/>
                <a:gd name="connsiteX12" fmla="*/ 3573705 w 3813702"/>
                <a:gd name="connsiteY12" fmla="*/ 762361 h 836651"/>
                <a:gd name="connsiteX13" fmla="*/ 3756333 w 3813702"/>
                <a:gd name="connsiteY13" fmla="*/ 578062 h 836651"/>
                <a:gd name="connsiteX14" fmla="*/ 3813466 w 3813702"/>
                <a:gd name="connsiteY14" fmla="*/ 364277 h 836651"/>
                <a:gd name="connsiteX0" fmla="*/ 3711155 w 3711391"/>
                <a:gd name="connsiteY0" fmla="*/ 364277 h 836651"/>
                <a:gd name="connsiteX1" fmla="*/ 3669642 w 3711391"/>
                <a:gd name="connsiteY1" fmla="*/ 184279 h 836651"/>
                <a:gd name="connsiteX2" fmla="*/ 3561518 w 3711391"/>
                <a:gd name="connsiteY2" fmla="*/ 77826 h 836651"/>
                <a:gd name="connsiteX3" fmla="*/ 3205030 w 3711391"/>
                <a:gd name="connsiteY3" fmla="*/ 63 h 836651"/>
                <a:gd name="connsiteX4" fmla="*/ 2817468 w 3711391"/>
                <a:gd name="connsiteY4" fmla="*/ 90897 h 836651"/>
                <a:gd name="connsiteX5" fmla="*/ 2133182 w 3711391"/>
                <a:gd name="connsiteY5" fmla="*/ 290732 h 836651"/>
                <a:gd name="connsiteX6" fmla="*/ 830136 w 3711391"/>
                <a:gd name="connsiteY6" fmla="*/ 573594 h 836651"/>
                <a:gd name="connsiteX7" fmla="*/ 131718 w 3711391"/>
                <a:gd name="connsiteY7" fmla="*/ 718053 h 836651"/>
                <a:gd name="connsiteX8" fmla="*/ 1 w 3711391"/>
                <a:gd name="connsiteY8" fmla="*/ 792475 h 836651"/>
                <a:gd name="connsiteX9" fmla="*/ 1878847 w 3711391"/>
                <a:gd name="connsiteY9" fmla="*/ 793350 h 836651"/>
                <a:gd name="connsiteX10" fmla="*/ 2775080 w 3711391"/>
                <a:gd name="connsiteY10" fmla="*/ 835740 h 836651"/>
                <a:gd name="connsiteX11" fmla="*/ 3114195 w 3711391"/>
                <a:gd name="connsiteY11" fmla="*/ 817573 h 836651"/>
                <a:gd name="connsiteX12" fmla="*/ 3471394 w 3711391"/>
                <a:gd name="connsiteY12" fmla="*/ 762361 h 836651"/>
                <a:gd name="connsiteX13" fmla="*/ 3654022 w 3711391"/>
                <a:gd name="connsiteY13" fmla="*/ 578062 h 836651"/>
                <a:gd name="connsiteX14" fmla="*/ 3711155 w 3711391"/>
                <a:gd name="connsiteY14" fmla="*/ 364277 h 836651"/>
                <a:gd name="connsiteX0" fmla="*/ 3870604 w 3870840"/>
                <a:gd name="connsiteY0" fmla="*/ 364277 h 836651"/>
                <a:gd name="connsiteX1" fmla="*/ 3829091 w 3870840"/>
                <a:gd name="connsiteY1" fmla="*/ 184279 h 836651"/>
                <a:gd name="connsiteX2" fmla="*/ 3720967 w 3870840"/>
                <a:gd name="connsiteY2" fmla="*/ 77826 h 836651"/>
                <a:gd name="connsiteX3" fmla="*/ 3364479 w 3870840"/>
                <a:gd name="connsiteY3" fmla="*/ 63 h 836651"/>
                <a:gd name="connsiteX4" fmla="*/ 2976917 w 3870840"/>
                <a:gd name="connsiteY4" fmla="*/ 90897 h 836651"/>
                <a:gd name="connsiteX5" fmla="*/ 2292631 w 3870840"/>
                <a:gd name="connsiteY5" fmla="*/ 290732 h 836651"/>
                <a:gd name="connsiteX6" fmla="*/ 989585 w 3870840"/>
                <a:gd name="connsiteY6" fmla="*/ 573594 h 836651"/>
                <a:gd name="connsiteX7" fmla="*/ 291167 w 3870840"/>
                <a:gd name="connsiteY7" fmla="*/ 718053 h 836651"/>
                <a:gd name="connsiteX8" fmla="*/ 0 w 3870840"/>
                <a:gd name="connsiteY8" fmla="*/ 799407 h 836651"/>
                <a:gd name="connsiteX9" fmla="*/ 2038296 w 3870840"/>
                <a:gd name="connsiteY9" fmla="*/ 793350 h 836651"/>
                <a:gd name="connsiteX10" fmla="*/ 2934529 w 3870840"/>
                <a:gd name="connsiteY10" fmla="*/ 835740 h 836651"/>
                <a:gd name="connsiteX11" fmla="*/ 3273644 w 3870840"/>
                <a:gd name="connsiteY11" fmla="*/ 817573 h 836651"/>
                <a:gd name="connsiteX12" fmla="*/ 3630843 w 3870840"/>
                <a:gd name="connsiteY12" fmla="*/ 762361 h 836651"/>
                <a:gd name="connsiteX13" fmla="*/ 3813471 w 3870840"/>
                <a:gd name="connsiteY13" fmla="*/ 578062 h 836651"/>
                <a:gd name="connsiteX14" fmla="*/ 3870604 w 3870840"/>
                <a:gd name="connsiteY14" fmla="*/ 364277 h 836651"/>
                <a:gd name="connsiteX0" fmla="*/ 3870604 w 3870840"/>
                <a:gd name="connsiteY0" fmla="*/ 364277 h 836651"/>
                <a:gd name="connsiteX1" fmla="*/ 3829091 w 3870840"/>
                <a:gd name="connsiteY1" fmla="*/ 184279 h 836651"/>
                <a:gd name="connsiteX2" fmla="*/ 3720967 w 3870840"/>
                <a:gd name="connsiteY2" fmla="*/ 77826 h 836651"/>
                <a:gd name="connsiteX3" fmla="*/ 3364479 w 3870840"/>
                <a:gd name="connsiteY3" fmla="*/ 63 h 836651"/>
                <a:gd name="connsiteX4" fmla="*/ 2976917 w 3870840"/>
                <a:gd name="connsiteY4" fmla="*/ 90897 h 836651"/>
                <a:gd name="connsiteX5" fmla="*/ 2292631 w 3870840"/>
                <a:gd name="connsiteY5" fmla="*/ 290732 h 836651"/>
                <a:gd name="connsiteX6" fmla="*/ 1287687 w 3870840"/>
                <a:gd name="connsiteY6" fmla="*/ 476537 h 836651"/>
                <a:gd name="connsiteX7" fmla="*/ 291167 w 3870840"/>
                <a:gd name="connsiteY7" fmla="*/ 718053 h 836651"/>
                <a:gd name="connsiteX8" fmla="*/ 0 w 3870840"/>
                <a:gd name="connsiteY8" fmla="*/ 799407 h 836651"/>
                <a:gd name="connsiteX9" fmla="*/ 2038296 w 3870840"/>
                <a:gd name="connsiteY9" fmla="*/ 793350 h 836651"/>
                <a:gd name="connsiteX10" fmla="*/ 2934529 w 3870840"/>
                <a:gd name="connsiteY10" fmla="*/ 835740 h 836651"/>
                <a:gd name="connsiteX11" fmla="*/ 3273644 w 3870840"/>
                <a:gd name="connsiteY11" fmla="*/ 817573 h 836651"/>
                <a:gd name="connsiteX12" fmla="*/ 3630843 w 3870840"/>
                <a:gd name="connsiteY12" fmla="*/ 762361 h 836651"/>
                <a:gd name="connsiteX13" fmla="*/ 3813471 w 3870840"/>
                <a:gd name="connsiteY13" fmla="*/ 578062 h 836651"/>
                <a:gd name="connsiteX14" fmla="*/ 3870604 w 3870840"/>
                <a:gd name="connsiteY14" fmla="*/ 364277 h 836651"/>
                <a:gd name="connsiteX0" fmla="*/ 3870604 w 3870840"/>
                <a:gd name="connsiteY0" fmla="*/ 364277 h 836651"/>
                <a:gd name="connsiteX1" fmla="*/ 3829091 w 3870840"/>
                <a:gd name="connsiteY1" fmla="*/ 184279 h 836651"/>
                <a:gd name="connsiteX2" fmla="*/ 3720967 w 3870840"/>
                <a:gd name="connsiteY2" fmla="*/ 77826 h 836651"/>
                <a:gd name="connsiteX3" fmla="*/ 3364479 w 3870840"/>
                <a:gd name="connsiteY3" fmla="*/ 63 h 836651"/>
                <a:gd name="connsiteX4" fmla="*/ 2976917 w 3870840"/>
                <a:gd name="connsiteY4" fmla="*/ 90897 h 836651"/>
                <a:gd name="connsiteX5" fmla="*/ 2361957 w 3870840"/>
                <a:gd name="connsiteY5" fmla="*/ 235271 h 836651"/>
                <a:gd name="connsiteX6" fmla="*/ 1287687 w 3870840"/>
                <a:gd name="connsiteY6" fmla="*/ 476537 h 836651"/>
                <a:gd name="connsiteX7" fmla="*/ 291167 w 3870840"/>
                <a:gd name="connsiteY7" fmla="*/ 718053 h 836651"/>
                <a:gd name="connsiteX8" fmla="*/ 0 w 3870840"/>
                <a:gd name="connsiteY8" fmla="*/ 799407 h 836651"/>
                <a:gd name="connsiteX9" fmla="*/ 2038296 w 3870840"/>
                <a:gd name="connsiteY9" fmla="*/ 793350 h 836651"/>
                <a:gd name="connsiteX10" fmla="*/ 2934529 w 3870840"/>
                <a:gd name="connsiteY10" fmla="*/ 835740 h 836651"/>
                <a:gd name="connsiteX11" fmla="*/ 3273644 w 3870840"/>
                <a:gd name="connsiteY11" fmla="*/ 817573 h 836651"/>
                <a:gd name="connsiteX12" fmla="*/ 3630843 w 3870840"/>
                <a:gd name="connsiteY12" fmla="*/ 762361 h 836651"/>
                <a:gd name="connsiteX13" fmla="*/ 3813471 w 3870840"/>
                <a:gd name="connsiteY13" fmla="*/ 578062 h 836651"/>
                <a:gd name="connsiteX14" fmla="*/ 3870604 w 3870840"/>
                <a:gd name="connsiteY14" fmla="*/ 364277 h 836651"/>
                <a:gd name="connsiteX0" fmla="*/ 3870604 w 3870840"/>
                <a:gd name="connsiteY0" fmla="*/ 364277 h 836651"/>
                <a:gd name="connsiteX1" fmla="*/ 3829091 w 3870840"/>
                <a:gd name="connsiteY1" fmla="*/ 184279 h 836651"/>
                <a:gd name="connsiteX2" fmla="*/ 3720967 w 3870840"/>
                <a:gd name="connsiteY2" fmla="*/ 77826 h 836651"/>
                <a:gd name="connsiteX3" fmla="*/ 3364479 w 3870840"/>
                <a:gd name="connsiteY3" fmla="*/ 63 h 836651"/>
                <a:gd name="connsiteX4" fmla="*/ 2976917 w 3870840"/>
                <a:gd name="connsiteY4" fmla="*/ 90897 h 836651"/>
                <a:gd name="connsiteX5" fmla="*/ 2313429 w 3870840"/>
                <a:gd name="connsiteY5" fmla="*/ 186742 h 836651"/>
                <a:gd name="connsiteX6" fmla="*/ 1287687 w 3870840"/>
                <a:gd name="connsiteY6" fmla="*/ 476537 h 836651"/>
                <a:gd name="connsiteX7" fmla="*/ 291167 w 3870840"/>
                <a:gd name="connsiteY7" fmla="*/ 718053 h 836651"/>
                <a:gd name="connsiteX8" fmla="*/ 0 w 3870840"/>
                <a:gd name="connsiteY8" fmla="*/ 799407 h 836651"/>
                <a:gd name="connsiteX9" fmla="*/ 2038296 w 3870840"/>
                <a:gd name="connsiteY9" fmla="*/ 793350 h 836651"/>
                <a:gd name="connsiteX10" fmla="*/ 2934529 w 3870840"/>
                <a:gd name="connsiteY10" fmla="*/ 835740 h 836651"/>
                <a:gd name="connsiteX11" fmla="*/ 3273644 w 3870840"/>
                <a:gd name="connsiteY11" fmla="*/ 817573 h 836651"/>
                <a:gd name="connsiteX12" fmla="*/ 3630843 w 3870840"/>
                <a:gd name="connsiteY12" fmla="*/ 762361 h 836651"/>
                <a:gd name="connsiteX13" fmla="*/ 3813471 w 3870840"/>
                <a:gd name="connsiteY13" fmla="*/ 578062 h 836651"/>
                <a:gd name="connsiteX14" fmla="*/ 3870604 w 3870840"/>
                <a:gd name="connsiteY14" fmla="*/ 364277 h 836651"/>
                <a:gd name="connsiteX0" fmla="*/ 3870604 w 3870840"/>
                <a:gd name="connsiteY0" fmla="*/ 364277 h 836651"/>
                <a:gd name="connsiteX1" fmla="*/ 3829091 w 3870840"/>
                <a:gd name="connsiteY1" fmla="*/ 184279 h 836651"/>
                <a:gd name="connsiteX2" fmla="*/ 3720967 w 3870840"/>
                <a:gd name="connsiteY2" fmla="*/ 77826 h 836651"/>
                <a:gd name="connsiteX3" fmla="*/ 3364479 w 3870840"/>
                <a:gd name="connsiteY3" fmla="*/ 63 h 836651"/>
                <a:gd name="connsiteX4" fmla="*/ 2976917 w 3870840"/>
                <a:gd name="connsiteY4" fmla="*/ 90897 h 836651"/>
                <a:gd name="connsiteX5" fmla="*/ 1287687 w 3870840"/>
                <a:gd name="connsiteY5" fmla="*/ 476537 h 836651"/>
                <a:gd name="connsiteX6" fmla="*/ 291167 w 3870840"/>
                <a:gd name="connsiteY6" fmla="*/ 718053 h 836651"/>
                <a:gd name="connsiteX7" fmla="*/ 0 w 3870840"/>
                <a:gd name="connsiteY7" fmla="*/ 799407 h 836651"/>
                <a:gd name="connsiteX8" fmla="*/ 2038296 w 3870840"/>
                <a:gd name="connsiteY8" fmla="*/ 793350 h 836651"/>
                <a:gd name="connsiteX9" fmla="*/ 2934529 w 3870840"/>
                <a:gd name="connsiteY9" fmla="*/ 835740 h 836651"/>
                <a:gd name="connsiteX10" fmla="*/ 3273644 w 3870840"/>
                <a:gd name="connsiteY10" fmla="*/ 817573 h 836651"/>
                <a:gd name="connsiteX11" fmla="*/ 3630843 w 3870840"/>
                <a:gd name="connsiteY11" fmla="*/ 762361 h 836651"/>
                <a:gd name="connsiteX12" fmla="*/ 3813471 w 3870840"/>
                <a:gd name="connsiteY12" fmla="*/ 578062 h 836651"/>
                <a:gd name="connsiteX13" fmla="*/ 3870604 w 3870840"/>
                <a:gd name="connsiteY13" fmla="*/ 364277 h 836651"/>
                <a:gd name="connsiteX0" fmla="*/ 3870604 w 3870840"/>
                <a:gd name="connsiteY0" fmla="*/ 350435 h 822809"/>
                <a:gd name="connsiteX1" fmla="*/ 3829091 w 3870840"/>
                <a:gd name="connsiteY1" fmla="*/ 170437 h 822809"/>
                <a:gd name="connsiteX2" fmla="*/ 3720967 w 3870840"/>
                <a:gd name="connsiteY2" fmla="*/ 63984 h 822809"/>
                <a:gd name="connsiteX3" fmla="*/ 3378345 w 3870840"/>
                <a:gd name="connsiteY3" fmla="*/ 86 h 822809"/>
                <a:gd name="connsiteX4" fmla="*/ 2976917 w 3870840"/>
                <a:gd name="connsiteY4" fmla="*/ 77055 h 822809"/>
                <a:gd name="connsiteX5" fmla="*/ 1287687 w 3870840"/>
                <a:gd name="connsiteY5" fmla="*/ 462695 h 822809"/>
                <a:gd name="connsiteX6" fmla="*/ 291167 w 3870840"/>
                <a:gd name="connsiteY6" fmla="*/ 704211 h 822809"/>
                <a:gd name="connsiteX7" fmla="*/ 0 w 3870840"/>
                <a:gd name="connsiteY7" fmla="*/ 785565 h 822809"/>
                <a:gd name="connsiteX8" fmla="*/ 2038296 w 3870840"/>
                <a:gd name="connsiteY8" fmla="*/ 779508 h 822809"/>
                <a:gd name="connsiteX9" fmla="*/ 2934529 w 3870840"/>
                <a:gd name="connsiteY9" fmla="*/ 821898 h 822809"/>
                <a:gd name="connsiteX10" fmla="*/ 3273644 w 3870840"/>
                <a:gd name="connsiteY10" fmla="*/ 803731 h 822809"/>
                <a:gd name="connsiteX11" fmla="*/ 3630843 w 3870840"/>
                <a:gd name="connsiteY11" fmla="*/ 748519 h 822809"/>
                <a:gd name="connsiteX12" fmla="*/ 3813471 w 3870840"/>
                <a:gd name="connsiteY12" fmla="*/ 564220 h 822809"/>
                <a:gd name="connsiteX13" fmla="*/ 3870604 w 3870840"/>
                <a:gd name="connsiteY13" fmla="*/ 350435 h 822809"/>
                <a:gd name="connsiteX0" fmla="*/ 3870604 w 3870840"/>
                <a:gd name="connsiteY0" fmla="*/ 350435 h 822809"/>
                <a:gd name="connsiteX1" fmla="*/ 3829091 w 3870840"/>
                <a:gd name="connsiteY1" fmla="*/ 170437 h 822809"/>
                <a:gd name="connsiteX2" fmla="*/ 3720967 w 3870840"/>
                <a:gd name="connsiteY2" fmla="*/ 63984 h 822809"/>
                <a:gd name="connsiteX3" fmla="*/ 3378345 w 3870840"/>
                <a:gd name="connsiteY3" fmla="*/ 86 h 822809"/>
                <a:gd name="connsiteX4" fmla="*/ 2976917 w 3870840"/>
                <a:gd name="connsiteY4" fmla="*/ 77055 h 822809"/>
                <a:gd name="connsiteX5" fmla="*/ 1287687 w 3870840"/>
                <a:gd name="connsiteY5" fmla="*/ 462695 h 822809"/>
                <a:gd name="connsiteX6" fmla="*/ 291167 w 3870840"/>
                <a:gd name="connsiteY6" fmla="*/ 704211 h 822809"/>
                <a:gd name="connsiteX7" fmla="*/ 0 w 3870840"/>
                <a:gd name="connsiteY7" fmla="*/ 785565 h 822809"/>
                <a:gd name="connsiteX8" fmla="*/ 2038296 w 3870840"/>
                <a:gd name="connsiteY8" fmla="*/ 779508 h 822809"/>
                <a:gd name="connsiteX9" fmla="*/ 2934529 w 3870840"/>
                <a:gd name="connsiteY9" fmla="*/ 821898 h 822809"/>
                <a:gd name="connsiteX10" fmla="*/ 3273644 w 3870840"/>
                <a:gd name="connsiteY10" fmla="*/ 803731 h 822809"/>
                <a:gd name="connsiteX11" fmla="*/ 3630843 w 3870840"/>
                <a:gd name="connsiteY11" fmla="*/ 748519 h 822809"/>
                <a:gd name="connsiteX12" fmla="*/ 3813471 w 3870840"/>
                <a:gd name="connsiteY12" fmla="*/ 564220 h 822809"/>
                <a:gd name="connsiteX13" fmla="*/ 3870604 w 3870840"/>
                <a:gd name="connsiteY13" fmla="*/ 350435 h 822809"/>
                <a:gd name="connsiteX0" fmla="*/ 3870604 w 3870840"/>
                <a:gd name="connsiteY0" fmla="*/ 357360 h 829734"/>
                <a:gd name="connsiteX1" fmla="*/ 3829091 w 3870840"/>
                <a:gd name="connsiteY1" fmla="*/ 177362 h 829734"/>
                <a:gd name="connsiteX2" fmla="*/ 3720967 w 3870840"/>
                <a:gd name="connsiteY2" fmla="*/ 70909 h 829734"/>
                <a:gd name="connsiteX3" fmla="*/ 3447671 w 3870840"/>
                <a:gd name="connsiteY3" fmla="*/ 78 h 829734"/>
                <a:gd name="connsiteX4" fmla="*/ 2976917 w 3870840"/>
                <a:gd name="connsiteY4" fmla="*/ 83980 h 829734"/>
                <a:gd name="connsiteX5" fmla="*/ 1287687 w 3870840"/>
                <a:gd name="connsiteY5" fmla="*/ 469620 h 829734"/>
                <a:gd name="connsiteX6" fmla="*/ 291167 w 3870840"/>
                <a:gd name="connsiteY6" fmla="*/ 711136 h 829734"/>
                <a:gd name="connsiteX7" fmla="*/ 0 w 3870840"/>
                <a:gd name="connsiteY7" fmla="*/ 792490 h 829734"/>
                <a:gd name="connsiteX8" fmla="*/ 2038296 w 3870840"/>
                <a:gd name="connsiteY8" fmla="*/ 786433 h 829734"/>
                <a:gd name="connsiteX9" fmla="*/ 2934529 w 3870840"/>
                <a:gd name="connsiteY9" fmla="*/ 828823 h 829734"/>
                <a:gd name="connsiteX10" fmla="*/ 3273644 w 3870840"/>
                <a:gd name="connsiteY10" fmla="*/ 810656 h 829734"/>
                <a:gd name="connsiteX11" fmla="*/ 3630843 w 3870840"/>
                <a:gd name="connsiteY11" fmla="*/ 755444 h 829734"/>
                <a:gd name="connsiteX12" fmla="*/ 3813471 w 3870840"/>
                <a:gd name="connsiteY12" fmla="*/ 571145 h 829734"/>
                <a:gd name="connsiteX13" fmla="*/ 3870604 w 3870840"/>
                <a:gd name="connsiteY13" fmla="*/ 357360 h 829734"/>
                <a:gd name="connsiteX0" fmla="*/ 3870604 w 3870840"/>
                <a:gd name="connsiteY0" fmla="*/ 357360 h 811324"/>
                <a:gd name="connsiteX1" fmla="*/ 3829091 w 3870840"/>
                <a:gd name="connsiteY1" fmla="*/ 177362 h 811324"/>
                <a:gd name="connsiteX2" fmla="*/ 3720967 w 3870840"/>
                <a:gd name="connsiteY2" fmla="*/ 70909 h 811324"/>
                <a:gd name="connsiteX3" fmla="*/ 3447671 w 3870840"/>
                <a:gd name="connsiteY3" fmla="*/ 78 h 811324"/>
                <a:gd name="connsiteX4" fmla="*/ 2976917 w 3870840"/>
                <a:gd name="connsiteY4" fmla="*/ 83980 h 811324"/>
                <a:gd name="connsiteX5" fmla="*/ 1287687 w 3870840"/>
                <a:gd name="connsiteY5" fmla="*/ 469620 h 811324"/>
                <a:gd name="connsiteX6" fmla="*/ 291167 w 3870840"/>
                <a:gd name="connsiteY6" fmla="*/ 711136 h 811324"/>
                <a:gd name="connsiteX7" fmla="*/ 0 w 3870840"/>
                <a:gd name="connsiteY7" fmla="*/ 792490 h 811324"/>
                <a:gd name="connsiteX8" fmla="*/ 2038296 w 3870840"/>
                <a:gd name="connsiteY8" fmla="*/ 786433 h 811324"/>
                <a:gd name="connsiteX9" fmla="*/ 3273644 w 3870840"/>
                <a:gd name="connsiteY9" fmla="*/ 810656 h 811324"/>
                <a:gd name="connsiteX10" fmla="*/ 3630843 w 3870840"/>
                <a:gd name="connsiteY10" fmla="*/ 755444 h 811324"/>
                <a:gd name="connsiteX11" fmla="*/ 3813471 w 3870840"/>
                <a:gd name="connsiteY11" fmla="*/ 571145 h 811324"/>
                <a:gd name="connsiteX12" fmla="*/ 3870604 w 3870840"/>
                <a:gd name="connsiteY12" fmla="*/ 357360 h 811324"/>
                <a:gd name="connsiteX0" fmla="*/ 3870604 w 3870840"/>
                <a:gd name="connsiteY0" fmla="*/ 357360 h 811324"/>
                <a:gd name="connsiteX1" fmla="*/ 3829091 w 3870840"/>
                <a:gd name="connsiteY1" fmla="*/ 177362 h 811324"/>
                <a:gd name="connsiteX2" fmla="*/ 3720967 w 3870840"/>
                <a:gd name="connsiteY2" fmla="*/ 70909 h 811324"/>
                <a:gd name="connsiteX3" fmla="*/ 3447671 w 3870840"/>
                <a:gd name="connsiteY3" fmla="*/ 78 h 811324"/>
                <a:gd name="connsiteX4" fmla="*/ 2976917 w 3870840"/>
                <a:gd name="connsiteY4" fmla="*/ 83980 h 811324"/>
                <a:gd name="connsiteX5" fmla="*/ 1273822 w 3870840"/>
                <a:gd name="connsiteY5" fmla="*/ 532013 h 811324"/>
                <a:gd name="connsiteX6" fmla="*/ 291167 w 3870840"/>
                <a:gd name="connsiteY6" fmla="*/ 711136 h 811324"/>
                <a:gd name="connsiteX7" fmla="*/ 0 w 3870840"/>
                <a:gd name="connsiteY7" fmla="*/ 792490 h 811324"/>
                <a:gd name="connsiteX8" fmla="*/ 2038296 w 3870840"/>
                <a:gd name="connsiteY8" fmla="*/ 786433 h 811324"/>
                <a:gd name="connsiteX9" fmla="*/ 3273644 w 3870840"/>
                <a:gd name="connsiteY9" fmla="*/ 810656 h 811324"/>
                <a:gd name="connsiteX10" fmla="*/ 3630843 w 3870840"/>
                <a:gd name="connsiteY10" fmla="*/ 755444 h 811324"/>
                <a:gd name="connsiteX11" fmla="*/ 3813471 w 3870840"/>
                <a:gd name="connsiteY11" fmla="*/ 571145 h 811324"/>
                <a:gd name="connsiteX12" fmla="*/ 3870604 w 3870840"/>
                <a:gd name="connsiteY12" fmla="*/ 357360 h 811324"/>
                <a:gd name="connsiteX0" fmla="*/ 3870604 w 3870840"/>
                <a:gd name="connsiteY0" fmla="*/ 357360 h 811324"/>
                <a:gd name="connsiteX1" fmla="*/ 3829091 w 3870840"/>
                <a:gd name="connsiteY1" fmla="*/ 177362 h 811324"/>
                <a:gd name="connsiteX2" fmla="*/ 3720967 w 3870840"/>
                <a:gd name="connsiteY2" fmla="*/ 70909 h 811324"/>
                <a:gd name="connsiteX3" fmla="*/ 3447671 w 3870840"/>
                <a:gd name="connsiteY3" fmla="*/ 78 h 811324"/>
                <a:gd name="connsiteX4" fmla="*/ 2976917 w 3870840"/>
                <a:gd name="connsiteY4" fmla="*/ 83980 h 811324"/>
                <a:gd name="connsiteX5" fmla="*/ 1273822 w 3870840"/>
                <a:gd name="connsiteY5" fmla="*/ 532013 h 811324"/>
                <a:gd name="connsiteX6" fmla="*/ 0 w 3870840"/>
                <a:gd name="connsiteY6" fmla="*/ 792490 h 811324"/>
                <a:gd name="connsiteX7" fmla="*/ 2038296 w 3870840"/>
                <a:gd name="connsiteY7" fmla="*/ 786433 h 811324"/>
                <a:gd name="connsiteX8" fmla="*/ 3273644 w 3870840"/>
                <a:gd name="connsiteY8" fmla="*/ 810656 h 811324"/>
                <a:gd name="connsiteX9" fmla="*/ 3630843 w 3870840"/>
                <a:gd name="connsiteY9" fmla="*/ 755444 h 811324"/>
                <a:gd name="connsiteX10" fmla="*/ 3813471 w 3870840"/>
                <a:gd name="connsiteY10" fmla="*/ 571145 h 811324"/>
                <a:gd name="connsiteX11" fmla="*/ 3870604 w 3870840"/>
                <a:gd name="connsiteY11" fmla="*/ 357360 h 811324"/>
                <a:gd name="connsiteX0" fmla="*/ 3614097 w 3614333"/>
                <a:gd name="connsiteY0" fmla="*/ 357360 h 811324"/>
                <a:gd name="connsiteX1" fmla="*/ 3572584 w 3614333"/>
                <a:gd name="connsiteY1" fmla="*/ 177362 h 811324"/>
                <a:gd name="connsiteX2" fmla="*/ 3464460 w 3614333"/>
                <a:gd name="connsiteY2" fmla="*/ 70909 h 811324"/>
                <a:gd name="connsiteX3" fmla="*/ 3191164 w 3614333"/>
                <a:gd name="connsiteY3" fmla="*/ 78 h 811324"/>
                <a:gd name="connsiteX4" fmla="*/ 2720410 w 3614333"/>
                <a:gd name="connsiteY4" fmla="*/ 83980 h 811324"/>
                <a:gd name="connsiteX5" fmla="*/ 1017315 w 3614333"/>
                <a:gd name="connsiteY5" fmla="*/ 532013 h 811324"/>
                <a:gd name="connsiteX6" fmla="*/ 0 w 3614333"/>
                <a:gd name="connsiteY6" fmla="*/ 785559 h 811324"/>
                <a:gd name="connsiteX7" fmla="*/ 1781789 w 3614333"/>
                <a:gd name="connsiteY7" fmla="*/ 786433 h 811324"/>
                <a:gd name="connsiteX8" fmla="*/ 3017137 w 3614333"/>
                <a:gd name="connsiteY8" fmla="*/ 810656 h 811324"/>
                <a:gd name="connsiteX9" fmla="*/ 3374336 w 3614333"/>
                <a:gd name="connsiteY9" fmla="*/ 755444 h 811324"/>
                <a:gd name="connsiteX10" fmla="*/ 3556964 w 3614333"/>
                <a:gd name="connsiteY10" fmla="*/ 571145 h 811324"/>
                <a:gd name="connsiteX11" fmla="*/ 3614097 w 3614333"/>
                <a:gd name="connsiteY11" fmla="*/ 357360 h 811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14333" h="811324">
                  <a:moveTo>
                    <a:pt x="3614097" y="357360"/>
                  </a:moveTo>
                  <a:cubicBezTo>
                    <a:pt x="3616700" y="291730"/>
                    <a:pt x="3597523" y="225104"/>
                    <a:pt x="3572584" y="177362"/>
                  </a:cubicBezTo>
                  <a:cubicBezTo>
                    <a:pt x="3547645" y="129620"/>
                    <a:pt x="3528030" y="100456"/>
                    <a:pt x="3464460" y="70909"/>
                  </a:cubicBezTo>
                  <a:cubicBezTo>
                    <a:pt x="3400890" y="41362"/>
                    <a:pt x="3315172" y="-2101"/>
                    <a:pt x="3191164" y="78"/>
                  </a:cubicBezTo>
                  <a:cubicBezTo>
                    <a:pt x="3067156" y="2257"/>
                    <a:pt x="3082718" y="-4676"/>
                    <a:pt x="2720410" y="83980"/>
                  </a:cubicBezTo>
                  <a:cubicBezTo>
                    <a:pt x="2358102" y="172636"/>
                    <a:pt x="1580392" y="403466"/>
                    <a:pt x="1017315" y="532013"/>
                  </a:cubicBezTo>
                  <a:lnTo>
                    <a:pt x="0" y="785559"/>
                  </a:lnTo>
                  <a:cubicBezTo>
                    <a:pt x="291188" y="798108"/>
                    <a:pt x="457625" y="788452"/>
                    <a:pt x="1781789" y="786433"/>
                  </a:cubicBezTo>
                  <a:cubicBezTo>
                    <a:pt x="2327396" y="789461"/>
                    <a:pt x="2751713" y="815821"/>
                    <a:pt x="3017137" y="810656"/>
                  </a:cubicBezTo>
                  <a:cubicBezTo>
                    <a:pt x="3133189" y="798426"/>
                    <a:pt x="3284365" y="795362"/>
                    <a:pt x="3374336" y="755444"/>
                  </a:cubicBezTo>
                  <a:cubicBezTo>
                    <a:pt x="3464307" y="715526"/>
                    <a:pt x="3517004" y="637492"/>
                    <a:pt x="3556964" y="571145"/>
                  </a:cubicBezTo>
                  <a:cubicBezTo>
                    <a:pt x="3596924" y="504798"/>
                    <a:pt x="3611494" y="422991"/>
                    <a:pt x="3614097" y="357360"/>
                  </a:cubicBez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5992E39-FAAF-425F-B6FD-74EA51BC8DD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>
              <a:off x="6707663" y="894736"/>
              <a:ext cx="875023" cy="645329"/>
            </a:xfrm>
            <a:prstGeom prst="rect">
              <a:avLst/>
            </a:prstGeom>
          </p:spPr>
        </p:pic>
      </p:grp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11579A1-E644-47E1-B382-8134073A5EB6}"/>
              </a:ext>
            </a:extLst>
          </p:cNvPr>
          <p:cNvSpPr/>
          <p:nvPr/>
        </p:nvSpPr>
        <p:spPr>
          <a:xfrm>
            <a:off x="781672" y="2354260"/>
            <a:ext cx="11302335" cy="1079373"/>
          </a:xfrm>
          <a:custGeom>
            <a:avLst/>
            <a:gdLst>
              <a:gd name="connsiteX0" fmla="*/ 11173098 w 11173098"/>
              <a:gd name="connsiteY0" fmla="*/ 217714 h 409302"/>
              <a:gd name="connsiteX1" fmla="*/ 10633166 w 11173098"/>
              <a:gd name="connsiteY1" fmla="*/ 217714 h 409302"/>
              <a:gd name="connsiteX2" fmla="*/ 10554789 w 11173098"/>
              <a:gd name="connsiteY2" fmla="*/ 113211 h 409302"/>
              <a:gd name="connsiteX3" fmla="*/ 10432869 w 11173098"/>
              <a:gd name="connsiteY3" fmla="*/ 8708 h 409302"/>
              <a:gd name="connsiteX4" fmla="*/ 10197738 w 11173098"/>
              <a:gd name="connsiteY4" fmla="*/ 0 h 409302"/>
              <a:gd name="connsiteX5" fmla="*/ 9875520 w 11173098"/>
              <a:gd name="connsiteY5" fmla="*/ 78377 h 409302"/>
              <a:gd name="connsiteX6" fmla="*/ 9396549 w 11173098"/>
              <a:gd name="connsiteY6" fmla="*/ 182880 h 409302"/>
              <a:gd name="connsiteX7" fmla="*/ 8769532 w 11173098"/>
              <a:gd name="connsiteY7" fmla="*/ 357051 h 409302"/>
              <a:gd name="connsiteX8" fmla="*/ 8525692 w 11173098"/>
              <a:gd name="connsiteY8" fmla="*/ 409302 h 409302"/>
              <a:gd name="connsiteX9" fmla="*/ 0 w 11173098"/>
              <a:gd name="connsiteY9" fmla="*/ 409302 h 409302"/>
              <a:gd name="connsiteX0" fmla="*/ 11173098 w 11173098"/>
              <a:gd name="connsiteY0" fmla="*/ 217714 h 409302"/>
              <a:gd name="connsiteX1" fmla="*/ 10633166 w 11173098"/>
              <a:gd name="connsiteY1" fmla="*/ 217714 h 409302"/>
              <a:gd name="connsiteX2" fmla="*/ 10554789 w 11173098"/>
              <a:gd name="connsiteY2" fmla="*/ 113211 h 409302"/>
              <a:gd name="connsiteX3" fmla="*/ 10432869 w 11173098"/>
              <a:gd name="connsiteY3" fmla="*/ 8708 h 409302"/>
              <a:gd name="connsiteX4" fmla="*/ 10197738 w 11173098"/>
              <a:gd name="connsiteY4" fmla="*/ 0 h 409302"/>
              <a:gd name="connsiteX5" fmla="*/ 9875520 w 11173098"/>
              <a:gd name="connsiteY5" fmla="*/ 78377 h 409302"/>
              <a:gd name="connsiteX6" fmla="*/ 9396549 w 11173098"/>
              <a:gd name="connsiteY6" fmla="*/ 182880 h 409302"/>
              <a:gd name="connsiteX7" fmla="*/ 8769532 w 11173098"/>
              <a:gd name="connsiteY7" fmla="*/ 357051 h 409302"/>
              <a:gd name="connsiteX8" fmla="*/ 8525692 w 11173098"/>
              <a:gd name="connsiteY8" fmla="*/ 409302 h 409302"/>
              <a:gd name="connsiteX9" fmla="*/ 0 w 11173098"/>
              <a:gd name="connsiteY9" fmla="*/ 409302 h 409302"/>
              <a:gd name="connsiteX0" fmla="*/ 11173098 w 11173098"/>
              <a:gd name="connsiteY0" fmla="*/ 217714 h 409302"/>
              <a:gd name="connsiteX1" fmla="*/ 10741450 w 11173098"/>
              <a:gd name="connsiteY1" fmla="*/ 221725 h 409302"/>
              <a:gd name="connsiteX2" fmla="*/ 10554789 w 11173098"/>
              <a:gd name="connsiteY2" fmla="*/ 113211 h 409302"/>
              <a:gd name="connsiteX3" fmla="*/ 10432869 w 11173098"/>
              <a:gd name="connsiteY3" fmla="*/ 8708 h 409302"/>
              <a:gd name="connsiteX4" fmla="*/ 10197738 w 11173098"/>
              <a:gd name="connsiteY4" fmla="*/ 0 h 409302"/>
              <a:gd name="connsiteX5" fmla="*/ 9875520 w 11173098"/>
              <a:gd name="connsiteY5" fmla="*/ 78377 h 409302"/>
              <a:gd name="connsiteX6" fmla="*/ 9396549 w 11173098"/>
              <a:gd name="connsiteY6" fmla="*/ 182880 h 409302"/>
              <a:gd name="connsiteX7" fmla="*/ 8769532 w 11173098"/>
              <a:gd name="connsiteY7" fmla="*/ 357051 h 409302"/>
              <a:gd name="connsiteX8" fmla="*/ 8525692 w 11173098"/>
              <a:gd name="connsiteY8" fmla="*/ 409302 h 409302"/>
              <a:gd name="connsiteX9" fmla="*/ 0 w 11173098"/>
              <a:gd name="connsiteY9" fmla="*/ 409302 h 409302"/>
              <a:gd name="connsiteX0" fmla="*/ 11173098 w 11173098"/>
              <a:gd name="connsiteY0" fmla="*/ 230843 h 422431"/>
              <a:gd name="connsiteX1" fmla="*/ 10741450 w 11173098"/>
              <a:gd name="connsiteY1" fmla="*/ 234854 h 422431"/>
              <a:gd name="connsiteX2" fmla="*/ 10554789 w 11173098"/>
              <a:gd name="connsiteY2" fmla="*/ 126340 h 422431"/>
              <a:gd name="connsiteX3" fmla="*/ 10432869 w 11173098"/>
              <a:gd name="connsiteY3" fmla="*/ 21837 h 422431"/>
              <a:gd name="connsiteX4" fmla="*/ 10197738 w 11173098"/>
              <a:gd name="connsiteY4" fmla="*/ 13129 h 422431"/>
              <a:gd name="connsiteX5" fmla="*/ 9875520 w 11173098"/>
              <a:gd name="connsiteY5" fmla="*/ 91506 h 422431"/>
              <a:gd name="connsiteX6" fmla="*/ 9396549 w 11173098"/>
              <a:gd name="connsiteY6" fmla="*/ 196009 h 422431"/>
              <a:gd name="connsiteX7" fmla="*/ 8769532 w 11173098"/>
              <a:gd name="connsiteY7" fmla="*/ 370180 h 422431"/>
              <a:gd name="connsiteX8" fmla="*/ 8525692 w 11173098"/>
              <a:gd name="connsiteY8" fmla="*/ 422431 h 422431"/>
              <a:gd name="connsiteX9" fmla="*/ 0 w 11173098"/>
              <a:gd name="connsiteY9" fmla="*/ 422431 h 422431"/>
              <a:gd name="connsiteX0" fmla="*/ 11173098 w 11173098"/>
              <a:gd name="connsiteY0" fmla="*/ 231414 h 423002"/>
              <a:gd name="connsiteX1" fmla="*/ 10741450 w 11173098"/>
              <a:gd name="connsiteY1" fmla="*/ 235425 h 423002"/>
              <a:gd name="connsiteX2" fmla="*/ 10554789 w 11173098"/>
              <a:gd name="connsiteY2" fmla="*/ 126911 h 423002"/>
              <a:gd name="connsiteX3" fmla="*/ 10432869 w 11173098"/>
              <a:gd name="connsiteY3" fmla="*/ 22408 h 423002"/>
              <a:gd name="connsiteX4" fmla="*/ 10197738 w 11173098"/>
              <a:gd name="connsiteY4" fmla="*/ 13700 h 423002"/>
              <a:gd name="connsiteX5" fmla="*/ 9875520 w 11173098"/>
              <a:gd name="connsiteY5" fmla="*/ 92077 h 423002"/>
              <a:gd name="connsiteX6" fmla="*/ 9396549 w 11173098"/>
              <a:gd name="connsiteY6" fmla="*/ 196580 h 423002"/>
              <a:gd name="connsiteX7" fmla="*/ 8769532 w 11173098"/>
              <a:gd name="connsiteY7" fmla="*/ 370751 h 423002"/>
              <a:gd name="connsiteX8" fmla="*/ 8525692 w 11173098"/>
              <a:gd name="connsiteY8" fmla="*/ 423002 h 423002"/>
              <a:gd name="connsiteX9" fmla="*/ 0 w 11173098"/>
              <a:gd name="connsiteY9" fmla="*/ 423002 h 423002"/>
              <a:gd name="connsiteX0" fmla="*/ 11173098 w 11173098"/>
              <a:gd name="connsiteY0" fmla="*/ 231414 h 423002"/>
              <a:gd name="connsiteX1" fmla="*/ 10741450 w 11173098"/>
              <a:gd name="connsiteY1" fmla="*/ 235425 h 423002"/>
              <a:gd name="connsiteX2" fmla="*/ 10554789 w 11173098"/>
              <a:gd name="connsiteY2" fmla="*/ 126911 h 423002"/>
              <a:gd name="connsiteX3" fmla="*/ 10432869 w 11173098"/>
              <a:gd name="connsiteY3" fmla="*/ 22408 h 423002"/>
              <a:gd name="connsiteX4" fmla="*/ 10197738 w 11173098"/>
              <a:gd name="connsiteY4" fmla="*/ 13700 h 423002"/>
              <a:gd name="connsiteX5" fmla="*/ 9875520 w 11173098"/>
              <a:gd name="connsiteY5" fmla="*/ 92077 h 423002"/>
              <a:gd name="connsiteX6" fmla="*/ 8769532 w 11173098"/>
              <a:gd name="connsiteY6" fmla="*/ 370751 h 423002"/>
              <a:gd name="connsiteX7" fmla="*/ 8525692 w 11173098"/>
              <a:gd name="connsiteY7" fmla="*/ 423002 h 423002"/>
              <a:gd name="connsiteX8" fmla="*/ 0 w 11173098"/>
              <a:gd name="connsiteY8" fmla="*/ 423002 h 423002"/>
              <a:gd name="connsiteX0" fmla="*/ 11173098 w 11173098"/>
              <a:gd name="connsiteY0" fmla="*/ 231414 h 423002"/>
              <a:gd name="connsiteX1" fmla="*/ 10741450 w 11173098"/>
              <a:gd name="connsiteY1" fmla="*/ 235425 h 423002"/>
              <a:gd name="connsiteX2" fmla="*/ 10554789 w 11173098"/>
              <a:gd name="connsiteY2" fmla="*/ 126911 h 423002"/>
              <a:gd name="connsiteX3" fmla="*/ 10432869 w 11173098"/>
              <a:gd name="connsiteY3" fmla="*/ 22408 h 423002"/>
              <a:gd name="connsiteX4" fmla="*/ 10197738 w 11173098"/>
              <a:gd name="connsiteY4" fmla="*/ 13700 h 423002"/>
              <a:gd name="connsiteX5" fmla="*/ 9875520 w 11173098"/>
              <a:gd name="connsiteY5" fmla="*/ 92077 h 423002"/>
              <a:gd name="connsiteX6" fmla="*/ 8769532 w 11173098"/>
              <a:gd name="connsiteY6" fmla="*/ 370751 h 423002"/>
              <a:gd name="connsiteX7" fmla="*/ 8525692 w 11173098"/>
              <a:gd name="connsiteY7" fmla="*/ 423002 h 423002"/>
              <a:gd name="connsiteX8" fmla="*/ 0 w 11173098"/>
              <a:gd name="connsiteY8" fmla="*/ 423002 h 423002"/>
              <a:gd name="connsiteX0" fmla="*/ 11173098 w 11173098"/>
              <a:gd name="connsiteY0" fmla="*/ 231414 h 423002"/>
              <a:gd name="connsiteX1" fmla="*/ 10741450 w 11173098"/>
              <a:gd name="connsiteY1" fmla="*/ 235425 h 423002"/>
              <a:gd name="connsiteX2" fmla="*/ 10554789 w 11173098"/>
              <a:gd name="connsiteY2" fmla="*/ 126911 h 423002"/>
              <a:gd name="connsiteX3" fmla="*/ 10432869 w 11173098"/>
              <a:gd name="connsiteY3" fmla="*/ 22408 h 423002"/>
              <a:gd name="connsiteX4" fmla="*/ 10197738 w 11173098"/>
              <a:gd name="connsiteY4" fmla="*/ 13700 h 423002"/>
              <a:gd name="connsiteX5" fmla="*/ 9875520 w 11173098"/>
              <a:gd name="connsiteY5" fmla="*/ 92077 h 423002"/>
              <a:gd name="connsiteX6" fmla="*/ 8769532 w 11173098"/>
              <a:gd name="connsiteY6" fmla="*/ 370751 h 423002"/>
              <a:gd name="connsiteX7" fmla="*/ 7422797 w 11173098"/>
              <a:gd name="connsiteY7" fmla="*/ 418992 h 423002"/>
              <a:gd name="connsiteX8" fmla="*/ 0 w 11173098"/>
              <a:gd name="connsiteY8" fmla="*/ 423002 h 423002"/>
              <a:gd name="connsiteX0" fmla="*/ 11173098 w 11173098"/>
              <a:gd name="connsiteY0" fmla="*/ 231414 h 423002"/>
              <a:gd name="connsiteX1" fmla="*/ 10741450 w 11173098"/>
              <a:gd name="connsiteY1" fmla="*/ 235425 h 423002"/>
              <a:gd name="connsiteX2" fmla="*/ 10554789 w 11173098"/>
              <a:gd name="connsiteY2" fmla="*/ 126911 h 423002"/>
              <a:gd name="connsiteX3" fmla="*/ 10432869 w 11173098"/>
              <a:gd name="connsiteY3" fmla="*/ 22408 h 423002"/>
              <a:gd name="connsiteX4" fmla="*/ 10197738 w 11173098"/>
              <a:gd name="connsiteY4" fmla="*/ 13700 h 423002"/>
              <a:gd name="connsiteX5" fmla="*/ 9875520 w 11173098"/>
              <a:gd name="connsiteY5" fmla="*/ 92077 h 423002"/>
              <a:gd name="connsiteX6" fmla="*/ 8769532 w 11173098"/>
              <a:gd name="connsiteY6" fmla="*/ 370751 h 423002"/>
              <a:gd name="connsiteX7" fmla="*/ 7422797 w 11173098"/>
              <a:gd name="connsiteY7" fmla="*/ 418992 h 423002"/>
              <a:gd name="connsiteX8" fmla="*/ 0 w 11173098"/>
              <a:gd name="connsiteY8" fmla="*/ 423002 h 423002"/>
              <a:gd name="connsiteX0" fmla="*/ 11173098 w 11173098"/>
              <a:gd name="connsiteY0" fmla="*/ 231414 h 427554"/>
              <a:gd name="connsiteX1" fmla="*/ 10741450 w 11173098"/>
              <a:gd name="connsiteY1" fmla="*/ 235425 h 427554"/>
              <a:gd name="connsiteX2" fmla="*/ 10554789 w 11173098"/>
              <a:gd name="connsiteY2" fmla="*/ 126911 h 427554"/>
              <a:gd name="connsiteX3" fmla="*/ 10432869 w 11173098"/>
              <a:gd name="connsiteY3" fmla="*/ 22408 h 427554"/>
              <a:gd name="connsiteX4" fmla="*/ 10197738 w 11173098"/>
              <a:gd name="connsiteY4" fmla="*/ 13700 h 427554"/>
              <a:gd name="connsiteX5" fmla="*/ 9875520 w 11173098"/>
              <a:gd name="connsiteY5" fmla="*/ 92077 h 427554"/>
              <a:gd name="connsiteX6" fmla="*/ 9014174 w 11173098"/>
              <a:gd name="connsiteY6" fmla="*/ 318614 h 427554"/>
              <a:gd name="connsiteX7" fmla="*/ 7422797 w 11173098"/>
              <a:gd name="connsiteY7" fmla="*/ 418992 h 427554"/>
              <a:gd name="connsiteX8" fmla="*/ 0 w 11173098"/>
              <a:gd name="connsiteY8" fmla="*/ 423002 h 427554"/>
              <a:gd name="connsiteX0" fmla="*/ 11173098 w 11173098"/>
              <a:gd name="connsiteY0" fmla="*/ 231414 h 429318"/>
              <a:gd name="connsiteX1" fmla="*/ 10741450 w 11173098"/>
              <a:gd name="connsiteY1" fmla="*/ 235425 h 429318"/>
              <a:gd name="connsiteX2" fmla="*/ 10554789 w 11173098"/>
              <a:gd name="connsiteY2" fmla="*/ 126911 h 429318"/>
              <a:gd name="connsiteX3" fmla="*/ 10432869 w 11173098"/>
              <a:gd name="connsiteY3" fmla="*/ 22408 h 429318"/>
              <a:gd name="connsiteX4" fmla="*/ 10197738 w 11173098"/>
              <a:gd name="connsiteY4" fmla="*/ 13700 h 429318"/>
              <a:gd name="connsiteX5" fmla="*/ 9875520 w 11173098"/>
              <a:gd name="connsiteY5" fmla="*/ 92077 h 429318"/>
              <a:gd name="connsiteX6" fmla="*/ 9110426 w 11173098"/>
              <a:gd name="connsiteY6" fmla="*/ 294551 h 429318"/>
              <a:gd name="connsiteX7" fmla="*/ 7422797 w 11173098"/>
              <a:gd name="connsiteY7" fmla="*/ 418992 h 429318"/>
              <a:gd name="connsiteX8" fmla="*/ 0 w 11173098"/>
              <a:gd name="connsiteY8" fmla="*/ 423002 h 429318"/>
              <a:gd name="connsiteX0" fmla="*/ 11150704 w 11150704"/>
              <a:gd name="connsiteY0" fmla="*/ 238878 h 429318"/>
              <a:gd name="connsiteX1" fmla="*/ 10741450 w 11150704"/>
              <a:gd name="connsiteY1" fmla="*/ 235425 h 429318"/>
              <a:gd name="connsiteX2" fmla="*/ 10554789 w 11150704"/>
              <a:gd name="connsiteY2" fmla="*/ 126911 h 429318"/>
              <a:gd name="connsiteX3" fmla="*/ 10432869 w 11150704"/>
              <a:gd name="connsiteY3" fmla="*/ 22408 h 429318"/>
              <a:gd name="connsiteX4" fmla="*/ 10197738 w 11150704"/>
              <a:gd name="connsiteY4" fmla="*/ 13700 h 429318"/>
              <a:gd name="connsiteX5" fmla="*/ 9875520 w 11150704"/>
              <a:gd name="connsiteY5" fmla="*/ 92077 h 429318"/>
              <a:gd name="connsiteX6" fmla="*/ 9110426 w 11150704"/>
              <a:gd name="connsiteY6" fmla="*/ 294551 h 429318"/>
              <a:gd name="connsiteX7" fmla="*/ 7422797 w 11150704"/>
              <a:gd name="connsiteY7" fmla="*/ 418992 h 429318"/>
              <a:gd name="connsiteX8" fmla="*/ 0 w 11150704"/>
              <a:gd name="connsiteY8" fmla="*/ 423002 h 429318"/>
              <a:gd name="connsiteX0" fmla="*/ 11150704 w 11150704"/>
              <a:gd name="connsiteY0" fmla="*/ 238878 h 429318"/>
              <a:gd name="connsiteX1" fmla="*/ 10741450 w 11150704"/>
              <a:gd name="connsiteY1" fmla="*/ 235425 h 429318"/>
              <a:gd name="connsiteX2" fmla="*/ 10554789 w 11150704"/>
              <a:gd name="connsiteY2" fmla="*/ 126911 h 429318"/>
              <a:gd name="connsiteX3" fmla="*/ 10432869 w 11150704"/>
              <a:gd name="connsiteY3" fmla="*/ 22408 h 429318"/>
              <a:gd name="connsiteX4" fmla="*/ 10197738 w 11150704"/>
              <a:gd name="connsiteY4" fmla="*/ 13700 h 429318"/>
              <a:gd name="connsiteX5" fmla="*/ 9875520 w 11150704"/>
              <a:gd name="connsiteY5" fmla="*/ 92077 h 429318"/>
              <a:gd name="connsiteX6" fmla="*/ 9110426 w 11150704"/>
              <a:gd name="connsiteY6" fmla="*/ 294551 h 429318"/>
              <a:gd name="connsiteX7" fmla="*/ 7422797 w 11150704"/>
              <a:gd name="connsiteY7" fmla="*/ 418992 h 429318"/>
              <a:gd name="connsiteX8" fmla="*/ 0 w 11150704"/>
              <a:gd name="connsiteY8" fmla="*/ 423002 h 429318"/>
              <a:gd name="connsiteX0" fmla="*/ 11158168 w 11158168"/>
              <a:gd name="connsiteY0" fmla="*/ 238878 h 429318"/>
              <a:gd name="connsiteX1" fmla="*/ 10741450 w 11158168"/>
              <a:gd name="connsiteY1" fmla="*/ 235425 h 429318"/>
              <a:gd name="connsiteX2" fmla="*/ 10554789 w 11158168"/>
              <a:gd name="connsiteY2" fmla="*/ 126911 h 429318"/>
              <a:gd name="connsiteX3" fmla="*/ 10432869 w 11158168"/>
              <a:gd name="connsiteY3" fmla="*/ 22408 h 429318"/>
              <a:gd name="connsiteX4" fmla="*/ 10197738 w 11158168"/>
              <a:gd name="connsiteY4" fmla="*/ 13700 h 429318"/>
              <a:gd name="connsiteX5" fmla="*/ 9875520 w 11158168"/>
              <a:gd name="connsiteY5" fmla="*/ 92077 h 429318"/>
              <a:gd name="connsiteX6" fmla="*/ 9110426 w 11158168"/>
              <a:gd name="connsiteY6" fmla="*/ 294551 h 429318"/>
              <a:gd name="connsiteX7" fmla="*/ 7422797 w 11158168"/>
              <a:gd name="connsiteY7" fmla="*/ 418992 h 429318"/>
              <a:gd name="connsiteX8" fmla="*/ 0 w 11158168"/>
              <a:gd name="connsiteY8" fmla="*/ 423002 h 429318"/>
              <a:gd name="connsiteX0" fmla="*/ 6454802 w 6454802"/>
              <a:gd name="connsiteY0" fmla="*/ 238878 h 426703"/>
              <a:gd name="connsiteX1" fmla="*/ 6038084 w 6454802"/>
              <a:gd name="connsiteY1" fmla="*/ 235425 h 426703"/>
              <a:gd name="connsiteX2" fmla="*/ 5851423 w 6454802"/>
              <a:gd name="connsiteY2" fmla="*/ 126911 h 426703"/>
              <a:gd name="connsiteX3" fmla="*/ 5729503 w 6454802"/>
              <a:gd name="connsiteY3" fmla="*/ 22408 h 426703"/>
              <a:gd name="connsiteX4" fmla="*/ 5494372 w 6454802"/>
              <a:gd name="connsiteY4" fmla="*/ 13700 h 426703"/>
              <a:gd name="connsiteX5" fmla="*/ 5172154 w 6454802"/>
              <a:gd name="connsiteY5" fmla="*/ 92077 h 426703"/>
              <a:gd name="connsiteX6" fmla="*/ 4407060 w 6454802"/>
              <a:gd name="connsiteY6" fmla="*/ 294551 h 426703"/>
              <a:gd name="connsiteX7" fmla="*/ 2719431 w 6454802"/>
              <a:gd name="connsiteY7" fmla="*/ 418992 h 426703"/>
              <a:gd name="connsiteX8" fmla="*/ 0 w 6454802"/>
              <a:gd name="connsiteY8" fmla="*/ 414844 h 426703"/>
              <a:gd name="connsiteX0" fmla="*/ 4386626 w 4386626"/>
              <a:gd name="connsiteY0" fmla="*/ 238878 h 427897"/>
              <a:gd name="connsiteX1" fmla="*/ 3969908 w 4386626"/>
              <a:gd name="connsiteY1" fmla="*/ 235425 h 427897"/>
              <a:gd name="connsiteX2" fmla="*/ 3783247 w 4386626"/>
              <a:gd name="connsiteY2" fmla="*/ 126911 h 427897"/>
              <a:gd name="connsiteX3" fmla="*/ 3661327 w 4386626"/>
              <a:gd name="connsiteY3" fmla="*/ 22408 h 427897"/>
              <a:gd name="connsiteX4" fmla="*/ 3426196 w 4386626"/>
              <a:gd name="connsiteY4" fmla="*/ 13700 h 427897"/>
              <a:gd name="connsiteX5" fmla="*/ 3103978 w 4386626"/>
              <a:gd name="connsiteY5" fmla="*/ 92077 h 427897"/>
              <a:gd name="connsiteX6" fmla="*/ 2338884 w 4386626"/>
              <a:gd name="connsiteY6" fmla="*/ 294551 h 427897"/>
              <a:gd name="connsiteX7" fmla="*/ 651255 w 4386626"/>
              <a:gd name="connsiteY7" fmla="*/ 418992 h 427897"/>
              <a:gd name="connsiteX8" fmla="*/ 0 w 4386626"/>
              <a:gd name="connsiteY8" fmla="*/ 418923 h 427897"/>
              <a:gd name="connsiteX0" fmla="*/ 4386626 w 4386626"/>
              <a:gd name="connsiteY0" fmla="*/ 238878 h 418923"/>
              <a:gd name="connsiteX1" fmla="*/ 3969908 w 4386626"/>
              <a:gd name="connsiteY1" fmla="*/ 235425 h 418923"/>
              <a:gd name="connsiteX2" fmla="*/ 3783247 w 4386626"/>
              <a:gd name="connsiteY2" fmla="*/ 126911 h 418923"/>
              <a:gd name="connsiteX3" fmla="*/ 3661327 w 4386626"/>
              <a:gd name="connsiteY3" fmla="*/ 22408 h 418923"/>
              <a:gd name="connsiteX4" fmla="*/ 3426196 w 4386626"/>
              <a:gd name="connsiteY4" fmla="*/ 13700 h 418923"/>
              <a:gd name="connsiteX5" fmla="*/ 3103978 w 4386626"/>
              <a:gd name="connsiteY5" fmla="*/ 92077 h 418923"/>
              <a:gd name="connsiteX6" fmla="*/ 2338884 w 4386626"/>
              <a:gd name="connsiteY6" fmla="*/ 294551 h 418923"/>
              <a:gd name="connsiteX7" fmla="*/ 0 w 4386626"/>
              <a:gd name="connsiteY7" fmla="*/ 418923 h 418923"/>
              <a:gd name="connsiteX0" fmla="*/ 4386626 w 4386626"/>
              <a:gd name="connsiteY0" fmla="*/ 238878 h 418923"/>
              <a:gd name="connsiteX1" fmla="*/ 3969908 w 4386626"/>
              <a:gd name="connsiteY1" fmla="*/ 235425 h 418923"/>
              <a:gd name="connsiteX2" fmla="*/ 3783247 w 4386626"/>
              <a:gd name="connsiteY2" fmla="*/ 126911 h 418923"/>
              <a:gd name="connsiteX3" fmla="*/ 3661327 w 4386626"/>
              <a:gd name="connsiteY3" fmla="*/ 22408 h 418923"/>
              <a:gd name="connsiteX4" fmla="*/ 3426196 w 4386626"/>
              <a:gd name="connsiteY4" fmla="*/ 13700 h 418923"/>
              <a:gd name="connsiteX5" fmla="*/ 3103978 w 4386626"/>
              <a:gd name="connsiteY5" fmla="*/ 92077 h 418923"/>
              <a:gd name="connsiteX6" fmla="*/ 2338884 w 4386626"/>
              <a:gd name="connsiteY6" fmla="*/ 294551 h 418923"/>
              <a:gd name="connsiteX7" fmla="*/ 1152909 w 4386626"/>
              <a:gd name="connsiteY7" fmla="*/ 367156 h 418923"/>
              <a:gd name="connsiteX8" fmla="*/ 0 w 4386626"/>
              <a:gd name="connsiteY8" fmla="*/ 418923 h 418923"/>
              <a:gd name="connsiteX0" fmla="*/ 4386626 w 4386626"/>
              <a:gd name="connsiteY0" fmla="*/ 238878 h 418923"/>
              <a:gd name="connsiteX1" fmla="*/ 3969908 w 4386626"/>
              <a:gd name="connsiteY1" fmla="*/ 235425 h 418923"/>
              <a:gd name="connsiteX2" fmla="*/ 3783247 w 4386626"/>
              <a:gd name="connsiteY2" fmla="*/ 126911 h 418923"/>
              <a:gd name="connsiteX3" fmla="*/ 3661327 w 4386626"/>
              <a:gd name="connsiteY3" fmla="*/ 22408 h 418923"/>
              <a:gd name="connsiteX4" fmla="*/ 3426196 w 4386626"/>
              <a:gd name="connsiteY4" fmla="*/ 13700 h 418923"/>
              <a:gd name="connsiteX5" fmla="*/ 3103978 w 4386626"/>
              <a:gd name="connsiteY5" fmla="*/ 92077 h 418923"/>
              <a:gd name="connsiteX6" fmla="*/ 2338884 w 4386626"/>
              <a:gd name="connsiteY6" fmla="*/ 294551 h 418923"/>
              <a:gd name="connsiteX7" fmla="*/ 1152909 w 4386626"/>
              <a:gd name="connsiteY7" fmla="*/ 399790 h 418923"/>
              <a:gd name="connsiteX8" fmla="*/ 0 w 4386626"/>
              <a:gd name="connsiteY8" fmla="*/ 418923 h 418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6626" h="418923">
                <a:moveTo>
                  <a:pt x="4386626" y="238878"/>
                </a:moveTo>
                <a:cubicBezTo>
                  <a:pt x="4247720" y="237727"/>
                  <a:pt x="4070471" y="254086"/>
                  <a:pt x="3969908" y="235425"/>
                </a:cubicBezTo>
                <a:cubicBezTo>
                  <a:pt x="3869345" y="216764"/>
                  <a:pt x="3816630" y="161745"/>
                  <a:pt x="3783247" y="126911"/>
                </a:cubicBezTo>
                <a:lnTo>
                  <a:pt x="3661327" y="22408"/>
                </a:lnTo>
                <a:cubicBezTo>
                  <a:pt x="3601819" y="3540"/>
                  <a:pt x="3533602" y="-12426"/>
                  <a:pt x="3426196" y="13700"/>
                </a:cubicBezTo>
                <a:lnTo>
                  <a:pt x="3103978" y="92077"/>
                </a:lnTo>
                <a:lnTo>
                  <a:pt x="2338884" y="294551"/>
                </a:lnTo>
                <a:cubicBezTo>
                  <a:pt x="2013706" y="340397"/>
                  <a:pt x="1542723" y="379061"/>
                  <a:pt x="1152909" y="399790"/>
                </a:cubicBezTo>
                <a:lnTo>
                  <a:pt x="0" y="418923"/>
                </a:lnTo>
              </a:path>
            </a:pathLst>
          </a:custGeom>
          <a:noFill/>
          <a:ln w="57150">
            <a:solidFill>
              <a:srgbClr val="CFB87C"/>
            </a:solidFill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A641FD0-9E5C-44C9-BB3A-A5EB36EABBDB}"/>
              </a:ext>
            </a:extLst>
          </p:cNvPr>
          <p:cNvSpPr/>
          <p:nvPr/>
        </p:nvSpPr>
        <p:spPr>
          <a:xfrm>
            <a:off x="1065538" y="3152453"/>
            <a:ext cx="11034497" cy="449589"/>
          </a:xfrm>
          <a:custGeom>
            <a:avLst/>
            <a:gdLst>
              <a:gd name="connsiteX0" fmla="*/ 11155680 w 11155680"/>
              <a:gd name="connsiteY0" fmla="*/ 0 h 174171"/>
              <a:gd name="connsiteX1" fmla="*/ 10755086 w 11155680"/>
              <a:gd name="connsiteY1" fmla="*/ 0 h 174171"/>
              <a:gd name="connsiteX2" fmla="*/ 10607040 w 11155680"/>
              <a:gd name="connsiteY2" fmla="*/ 26126 h 174171"/>
              <a:gd name="connsiteX3" fmla="*/ 10458994 w 11155680"/>
              <a:gd name="connsiteY3" fmla="*/ 104503 h 174171"/>
              <a:gd name="connsiteX4" fmla="*/ 10363200 w 11155680"/>
              <a:gd name="connsiteY4" fmla="*/ 165463 h 174171"/>
              <a:gd name="connsiteX5" fmla="*/ 10145486 w 11155680"/>
              <a:gd name="connsiteY5" fmla="*/ 174171 h 174171"/>
              <a:gd name="connsiteX6" fmla="*/ 9335589 w 11155680"/>
              <a:gd name="connsiteY6" fmla="*/ 165463 h 174171"/>
              <a:gd name="connsiteX7" fmla="*/ 8900160 w 11155680"/>
              <a:gd name="connsiteY7" fmla="*/ 148046 h 174171"/>
              <a:gd name="connsiteX8" fmla="*/ 0 w 11155680"/>
              <a:gd name="connsiteY8" fmla="*/ 148046 h 174171"/>
              <a:gd name="connsiteX0" fmla="*/ 11155680 w 11155680"/>
              <a:gd name="connsiteY0" fmla="*/ 0 h 174493"/>
              <a:gd name="connsiteX1" fmla="*/ 10755086 w 11155680"/>
              <a:gd name="connsiteY1" fmla="*/ 0 h 174493"/>
              <a:gd name="connsiteX2" fmla="*/ 10607040 w 11155680"/>
              <a:gd name="connsiteY2" fmla="*/ 26126 h 174493"/>
              <a:gd name="connsiteX3" fmla="*/ 10458994 w 11155680"/>
              <a:gd name="connsiteY3" fmla="*/ 104503 h 174493"/>
              <a:gd name="connsiteX4" fmla="*/ 10363200 w 11155680"/>
              <a:gd name="connsiteY4" fmla="*/ 165463 h 174493"/>
              <a:gd name="connsiteX5" fmla="*/ 10145486 w 11155680"/>
              <a:gd name="connsiteY5" fmla="*/ 174171 h 174493"/>
              <a:gd name="connsiteX6" fmla="*/ 9335589 w 11155680"/>
              <a:gd name="connsiteY6" fmla="*/ 165463 h 174493"/>
              <a:gd name="connsiteX7" fmla="*/ 8900160 w 11155680"/>
              <a:gd name="connsiteY7" fmla="*/ 148046 h 174493"/>
              <a:gd name="connsiteX8" fmla="*/ 0 w 11155680"/>
              <a:gd name="connsiteY8" fmla="*/ 148046 h 174493"/>
              <a:gd name="connsiteX0" fmla="*/ 11155680 w 11155680"/>
              <a:gd name="connsiteY0" fmla="*/ 0 h 174493"/>
              <a:gd name="connsiteX1" fmla="*/ 10755086 w 11155680"/>
              <a:gd name="connsiteY1" fmla="*/ 0 h 174493"/>
              <a:gd name="connsiteX2" fmla="*/ 10607040 w 11155680"/>
              <a:gd name="connsiteY2" fmla="*/ 26126 h 174493"/>
              <a:gd name="connsiteX3" fmla="*/ 10458994 w 11155680"/>
              <a:gd name="connsiteY3" fmla="*/ 104503 h 174493"/>
              <a:gd name="connsiteX4" fmla="*/ 10363200 w 11155680"/>
              <a:gd name="connsiteY4" fmla="*/ 165463 h 174493"/>
              <a:gd name="connsiteX5" fmla="*/ 10145486 w 11155680"/>
              <a:gd name="connsiteY5" fmla="*/ 174171 h 174493"/>
              <a:gd name="connsiteX6" fmla="*/ 9335589 w 11155680"/>
              <a:gd name="connsiteY6" fmla="*/ 165463 h 174493"/>
              <a:gd name="connsiteX7" fmla="*/ 8900160 w 11155680"/>
              <a:gd name="connsiteY7" fmla="*/ 148046 h 174493"/>
              <a:gd name="connsiteX8" fmla="*/ 0 w 11155680"/>
              <a:gd name="connsiteY8" fmla="*/ 148046 h 174493"/>
              <a:gd name="connsiteX0" fmla="*/ 11155680 w 11155680"/>
              <a:gd name="connsiteY0" fmla="*/ 0 h 174493"/>
              <a:gd name="connsiteX1" fmla="*/ 10755086 w 11155680"/>
              <a:gd name="connsiteY1" fmla="*/ 0 h 174493"/>
              <a:gd name="connsiteX2" fmla="*/ 10607040 w 11155680"/>
              <a:gd name="connsiteY2" fmla="*/ 26126 h 174493"/>
              <a:gd name="connsiteX3" fmla="*/ 10458994 w 11155680"/>
              <a:gd name="connsiteY3" fmla="*/ 104503 h 174493"/>
              <a:gd name="connsiteX4" fmla="*/ 10363200 w 11155680"/>
              <a:gd name="connsiteY4" fmla="*/ 165463 h 174493"/>
              <a:gd name="connsiteX5" fmla="*/ 10145486 w 11155680"/>
              <a:gd name="connsiteY5" fmla="*/ 174171 h 174493"/>
              <a:gd name="connsiteX6" fmla="*/ 9335589 w 11155680"/>
              <a:gd name="connsiteY6" fmla="*/ 165463 h 174493"/>
              <a:gd name="connsiteX7" fmla="*/ 8900160 w 11155680"/>
              <a:gd name="connsiteY7" fmla="*/ 148046 h 174493"/>
              <a:gd name="connsiteX8" fmla="*/ 0 w 11155680"/>
              <a:gd name="connsiteY8" fmla="*/ 155510 h 174493"/>
              <a:gd name="connsiteX0" fmla="*/ 11174341 w 11174341"/>
              <a:gd name="connsiteY0" fmla="*/ 0 h 174493"/>
              <a:gd name="connsiteX1" fmla="*/ 10773747 w 11174341"/>
              <a:gd name="connsiteY1" fmla="*/ 0 h 174493"/>
              <a:gd name="connsiteX2" fmla="*/ 10625701 w 11174341"/>
              <a:gd name="connsiteY2" fmla="*/ 26126 h 174493"/>
              <a:gd name="connsiteX3" fmla="*/ 10477655 w 11174341"/>
              <a:gd name="connsiteY3" fmla="*/ 104503 h 174493"/>
              <a:gd name="connsiteX4" fmla="*/ 10381861 w 11174341"/>
              <a:gd name="connsiteY4" fmla="*/ 165463 h 174493"/>
              <a:gd name="connsiteX5" fmla="*/ 10164147 w 11174341"/>
              <a:gd name="connsiteY5" fmla="*/ 174171 h 174493"/>
              <a:gd name="connsiteX6" fmla="*/ 9354250 w 11174341"/>
              <a:gd name="connsiteY6" fmla="*/ 165463 h 174493"/>
              <a:gd name="connsiteX7" fmla="*/ 8918821 w 11174341"/>
              <a:gd name="connsiteY7" fmla="*/ 148046 h 174493"/>
              <a:gd name="connsiteX8" fmla="*/ 0 w 11174341"/>
              <a:gd name="connsiteY8" fmla="*/ 159242 h 174493"/>
              <a:gd name="connsiteX0" fmla="*/ 11155680 w 11155680"/>
              <a:gd name="connsiteY0" fmla="*/ 0 h 174493"/>
              <a:gd name="connsiteX1" fmla="*/ 10755086 w 11155680"/>
              <a:gd name="connsiteY1" fmla="*/ 0 h 174493"/>
              <a:gd name="connsiteX2" fmla="*/ 10607040 w 11155680"/>
              <a:gd name="connsiteY2" fmla="*/ 26126 h 174493"/>
              <a:gd name="connsiteX3" fmla="*/ 10458994 w 11155680"/>
              <a:gd name="connsiteY3" fmla="*/ 104503 h 174493"/>
              <a:gd name="connsiteX4" fmla="*/ 10363200 w 11155680"/>
              <a:gd name="connsiteY4" fmla="*/ 165463 h 174493"/>
              <a:gd name="connsiteX5" fmla="*/ 10145486 w 11155680"/>
              <a:gd name="connsiteY5" fmla="*/ 174171 h 174493"/>
              <a:gd name="connsiteX6" fmla="*/ 9335589 w 11155680"/>
              <a:gd name="connsiteY6" fmla="*/ 165463 h 174493"/>
              <a:gd name="connsiteX7" fmla="*/ 8900160 w 11155680"/>
              <a:gd name="connsiteY7" fmla="*/ 148046 h 174493"/>
              <a:gd name="connsiteX8" fmla="*/ 0 w 11155680"/>
              <a:gd name="connsiteY8" fmla="*/ 159242 h 174493"/>
              <a:gd name="connsiteX0" fmla="*/ 11155680 w 11155680"/>
              <a:gd name="connsiteY0" fmla="*/ 0 h 174493"/>
              <a:gd name="connsiteX1" fmla="*/ 10755086 w 11155680"/>
              <a:gd name="connsiteY1" fmla="*/ 0 h 174493"/>
              <a:gd name="connsiteX2" fmla="*/ 10607040 w 11155680"/>
              <a:gd name="connsiteY2" fmla="*/ 26126 h 174493"/>
              <a:gd name="connsiteX3" fmla="*/ 10458994 w 11155680"/>
              <a:gd name="connsiteY3" fmla="*/ 104503 h 174493"/>
              <a:gd name="connsiteX4" fmla="*/ 10363200 w 11155680"/>
              <a:gd name="connsiteY4" fmla="*/ 165463 h 174493"/>
              <a:gd name="connsiteX5" fmla="*/ 10145486 w 11155680"/>
              <a:gd name="connsiteY5" fmla="*/ 174171 h 174493"/>
              <a:gd name="connsiteX6" fmla="*/ 9335589 w 11155680"/>
              <a:gd name="connsiteY6" fmla="*/ 165463 h 174493"/>
              <a:gd name="connsiteX7" fmla="*/ 8900160 w 11155680"/>
              <a:gd name="connsiteY7" fmla="*/ 148046 h 174493"/>
              <a:gd name="connsiteX8" fmla="*/ 0 w 11155680"/>
              <a:gd name="connsiteY8" fmla="*/ 159242 h 174493"/>
              <a:gd name="connsiteX0" fmla="*/ 11170609 w 11170609"/>
              <a:gd name="connsiteY0" fmla="*/ 0 h 174493"/>
              <a:gd name="connsiteX1" fmla="*/ 10770015 w 11170609"/>
              <a:gd name="connsiteY1" fmla="*/ 0 h 174493"/>
              <a:gd name="connsiteX2" fmla="*/ 10621969 w 11170609"/>
              <a:gd name="connsiteY2" fmla="*/ 26126 h 174493"/>
              <a:gd name="connsiteX3" fmla="*/ 10473923 w 11170609"/>
              <a:gd name="connsiteY3" fmla="*/ 104503 h 174493"/>
              <a:gd name="connsiteX4" fmla="*/ 10378129 w 11170609"/>
              <a:gd name="connsiteY4" fmla="*/ 165463 h 174493"/>
              <a:gd name="connsiteX5" fmla="*/ 10160415 w 11170609"/>
              <a:gd name="connsiteY5" fmla="*/ 174171 h 174493"/>
              <a:gd name="connsiteX6" fmla="*/ 9350518 w 11170609"/>
              <a:gd name="connsiteY6" fmla="*/ 165463 h 174493"/>
              <a:gd name="connsiteX7" fmla="*/ 8915089 w 11170609"/>
              <a:gd name="connsiteY7" fmla="*/ 148046 h 174493"/>
              <a:gd name="connsiteX8" fmla="*/ 0 w 11170609"/>
              <a:gd name="connsiteY8" fmla="*/ 159242 h 174493"/>
              <a:gd name="connsiteX0" fmla="*/ 11144484 w 11144484"/>
              <a:gd name="connsiteY0" fmla="*/ 0 h 174493"/>
              <a:gd name="connsiteX1" fmla="*/ 10743890 w 11144484"/>
              <a:gd name="connsiteY1" fmla="*/ 0 h 174493"/>
              <a:gd name="connsiteX2" fmla="*/ 10595844 w 11144484"/>
              <a:gd name="connsiteY2" fmla="*/ 26126 h 174493"/>
              <a:gd name="connsiteX3" fmla="*/ 10447798 w 11144484"/>
              <a:gd name="connsiteY3" fmla="*/ 104503 h 174493"/>
              <a:gd name="connsiteX4" fmla="*/ 10352004 w 11144484"/>
              <a:gd name="connsiteY4" fmla="*/ 165463 h 174493"/>
              <a:gd name="connsiteX5" fmla="*/ 10134290 w 11144484"/>
              <a:gd name="connsiteY5" fmla="*/ 174171 h 174493"/>
              <a:gd name="connsiteX6" fmla="*/ 9324393 w 11144484"/>
              <a:gd name="connsiteY6" fmla="*/ 165463 h 174493"/>
              <a:gd name="connsiteX7" fmla="*/ 8888964 w 11144484"/>
              <a:gd name="connsiteY7" fmla="*/ 148046 h 174493"/>
              <a:gd name="connsiteX8" fmla="*/ 0 w 11144484"/>
              <a:gd name="connsiteY8" fmla="*/ 159242 h 174493"/>
              <a:gd name="connsiteX0" fmla="*/ 11043713 w 11043713"/>
              <a:gd name="connsiteY0" fmla="*/ 0 h 174493"/>
              <a:gd name="connsiteX1" fmla="*/ 10643119 w 11043713"/>
              <a:gd name="connsiteY1" fmla="*/ 0 h 174493"/>
              <a:gd name="connsiteX2" fmla="*/ 10495073 w 11043713"/>
              <a:gd name="connsiteY2" fmla="*/ 26126 h 174493"/>
              <a:gd name="connsiteX3" fmla="*/ 10347027 w 11043713"/>
              <a:gd name="connsiteY3" fmla="*/ 104503 h 174493"/>
              <a:gd name="connsiteX4" fmla="*/ 10251233 w 11043713"/>
              <a:gd name="connsiteY4" fmla="*/ 165463 h 174493"/>
              <a:gd name="connsiteX5" fmla="*/ 10033519 w 11043713"/>
              <a:gd name="connsiteY5" fmla="*/ 174171 h 174493"/>
              <a:gd name="connsiteX6" fmla="*/ 9223622 w 11043713"/>
              <a:gd name="connsiteY6" fmla="*/ 165463 h 174493"/>
              <a:gd name="connsiteX7" fmla="*/ 8788193 w 11043713"/>
              <a:gd name="connsiteY7" fmla="*/ 148046 h 174493"/>
              <a:gd name="connsiteX8" fmla="*/ 0 w 11043713"/>
              <a:gd name="connsiteY8" fmla="*/ 159242 h 174493"/>
              <a:gd name="connsiteX0" fmla="*/ 11058642 w 11058642"/>
              <a:gd name="connsiteY0" fmla="*/ 0 h 174493"/>
              <a:gd name="connsiteX1" fmla="*/ 10658048 w 11058642"/>
              <a:gd name="connsiteY1" fmla="*/ 0 h 174493"/>
              <a:gd name="connsiteX2" fmla="*/ 10510002 w 11058642"/>
              <a:gd name="connsiteY2" fmla="*/ 26126 h 174493"/>
              <a:gd name="connsiteX3" fmla="*/ 10361956 w 11058642"/>
              <a:gd name="connsiteY3" fmla="*/ 104503 h 174493"/>
              <a:gd name="connsiteX4" fmla="*/ 10266162 w 11058642"/>
              <a:gd name="connsiteY4" fmla="*/ 165463 h 174493"/>
              <a:gd name="connsiteX5" fmla="*/ 10048448 w 11058642"/>
              <a:gd name="connsiteY5" fmla="*/ 174171 h 174493"/>
              <a:gd name="connsiteX6" fmla="*/ 9238551 w 11058642"/>
              <a:gd name="connsiteY6" fmla="*/ 165463 h 174493"/>
              <a:gd name="connsiteX7" fmla="*/ 8803122 w 11058642"/>
              <a:gd name="connsiteY7" fmla="*/ 148046 h 174493"/>
              <a:gd name="connsiteX8" fmla="*/ 0 w 11058642"/>
              <a:gd name="connsiteY8" fmla="*/ 159242 h 174493"/>
              <a:gd name="connsiteX0" fmla="*/ 11062374 w 11062374"/>
              <a:gd name="connsiteY0" fmla="*/ 0 h 174493"/>
              <a:gd name="connsiteX1" fmla="*/ 10661780 w 11062374"/>
              <a:gd name="connsiteY1" fmla="*/ 0 h 174493"/>
              <a:gd name="connsiteX2" fmla="*/ 10513734 w 11062374"/>
              <a:gd name="connsiteY2" fmla="*/ 26126 h 174493"/>
              <a:gd name="connsiteX3" fmla="*/ 10365688 w 11062374"/>
              <a:gd name="connsiteY3" fmla="*/ 104503 h 174493"/>
              <a:gd name="connsiteX4" fmla="*/ 10269894 w 11062374"/>
              <a:gd name="connsiteY4" fmla="*/ 165463 h 174493"/>
              <a:gd name="connsiteX5" fmla="*/ 10052180 w 11062374"/>
              <a:gd name="connsiteY5" fmla="*/ 174171 h 174493"/>
              <a:gd name="connsiteX6" fmla="*/ 9242283 w 11062374"/>
              <a:gd name="connsiteY6" fmla="*/ 165463 h 174493"/>
              <a:gd name="connsiteX7" fmla="*/ 8806854 w 11062374"/>
              <a:gd name="connsiteY7" fmla="*/ 148046 h 174493"/>
              <a:gd name="connsiteX8" fmla="*/ 0 w 11062374"/>
              <a:gd name="connsiteY8" fmla="*/ 159242 h 174493"/>
              <a:gd name="connsiteX0" fmla="*/ 11062374 w 11062374"/>
              <a:gd name="connsiteY0" fmla="*/ 0 h 174493"/>
              <a:gd name="connsiteX1" fmla="*/ 10661780 w 11062374"/>
              <a:gd name="connsiteY1" fmla="*/ 0 h 174493"/>
              <a:gd name="connsiteX2" fmla="*/ 10513734 w 11062374"/>
              <a:gd name="connsiteY2" fmla="*/ 26126 h 174493"/>
              <a:gd name="connsiteX3" fmla="*/ 10365688 w 11062374"/>
              <a:gd name="connsiteY3" fmla="*/ 104503 h 174493"/>
              <a:gd name="connsiteX4" fmla="*/ 10269894 w 11062374"/>
              <a:gd name="connsiteY4" fmla="*/ 165463 h 174493"/>
              <a:gd name="connsiteX5" fmla="*/ 10052180 w 11062374"/>
              <a:gd name="connsiteY5" fmla="*/ 174171 h 174493"/>
              <a:gd name="connsiteX6" fmla="*/ 8806854 w 11062374"/>
              <a:gd name="connsiteY6" fmla="*/ 148046 h 174493"/>
              <a:gd name="connsiteX7" fmla="*/ 0 w 11062374"/>
              <a:gd name="connsiteY7" fmla="*/ 159242 h 174493"/>
              <a:gd name="connsiteX0" fmla="*/ 6391642 w 6391642"/>
              <a:gd name="connsiteY0" fmla="*/ 0 h 174493"/>
              <a:gd name="connsiteX1" fmla="*/ 5991048 w 6391642"/>
              <a:gd name="connsiteY1" fmla="*/ 0 h 174493"/>
              <a:gd name="connsiteX2" fmla="*/ 5843002 w 6391642"/>
              <a:gd name="connsiteY2" fmla="*/ 26126 h 174493"/>
              <a:gd name="connsiteX3" fmla="*/ 5694956 w 6391642"/>
              <a:gd name="connsiteY3" fmla="*/ 104503 h 174493"/>
              <a:gd name="connsiteX4" fmla="*/ 5599162 w 6391642"/>
              <a:gd name="connsiteY4" fmla="*/ 165463 h 174493"/>
              <a:gd name="connsiteX5" fmla="*/ 5381448 w 6391642"/>
              <a:gd name="connsiteY5" fmla="*/ 174171 h 174493"/>
              <a:gd name="connsiteX6" fmla="*/ 4136122 w 6391642"/>
              <a:gd name="connsiteY6" fmla="*/ 148046 h 174493"/>
              <a:gd name="connsiteX7" fmla="*/ 0 w 6391642"/>
              <a:gd name="connsiteY7" fmla="*/ 151083 h 174493"/>
              <a:gd name="connsiteX0" fmla="*/ 4250040 w 4250040"/>
              <a:gd name="connsiteY0" fmla="*/ 0 h 174493"/>
              <a:gd name="connsiteX1" fmla="*/ 3849446 w 4250040"/>
              <a:gd name="connsiteY1" fmla="*/ 0 h 174493"/>
              <a:gd name="connsiteX2" fmla="*/ 3701400 w 4250040"/>
              <a:gd name="connsiteY2" fmla="*/ 26126 h 174493"/>
              <a:gd name="connsiteX3" fmla="*/ 3553354 w 4250040"/>
              <a:gd name="connsiteY3" fmla="*/ 104503 h 174493"/>
              <a:gd name="connsiteX4" fmla="*/ 3457560 w 4250040"/>
              <a:gd name="connsiteY4" fmla="*/ 165463 h 174493"/>
              <a:gd name="connsiteX5" fmla="*/ 3239846 w 4250040"/>
              <a:gd name="connsiteY5" fmla="*/ 174171 h 174493"/>
              <a:gd name="connsiteX6" fmla="*/ 1994520 w 4250040"/>
              <a:gd name="connsiteY6" fmla="*/ 148046 h 174493"/>
              <a:gd name="connsiteX7" fmla="*/ 0 w 4250040"/>
              <a:gd name="connsiteY7" fmla="*/ 142924 h 174493"/>
              <a:gd name="connsiteX0" fmla="*/ 4270436 w 4270436"/>
              <a:gd name="connsiteY0" fmla="*/ 0 h 174493"/>
              <a:gd name="connsiteX1" fmla="*/ 3869842 w 4270436"/>
              <a:gd name="connsiteY1" fmla="*/ 0 h 174493"/>
              <a:gd name="connsiteX2" fmla="*/ 3721796 w 4270436"/>
              <a:gd name="connsiteY2" fmla="*/ 26126 h 174493"/>
              <a:gd name="connsiteX3" fmla="*/ 3573750 w 4270436"/>
              <a:gd name="connsiteY3" fmla="*/ 104503 h 174493"/>
              <a:gd name="connsiteX4" fmla="*/ 3477956 w 4270436"/>
              <a:gd name="connsiteY4" fmla="*/ 165463 h 174493"/>
              <a:gd name="connsiteX5" fmla="*/ 3260242 w 4270436"/>
              <a:gd name="connsiteY5" fmla="*/ 174171 h 174493"/>
              <a:gd name="connsiteX6" fmla="*/ 2014916 w 4270436"/>
              <a:gd name="connsiteY6" fmla="*/ 148046 h 174493"/>
              <a:gd name="connsiteX7" fmla="*/ 0 w 4270436"/>
              <a:gd name="connsiteY7" fmla="*/ 151082 h 174493"/>
              <a:gd name="connsiteX0" fmla="*/ 4282674 w 4282674"/>
              <a:gd name="connsiteY0" fmla="*/ 0 h 174493"/>
              <a:gd name="connsiteX1" fmla="*/ 3882080 w 4282674"/>
              <a:gd name="connsiteY1" fmla="*/ 0 h 174493"/>
              <a:gd name="connsiteX2" fmla="*/ 3734034 w 4282674"/>
              <a:gd name="connsiteY2" fmla="*/ 26126 h 174493"/>
              <a:gd name="connsiteX3" fmla="*/ 3585988 w 4282674"/>
              <a:gd name="connsiteY3" fmla="*/ 104503 h 174493"/>
              <a:gd name="connsiteX4" fmla="*/ 3490194 w 4282674"/>
              <a:gd name="connsiteY4" fmla="*/ 165463 h 174493"/>
              <a:gd name="connsiteX5" fmla="*/ 3272480 w 4282674"/>
              <a:gd name="connsiteY5" fmla="*/ 174171 h 174493"/>
              <a:gd name="connsiteX6" fmla="*/ 2027154 w 4282674"/>
              <a:gd name="connsiteY6" fmla="*/ 148046 h 174493"/>
              <a:gd name="connsiteX7" fmla="*/ 0 w 4282674"/>
              <a:gd name="connsiteY7" fmla="*/ 151082 h 174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82674" h="174493">
                <a:moveTo>
                  <a:pt x="4282674" y="0"/>
                </a:moveTo>
                <a:lnTo>
                  <a:pt x="3882080" y="0"/>
                </a:lnTo>
                <a:cubicBezTo>
                  <a:pt x="3790640" y="4354"/>
                  <a:pt x="3783383" y="8709"/>
                  <a:pt x="3734034" y="26126"/>
                </a:cubicBezTo>
                <a:cubicBezTo>
                  <a:pt x="3684685" y="43543"/>
                  <a:pt x="3626628" y="81280"/>
                  <a:pt x="3585988" y="104503"/>
                </a:cubicBezTo>
                <a:cubicBezTo>
                  <a:pt x="3545348" y="127726"/>
                  <a:pt x="3542445" y="153852"/>
                  <a:pt x="3490194" y="165463"/>
                </a:cubicBezTo>
                <a:cubicBezTo>
                  <a:pt x="3437943" y="177074"/>
                  <a:pt x="3443748" y="174171"/>
                  <a:pt x="3272480" y="174171"/>
                </a:cubicBezTo>
                <a:cubicBezTo>
                  <a:pt x="2857371" y="165463"/>
                  <a:pt x="2572567" y="151894"/>
                  <a:pt x="2027154" y="148046"/>
                </a:cubicBezTo>
                <a:lnTo>
                  <a:pt x="0" y="151082"/>
                </a:lnTo>
              </a:path>
            </a:pathLst>
          </a:custGeom>
          <a:noFill/>
          <a:ln w="57150">
            <a:solidFill>
              <a:srgbClr val="CFB87C"/>
            </a:solidFill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1055D98-C87D-400A-80CF-18F00CE768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282704"/>
            <a:ext cx="7315200" cy="606425"/>
          </a:xfrm>
        </p:spPr>
        <p:txBody>
          <a:bodyPr anchor="b"/>
          <a:lstStyle>
            <a:lvl1pPr marL="0" indent="0">
              <a:buNone/>
              <a:defRPr b="1" i="1"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53413982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4158" y="585378"/>
            <a:ext cx="10635967" cy="576938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02D058D-006C-45F6-827F-2AEED27266B3}" type="datetime1">
              <a:rPr lang="en-US" smtClean="0"/>
              <a:t>3/5/2025</a:t>
            </a:fld>
            <a:r>
              <a:rPr lang="en-US"/>
              <a:t>   Lecture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C1A587-4483-4ACB-9B71-05EDA7F6BA2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0C13F92-5B73-4C0A-BEFA-0F437AD2B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1879" y="109127"/>
            <a:ext cx="10748244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University of Colorado - Boulder Smead Aerospace Engineering Sciences</a:t>
            </a:r>
          </a:p>
        </p:txBody>
      </p:sp>
    </p:spTree>
    <p:extLst>
      <p:ext uri="{BB962C8B-B14F-4D97-AF65-F5344CB8AC3E}">
        <p14:creationId xmlns:p14="http://schemas.microsoft.com/office/powerpoint/2010/main" val="8519111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4158" y="585378"/>
            <a:ext cx="10635967" cy="576938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A2AF080-FE2B-406F-B720-14D358EC8E28}" type="datetime1">
              <a:rPr lang="en-US" smtClean="0"/>
              <a:t>3/5/2025</a:t>
            </a:fld>
            <a:r>
              <a:rPr lang="en-US"/>
              <a:t>   Lecture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C1A587-4483-4ACB-9B71-05EDA7F6BA2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0C13F92-5B73-4C0A-BEFA-0F437AD2B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1879" y="109127"/>
            <a:ext cx="10748244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ASEN2002 Intro to Thermodynamics and Aerodynamics               	             Fall 2018</a:t>
            </a:r>
          </a:p>
        </p:txBody>
      </p:sp>
    </p:spTree>
    <p:extLst>
      <p:ext uri="{BB962C8B-B14F-4D97-AF65-F5344CB8AC3E}">
        <p14:creationId xmlns:p14="http://schemas.microsoft.com/office/powerpoint/2010/main" val="1566560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8159D-4A37-4505-B16A-3C77227D87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2" y="1891862"/>
            <a:ext cx="7315201" cy="1258056"/>
          </a:xfrm>
        </p:spPr>
        <p:txBody>
          <a:bodyPr anchor="t"/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C68CA4-1DB2-46E5-9E9A-42E3FCBAC3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2" y="3602038"/>
            <a:ext cx="9829801" cy="1655762"/>
          </a:xfrm>
        </p:spPr>
        <p:txBody>
          <a:bodyPr/>
          <a:lstStyle>
            <a:lvl1pPr marL="0" indent="0" algn="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D1CFC7-62DC-448D-B15F-A45B062A8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CB3EA-BD98-446D-8D63-B6D9F2C64FFC}" type="datetime1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20C97-4032-4B29-A1C5-638AC1B61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Colorado - Boulder</a:t>
            </a:r>
          </a:p>
          <a:p>
            <a:r>
              <a:rPr lang="en-US"/>
              <a:t>Smead Aerospace Engineering Sciences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36B85-CCB6-4A3E-8106-DAB39566E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67F07-FE2B-4BD4-93CB-234175A568EC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D66952-5E8D-445D-B639-6AE7D07284C2}"/>
              </a:ext>
            </a:extLst>
          </p:cNvPr>
          <p:cNvGrpSpPr/>
          <p:nvPr/>
        </p:nvGrpSpPr>
        <p:grpSpPr>
          <a:xfrm>
            <a:off x="6220612" y="2495403"/>
            <a:ext cx="4190963" cy="940761"/>
            <a:chOff x="4489635" y="858690"/>
            <a:chExt cx="3157118" cy="708691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C33BF4C-375E-472C-8F0C-9CA3E39CDDB0}"/>
                </a:ext>
              </a:extLst>
            </p:cNvPr>
            <p:cNvSpPr/>
            <p:nvPr userDrawn="1"/>
          </p:nvSpPr>
          <p:spPr>
            <a:xfrm>
              <a:off x="4489635" y="858690"/>
              <a:ext cx="3157118" cy="708691"/>
            </a:xfrm>
            <a:custGeom>
              <a:avLst/>
              <a:gdLst>
                <a:gd name="connsiteX0" fmla="*/ 5777070 w 5777070"/>
                <a:gd name="connsiteY0" fmla="*/ 357282 h 835677"/>
                <a:gd name="connsiteX1" fmla="*/ 5728625 w 5777070"/>
                <a:gd name="connsiteY1" fmla="*/ 211947 h 835677"/>
                <a:gd name="connsiteX2" fmla="*/ 5613568 w 5777070"/>
                <a:gd name="connsiteY2" fmla="*/ 133224 h 835677"/>
                <a:gd name="connsiteX3" fmla="*/ 5528789 w 5777070"/>
                <a:gd name="connsiteY3" fmla="*/ 121113 h 835677"/>
                <a:gd name="connsiteX4" fmla="*/ 5450066 w 5777070"/>
                <a:gd name="connsiteY4" fmla="*/ 48445 h 835677"/>
                <a:gd name="connsiteX5" fmla="*/ 5298676 w 5777070"/>
                <a:gd name="connsiteY5" fmla="*/ 0 h 835677"/>
                <a:gd name="connsiteX6" fmla="*/ 5086728 w 5777070"/>
                <a:gd name="connsiteY6" fmla="*/ 42389 h 835677"/>
                <a:gd name="connsiteX7" fmla="*/ 4923226 w 5777070"/>
                <a:gd name="connsiteY7" fmla="*/ 163502 h 835677"/>
                <a:gd name="connsiteX8" fmla="*/ 4662834 w 5777070"/>
                <a:gd name="connsiteY8" fmla="*/ 302781 h 835677"/>
                <a:gd name="connsiteX9" fmla="*/ 4251052 w 5777070"/>
                <a:gd name="connsiteY9" fmla="*/ 448117 h 835677"/>
                <a:gd name="connsiteX10" fmla="*/ 3451709 w 5777070"/>
                <a:gd name="connsiteY10" fmla="*/ 623730 h 835677"/>
                <a:gd name="connsiteX11" fmla="*/ 968901 w 5777070"/>
                <a:gd name="connsiteY11" fmla="*/ 696397 h 835677"/>
                <a:gd name="connsiteX12" fmla="*/ 0 w 5777070"/>
                <a:gd name="connsiteY12" fmla="*/ 738787 h 835677"/>
                <a:gd name="connsiteX13" fmla="*/ 0 w 5777070"/>
                <a:gd name="connsiteY13" fmla="*/ 799343 h 835677"/>
                <a:gd name="connsiteX14" fmla="*/ 4232885 w 5777070"/>
                <a:gd name="connsiteY14" fmla="*/ 781176 h 835677"/>
                <a:gd name="connsiteX15" fmla="*/ 4717335 w 5777070"/>
                <a:gd name="connsiteY15" fmla="*/ 811454 h 835677"/>
                <a:gd name="connsiteX16" fmla="*/ 4868726 w 5777070"/>
                <a:gd name="connsiteY16" fmla="*/ 835677 h 835677"/>
                <a:gd name="connsiteX17" fmla="*/ 5207841 w 5777070"/>
                <a:gd name="connsiteY17" fmla="*/ 817510 h 835677"/>
                <a:gd name="connsiteX18" fmla="*/ 5383454 w 5777070"/>
                <a:gd name="connsiteY18" fmla="*/ 781176 h 835677"/>
                <a:gd name="connsiteX19" fmla="*/ 5498511 w 5777070"/>
                <a:gd name="connsiteY19" fmla="*/ 702453 h 835677"/>
                <a:gd name="connsiteX20" fmla="*/ 5613568 w 5777070"/>
                <a:gd name="connsiteY20" fmla="*/ 672175 h 835677"/>
                <a:gd name="connsiteX21" fmla="*/ 5740736 w 5777070"/>
                <a:gd name="connsiteY21" fmla="*/ 508673 h 835677"/>
                <a:gd name="connsiteX22" fmla="*/ 5777070 w 5777070"/>
                <a:gd name="connsiteY22" fmla="*/ 357282 h 835677"/>
                <a:gd name="connsiteX0" fmla="*/ 5777070 w 5777070"/>
                <a:gd name="connsiteY0" fmla="*/ 357326 h 835721"/>
                <a:gd name="connsiteX1" fmla="*/ 5728625 w 5777070"/>
                <a:gd name="connsiteY1" fmla="*/ 211991 h 835721"/>
                <a:gd name="connsiteX2" fmla="*/ 5613568 w 5777070"/>
                <a:gd name="connsiteY2" fmla="*/ 133268 h 835721"/>
                <a:gd name="connsiteX3" fmla="*/ 5528789 w 5777070"/>
                <a:gd name="connsiteY3" fmla="*/ 121157 h 835721"/>
                <a:gd name="connsiteX4" fmla="*/ 5450066 w 5777070"/>
                <a:gd name="connsiteY4" fmla="*/ 48489 h 835721"/>
                <a:gd name="connsiteX5" fmla="*/ 5298676 w 5777070"/>
                <a:gd name="connsiteY5" fmla="*/ 44 h 835721"/>
                <a:gd name="connsiteX6" fmla="*/ 5086728 w 5777070"/>
                <a:gd name="connsiteY6" fmla="*/ 42433 h 835721"/>
                <a:gd name="connsiteX7" fmla="*/ 4923226 w 5777070"/>
                <a:gd name="connsiteY7" fmla="*/ 163546 h 835721"/>
                <a:gd name="connsiteX8" fmla="*/ 4662834 w 5777070"/>
                <a:gd name="connsiteY8" fmla="*/ 302825 h 835721"/>
                <a:gd name="connsiteX9" fmla="*/ 4251052 w 5777070"/>
                <a:gd name="connsiteY9" fmla="*/ 448161 h 835721"/>
                <a:gd name="connsiteX10" fmla="*/ 3451709 w 5777070"/>
                <a:gd name="connsiteY10" fmla="*/ 623774 h 835721"/>
                <a:gd name="connsiteX11" fmla="*/ 968901 w 5777070"/>
                <a:gd name="connsiteY11" fmla="*/ 696441 h 835721"/>
                <a:gd name="connsiteX12" fmla="*/ 0 w 5777070"/>
                <a:gd name="connsiteY12" fmla="*/ 738831 h 835721"/>
                <a:gd name="connsiteX13" fmla="*/ 0 w 5777070"/>
                <a:gd name="connsiteY13" fmla="*/ 799387 h 835721"/>
                <a:gd name="connsiteX14" fmla="*/ 4232885 w 5777070"/>
                <a:gd name="connsiteY14" fmla="*/ 781220 h 835721"/>
                <a:gd name="connsiteX15" fmla="*/ 4717335 w 5777070"/>
                <a:gd name="connsiteY15" fmla="*/ 811498 h 835721"/>
                <a:gd name="connsiteX16" fmla="*/ 4868726 w 5777070"/>
                <a:gd name="connsiteY16" fmla="*/ 835721 h 835721"/>
                <a:gd name="connsiteX17" fmla="*/ 5207841 w 5777070"/>
                <a:gd name="connsiteY17" fmla="*/ 817554 h 835721"/>
                <a:gd name="connsiteX18" fmla="*/ 5383454 w 5777070"/>
                <a:gd name="connsiteY18" fmla="*/ 781220 h 835721"/>
                <a:gd name="connsiteX19" fmla="*/ 5498511 w 5777070"/>
                <a:gd name="connsiteY19" fmla="*/ 702497 h 835721"/>
                <a:gd name="connsiteX20" fmla="*/ 5613568 w 5777070"/>
                <a:gd name="connsiteY20" fmla="*/ 672219 h 835721"/>
                <a:gd name="connsiteX21" fmla="*/ 5740736 w 5777070"/>
                <a:gd name="connsiteY21" fmla="*/ 508717 h 835721"/>
                <a:gd name="connsiteX22" fmla="*/ 5777070 w 5777070"/>
                <a:gd name="connsiteY22" fmla="*/ 357326 h 835721"/>
                <a:gd name="connsiteX0" fmla="*/ 5777070 w 5777070"/>
                <a:gd name="connsiteY0" fmla="*/ 357432 h 835827"/>
                <a:gd name="connsiteX1" fmla="*/ 5728625 w 5777070"/>
                <a:gd name="connsiteY1" fmla="*/ 212097 h 835827"/>
                <a:gd name="connsiteX2" fmla="*/ 5613568 w 5777070"/>
                <a:gd name="connsiteY2" fmla="*/ 133374 h 835827"/>
                <a:gd name="connsiteX3" fmla="*/ 5528789 w 5777070"/>
                <a:gd name="connsiteY3" fmla="*/ 121263 h 835827"/>
                <a:gd name="connsiteX4" fmla="*/ 5450066 w 5777070"/>
                <a:gd name="connsiteY4" fmla="*/ 48595 h 835827"/>
                <a:gd name="connsiteX5" fmla="*/ 5298676 w 5777070"/>
                <a:gd name="connsiteY5" fmla="*/ 150 h 835827"/>
                <a:gd name="connsiteX6" fmla="*/ 5086728 w 5777070"/>
                <a:gd name="connsiteY6" fmla="*/ 42539 h 835827"/>
                <a:gd name="connsiteX7" fmla="*/ 4923226 w 5777070"/>
                <a:gd name="connsiteY7" fmla="*/ 163652 h 835827"/>
                <a:gd name="connsiteX8" fmla="*/ 4662834 w 5777070"/>
                <a:gd name="connsiteY8" fmla="*/ 302931 h 835827"/>
                <a:gd name="connsiteX9" fmla="*/ 4251052 w 5777070"/>
                <a:gd name="connsiteY9" fmla="*/ 448267 h 835827"/>
                <a:gd name="connsiteX10" fmla="*/ 3451709 w 5777070"/>
                <a:gd name="connsiteY10" fmla="*/ 623880 h 835827"/>
                <a:gd name="connsiteX11" fmla="*/ 968901 w 5777070"/>
                <a:gd name="connsiteY11" fmla="*/ 696547 h 835827"/>
                <a:gd name="connsiteX12" fmla="*/ 0 w 5777070"/>
                <a:gd name="connsiteY12" fmla="*/ 738937 h 835827"/>
                <a:gd name="connsiteX13" fmla="*/ 0 w 5777070"/>
                <a:gd name="connsiteY13" fmla="*/ 799493 h 835827"/>
                <a:gd name="connsiteX14" fmla="*/ 4232885 w 5777070"/>
                <a:gd name="connsiteY14" fmla="*/ 781326 h 835827"/>
                <a:gd name="connsiteX15" fmla="*/ 4717335 w 5777070"/>
                <a:gd name="connsiteY15" fmla="*/ 811604 h 835827"/>
                <a:gd name="connsiteX16" fmla="*/ 4868726 w 5777070"/>
                <a:gd name="connsiteY16" fmla="*/ 835827 h 835827"/>
                <a:gd name="connsiteX17" fmla="*/ 5207841 w 5777070"/>
                <a:gd name="connsiteY17" fmla="*/ 817660 h 835827"/>
                <a:gd name="connsiteX18" fmla="*/ 5383454 w 5777070"/>
                <a:gd name="connsiteY18" fmla="*/ 781326 h 835827"/>
                <a:gd name="connsiteX19" fmla="*/ 5498511 w 5777070"/>
                <a:gd name="connsiteY19" fmla="*/ 702603 h 835827"/>
                <a:gd name="connsiteX20" fmla="*/ 5613568 w 5777070"/>
                <a:gd name="connsiteY20" fmla="*/ 672325 h 835827"/>
                <a:gd name="connsiteX21" fmla="*/ 5740736 w 5777070"/>
                <a:gd name="connsiteY21" fmla="*/ 508823 h 835827"/>
                <a:gd name="connsiteX22" fmla="*/ 5777070 w 5777070"/>
                <a:gd name="connsiteY22" fmla="*/ 357432 h 835827"/>
                <a:gd name="connsiteX0" fmla="*/ 5777070 w 5777070"/>
                <a:gd name="connsiteY0" fmla="*/ 357432 h 835827"/>
                <a:gd name="connsiteX1" fmla="*/ 5728625 w 5777070"/>
                <a:gd name="connsiteY1" fmla="*/ 212097 h 835827"/>
                <a:gd name="connsiteX2" fmla="*/ 5613568 w 5777070"/>
                <a:gd name="connsiteY2" fmla="*/ 133374 h 835827"/>
                <a:gd name="connsiteX3" fmla="*/ 5528789 w 5777070"/>
                <a:gd name="connsiteY3" fmla="*/ 121263 h 835827"/>
                <a:gd name="connsiteX4" fmla="*/ 5450066 w 5777070"/>
                <a:gd name="connsiteY4" fmla="*/ 48595 h 835827"/>
                <a:gd name="connsiteX5" fmla="*/ 5298676 w 5777070"/>
                <a:gd name="connsiteY5" fmla="*/ 150 h 835827"/>
                <a:gd name="connsiteX6" fmla="*/ 5086728 w 5777070"/>
                <a:gd name="connsiteY6" fmla="*/ 42539 h 835827"/>
                <a:gd name="connsiteX7" fmla="*/ 4923226 w 5777070"/>
                <a:gd name="connsiteY7" fmla="*/ 163652 h 835827"/>
                <a:gd name="connsiteX8" fmla="*/ 4662834 w 5777070"/>
                <a:gd name="connsiteY8" fmla="*/ 302931 h 835827"/>
                <a:gd name="connsiteX9" fmla="*/ 4251052 w 5777070"/>
                <a:gd name="connsiteY9" fmla="*/ 448267 h 835827"/>
                <a:gd name="connsiteX10" fmla="*/ 3451709 w 5777070"/>
                <a:gd name="connsiteY10" fmla="*/ 623880 h 835827"/>
                <a:gd name="connsiteX11" fmla="*/ 968901 w 5777070"/>
                <a:gd name="connsiteY11" fmla="*/ 696547 h 835827"/>
                <a:gd name="connsiteX12" fmla="*/ 0 w 5777070"/>
                <a:gd name="connsiteY12" fmla="*/ 738937 h 835827"/>
                <a:gd name="connsiteX13" fmla="*/ 0 w 5777070"/>
                <a:gd name="connsiteY13" fmla="*/ 799493 h 835827"/>
                <a:gd name="connsiteX14" fmla="*/ 4232885 w 5777070"/>
                <a:gd name="connsiteY14" fmla="*/ 781326 h 835827"/>
                <a:gd name="connsiteX15" fmla="*/ 4717335 w 5777070"/>
                <a:gd name="connsiteY15" fmla="*/ 811604 h 835827"/>
                <a:gd name="connsiteX16" fmla="*/ 4868726 w 5777070"/>
                <a:gd name="connsiteY16" fmla="*/ 835827 h 835827"/>
                <a:gd name="connsiteX17" fmla="*/ 5207841 w 5777070"/>
                <a:gd name="connsiteY17" fmla="*/ 817660 h 835827"/>
                <a:gd name="connsiteX18" fmla="*/ 5383454 w 5777070"/>
                <a:gd name="connsiteY18" fmla="*/ 781326 h 835827"/>
                <a:gd name="connsiteX19" fmla="*/ 5498511 w 5777070"/>
                <a:gd name="connsiteY19" fmla="*/ 702603 h 835827"/>
                <a:gd name="connsiteX20" fmla="*/ 5613568 w 5777070"/>
                <a:gd name="connsiteY20" fmla="*/ 672325 h 835827"/>
                <a:gd name="connsiteX21" fmla="*/ 5740736 w 5777070"/>
                <a:gd name="connsiteY21" fmla="*/ 508823 h 835827"/>
                <a:gd name="connsiteX22" fmla="*/ 5777070 w 5777070"/>
                <a:gd name="connsiteY22" fmla="*/ 357432 h 835827"/>
                <a:gd name="connsiteX0" fmla="*/ 5777070 w 5777070"/>
                <a:gd name="connsiteY0" fmla="*/ 357432 h 835827"/>
                <a:gd name="connsiteX1" fmla="*/ 5728625 w 5777070"/>
                <a:gd name="connsiteY1" fmla="*/ 212097 h 835827"/>
                <a:gd name="connsiteX2" fmla="*/ 5613568 w 5777070"/>
                <a:gd name="connsiteY2" fmla="*/ 133374 h 835827"/>
                <a:gd name="connsiteX3" fmla="*/ 5528789 w 5777070"/>
                <a:gd name="connsiteY3" fmla="*/ 121263 h 835827"/>
                <a:gd name="connsiteX4" fmla="*/ 5450066 w 5777070"/>
                <a:gd name="connsiteY4" fmla="*/ 48595 h 835827"/>
                <a:gd name="connsiteX5" fmla="*/ 5298676 w 5777070"/>
                <a:gd name="connsiteY5" fmla="*/ 150 h 835827"/>
                <a:gd name="connsiteX6" fmla="*/ 5086728 w 5777070"/>
                <a:gd name="connsiteY6" fmla="*/ 42539 h 835827"/>
                <a:gd name="connsiteX7" fmla="*/ 4923226 w 5777070"/>
                <a:gd name="connsiteY7" fmla="*/ 163652 h 835827"/>
                <a:gd name="connsiteX8" fmla="*/ 4662834 w 5777070"/>
                <a:gd name="connsiteY8" fmla="*/ 302931 h 835827"/>
                <a:gd name="connsiteX9" fmla="*/ 4251052 w 5777070"/>
                <a:gd name="connsiteY9" fmla="*/ 448267 h 835827"/>
                <a:gd name="connsiteX10" fmla="*/ 3451709 w 5777070"/>
                <a:gd name="connsiteY10" fmla="*/ 623880 h 835827"/>
                <a:gd name="connsiteX11" fmla="*/ 968901 w 5777070"/>
                <a:gd name="connsiteY11" fmla="*/ 696547 h 835827"/>
                <a:gd name="connsiteX12" fmla="*/ 0 w 5777070"/>
                <a:gd name="connsiteY12" fmla="*/ 738937 h 835827"/>
                <a:gd name="connsiteX13" fmla="*/ 0 w 5777070"/>
                <a:gd name="connsiteY13" fmla="*/ 799493 h 835827"/>
                <a:gd name="connsiteX14" fmla="*/ 4232885 w 5777070"/>
                <a:gd name="connsiteY14" fmla="*/ 781326 h 835827"/>
                <a:gd name="connsiteX15" fmla="*/ 4717335 w 5777070"/>
                <a:gd name="connsiteY15" fmla="*/ 811604 h 835827"/>
                <a:gd name="connsiteX16" fmla="*/ 4868726 w 5777070"/>
                <a:gd name="connsiteY16" fmla="*/ 835827 h 835827"/>
                <a:gd name="connsiteX17" fmla="*/ 5207841 w 5777070"/>
                <a:gd name="connsiteY17" fmla="*/ 817660 h 835827"/>
                <a:gd name="connsiteX18" fmla="*/ 5383454 w 5777070"/>
                <a:gd name="connsiteY18" fmla="*/ 781326 h 835827"/>
                <a:gd name="connsiteX19" fmla="*/ 5498511 w 5777070"/>
                <a:gd name="connsiteY19" fmla="*/ 702603 h 835827"/>
                <a:gd name="connsiteX20" fmla="*/ 5613568 w 5777070"/>
                <a:gd name="connsiteY20" fmla="*/ 672325 h 835827"/>
                <a:gd name="connsiteX21" fmla="*/ 5740736 w 5777070"/>
                <a:gd name="connsiteY21" fmla="*/ 508823 h 835827"/>
                <a:gd name="connsiteX22" fmla="*/ 5777070 w 5777070"/>
                <a:gd name="connsiteY22" fmla="*/ 357432 h 835827"/>
                <a:gd name="connsiteX0" fmla="*/ 5777070 w 5777070"/>
                <a:gd name="connsiteY0" fmla="*/ 357432 h 835827"/>
                <a:gd name="connsiteX1" fmla="*/ 5728625 w 5777070"/>
                <a:gd name="connsiteY1" fmla="*/ 212097 h 835827"/>
                <a:gd name="connsiteX2" fmla="*/ 5613568 w 5777070"/>
                <a:gd name="connsiteY2" fmla="*/ 133374 h 835827"/>
                <a:gd name="connsiteX3" fmla="*/ 5528789 w 5777070"/>
                <a:gd name="connsiteY3" fmla="*/ 121263 h 835827"/>
                <a:gd name="connsiteX4" fmla="*/ 5450066 w 5777070"/>
                <a:gd name="connsiteY4" fmla="*/ 48595 h 835827"/>
                <a:gd name="connsiteX5" fmla="*/ 5298676 w 5777070"/>
                <a:gd name="connsiteY5" fmla="*/ 150 h 835827"/>
                <a:gd name="connsiteX6" fmla="*/ 5086728 w 5777070"/>
                <a:gd name="connsiteY6" fmla="*/ 42539 h 835827"/>
                <a:gd name="connsiteX7" fmla="*/ 4923226 w 5777070"/>
                <a:gd name="connsiteY7" fmla="*/ 163652 h 835827"/>
                <a:gd name="connsiteX8" fmla="*/ 4662834 w 5777070"/>
                <a:gd name="connsiteY8" fmla="*/ 302931 h 835827"/>
                <a:gd name="connsiteX9" fmla="*/ 4251052 w 5777070"/>
                <a:gd name="connsiteY9" fmla="*/ 448267 h 835827"/>
                <a:gd name="connsiteX10" fmla="*/ 3451709 w 5777070"/>
                <a:gd name="connsiteY10" fmla="*/ 623880 h 835827"/>
                <a:gd name="connsiteX11" fmla="*/ 968901 w 5777070"/>
                <a:gd name="connsiteY11" fmla="*/ 696547 h 835827"/>
                <a:gd name="connsiteX12" fmla="*/ 0 w 5777070"/>
                <a:gd name="connsiteY12" fmla="*/ 738937 h 835827"/>
                <a:gd name="connsiteX13" fmla="*/ 0 w 5777070"/>
                <a:gd name="connsiteY13" fmla="*/ 799493 h 835827"/>
                <a:gd name="connsiteX14" fmla="*/ 4232885 w 5777070"/>
                <a:gd name="connsiteY14" fmla="*/ 781326 h 835827"/>
                <a:gd name="connsiteX15" fmla="*/ 4717335 w 5777070"/>
                <a:gd name="connsiteY15" fmla="*/ 811604 h 835827"/>
                <a:gd name="connsiteX16" fmla="*/ 4868726 w 5777070"/>
                <a:gd name="connsiteY16" fmla="*/ 835827 h 835827"/>
                <a:gd name="connsiteX17" fmla="*/ 5207841 w 5777070"/>
                <a:gd name="connsiteY17" fmla="*/ 817660 h 835827"/>
                <a:gd name="connsiteX18" fmla="*/ 5383454 w 5777070"/>
                <a:gd name="connsiteY18" fmla="*/ 781326 h 835827"/>
                <a:gd name="connsiteX19" fmla="*/ 5498511 w 5777070"/>
                <a:gd name="connsiteY19" fmla="*/ 702603 h 835827"/>
                <a:gd name="connsiteX20" fmla="*/ 5613568 w 5777070"/>
                <a:gd name="connsiteY20" fmla="*/ 672325 h 835827"/>
                <a:gd name="connsiteX21" fmla="*/ 5740736 w 5777070"/>
                <a:gd name="connsiteY21" fmla="*/ 508823 h 835827"/>
                <a:gd name="connsiteX22" fmla="*/ 5777070 w 5777070"/>
                <a:gd name="connsiteY22" fmla="*/ 357432 h 835827"/>
                <a:gd name="connsiteX0" fmla="*/ 5777070 w 5777070"/>
                <a:gd name="connsiteY0" fmla="*/ 357432 h 835827"/>
                <a:gd name="connsiteX1" fmla="*/ 5728625 w 5777070"/>
                <a:gd name="connsiteY1" fmla="*/ 212097 h 835827"/>
                <a:gd name="connsiteX2" fmla="*/ 5613568 w 5777070"/>
                <a:gd name="connsiteY2" fmla="*/ 133374 h 835827"/>
                <a:gd name="connsiteX3" fmla="*/ 5528789 w 5777070"/>
                <a:gd name="connsiteY3" fmla="*/ 121263 h 835827"/>
                <a:gd name="connsiteX4" fmla="*/ 5450066 w 5777070"/>
                <a:gd name="connsiteY4" fmla="*/ 48595 h 835827"/>
                <a:gd name="connsiteX5" fmla="*/ 5298676 w 5777070"/>
                <a:gd name="connsiteY5" fmla="*/ 150 h 835827"/>
                <a:gd name="connsiteX6" fmla="*/ 5086728 w 5777070"/>
                <a:gd name="connsiteY6" fmla="*/ 42539 h 835827"/>
                <a:gd name="connsiteX7" fmla="*/ 4923226 w 5777070"/>
                <a:gd name="connsiteY7" fmla="*/ 163652 h 835827"/>
                <a:gd name="connsiteX8" fmla="*/ 4662834 w 5777070"/>
                <a:gd name="connsiteY8" fmla="*/ 302931 h 835827"/>
                <a:gd name="connsiteX9" fmla="*/ 4251052 w 5777070"/>
                <a:gd name="connsiteY9" fmla="*/ 448267 h 835827"/>
                <a:gd name="connsiteX10" fmla="*/ 3451709 w 5777070"/>
                <a:gd name="connsiteY10" fmla="*/ 623880 h 835827"/>
                <a:gd name="connsiteX11" fmla="*/ 968901 w 5777070"/>
                <a:gd name="connsiteY11" fmla="*/ 696547 h 835827"/>
                <a:gd name="connsiteX12" fmla="*/ 0 w 5777070"/>
                <a:gd name="connsiteY12" fmla="*/ 738937 h 835827"/>
                <a:gd name="connsiteX13" fmla="*/ 0 w 5777070"/>
                <a:gd name="connsiteY13" fmla="*/ 799493 h 835827"/>
                <a:gd name="connsiteX14" fmla="*/ 4232885 w 5777070"/>
                <a:gd name="connsiteY14" fmla="*/ 781326 h 835827"/>
                <a:gd name="connsiteX15" fmla="*/ 4717335 w 5777070"/>
                <a:gd name="connsiteY15" fmla="*/ 811604 h 835827"/>
                <a:gd name="connsiteX16" fmla="*/ 4868726 w 5777070"/>
                <a:gd name="connsiteY16" fmla="*/ 835827 h 835827"/>
                <a:gd name="connsiteX17" fmla="*/ 5207841 w 5777070"/>
                <a:gd name="connsiteY17" fmla="*/ 817660 h 835827"/>
                <a:gd name="connsiteX18" fmla="*/ 5383454 w 5777070"/>
                <a:gd name="connsiteY18" fmla="*/ 781326 h 835827"/>
                <a:gd name="connsiteX19" fmla="*/ 5498511 w 5777070"/>
                <a:gd name="connsiteY19" fmla="*/ 702603 h 835827"/>
                <a:gd name="connsiteX20" fmla="*/ 5613568 w 5777070"/>
                <a:gd name="connsiteY20" fmla="*/ 672325 h 835827"/>
                <a:gd name="connsiteX21" fmla="*/ 5740736 w 5777070"/>
                <a:gd name="connsiteY21" fmla="*/ 508823 h 835827"/>
                <a:gd name="connsiteX22" fmla="*/ 5777070 w 5777070"/>
                <a:gd name="connsiteY22" fmla="*/ 357432 h 835827"/>
                <a:gd name="connsiteX0" fmla="*/ 5777070 w 5777301"/>
                <a:gd name="connsiteY0" fmla="*/ 357432 h 835827"/>
                <a:gd name="connsiteX1" fmla="*/ 5728625 w 5777301"/>
                <a:gd name="connsiteY1" fmla="*/ 212097 h 835827"/>
                <a:gd name="connsiteX2" fmla="*/ 5613568 w 5777301"/>
                <a:gd name="connsiteY2" fmla="*/ 133374 h 835827"/>
                <a:gd name="connsiteX3" fmla="*/ 5528789 w 5777301"/>
                <a:gd name="connsiteY3" fmla="*/ 121263 h 835827"/>
                <a:gd name="connsiteX4" fmla="*/ 5450066 w 5777301"/>
                <a:gd name="connsiteY4" fmla="*/ 48595 h 835827"/>
                <a:gd name="connsiteX5" fmla="*/ 5298676 w 5777301"/>
                <a:gd name="connsiteY5" fmla="*/ 150 h 835827"/>
                <a:gd name="connsiteX6" fmla="*/ 5086728 w 5777301"/>
                <a:gd name="connsiteY6" fmla="*/ 42539 h 835827"/>
                <a:gd name="connsiteX7" fmla="*/ 4923226 w 5777301"/>
                <a:gd name="connsiteY7" fmla="*/ 163652 h 835827"/>
                <a:gd name="connsiteX8" fmla="*/ 4662834 w 5777301"/>
                <a:gd name="connsiteY8" fmla="*/ 302931 h 835827"/>
                <a:gd name="connsiteX9" fmla="*/ 4251052 w 5777301"/>
                <a:gd name="connsiteY9" fmla="*/ 448267 h 835827"/>
                <a:gd name="connsiteX10" fmla="*/ 3451709 w 5777301"/>
                <a:gd name="connsiteY10" fmla="*/ 623880 h 835827"/>
                <a:gd name="connsiteX11" fmla="*/ 968901 w 5777301"/>
                <a:gd name="connsiteY11" fmla="*/ 696547 h 835827"/>
                <a:gd name="connsiteX12" fmla="*/ 0 w 5777301"/>
                <a:gd name="connsiteY12" fmla="*/ 738937 h 835827"/>
                <a:gd name="connsiteX13" fmla="*/ 0 w 5777301"/>
                <a:gd name="connsiteY13" fmla="*/ 799493 h 835827"/>
                <a:gd name="connsiteX14" fmla="*/ 4232885 w 5777301"/>
                <a:gd name="connsiteY14" fmla="*/ 781326 h 835827"/>
                <a:gd name="connsiteX15" fmla="*/ 4717335 w 5777301"/>
                <a:gd name="connsiteY15" fmla="*/ 811604 h 835827"/>
                <a:gd name="connsiteX16" fmla="*/ 4868726 w 5777301"/>
                <a:gd name="connsiteY16" fmla="*/ 835827 h 835827"/>
                <a:gd name="connsiteX17" fmla="*/ 5207841 w 5777301"/>
                <a:gd name="connsiteY17" fmla="*/ 817660 h 835827"/>
                <a:gd name="connsiteX18" fmla="*/ 5383454 w 5777301"/>
                <a:gd name="connsiteY18" fmla="*/ 781326 h 835827"/>
                <a:gd name="connsiteX19" fmla="*/ 5498511 w 5777301"/>
                <a:gd name="connsiteY19" fmla="*/ 702603 h 835827"/>
                <a:gd name="connsiteX20" fmla="*/ 5613568 w 5777301"/>
                <a:gd name="connsiteY20" fmla="*/ 672325 h 835827"/>
                <a:gd name="connsiteX21" fmla="*/ 5740736 w 5777301"/>
                <a:gd name="connsiteY21" fmla="*/ 508823 h 835827"/>
                <a:gd name="connsiteX22" fmla="*/ 5777070 w 5777301"/>
                <a:gd name="connsiteY22" fmla="*/ 357432 h 835827"/>
                <a:gd name="connsiteX0" fmla="*/ 5777070 w 5777301"/>
                <a:gd name="connsiteY0" fmla="*/ 357432 h 835827"/>
                <a:gd name="connsiteX1" fmla="*/ 5728625 w 5777301"/>
                <a:gd name="connsiteY1" fmla="*/ 212097 h 835827"/>
                <a:gd name="connsiteX2" fmla="*/ 5613568 w 5777301"/>
                <a:gd name="connsiteY2" fmla="*/ 133374 h 835827"/>
                <a:gd name="connsiteX3" fmla="*/ 5528789 w 5777301"/>
                <a:gd name="connsiteY3" fmla="*/ 121263 h 835827"/>
                <a:gd name="connsiteX4" fmla="*/ 5450066 w 5777301"/>
                <a:gd name="connsiteY4" fmla="*/ 48595 h 835827"/>
                <a:gd name="connsiteX5" fmla="*/ 5298676 w 5777301"/>
                <a:gd name="connsiteY5" fmla="*/ 150 h 835827"/>
                <a:gd name="connsiteX6" fmla="*/ 5086728 w 5777301"/>
                <a:gd name="connsiteY6" fmla="*/ 42539 h 835827"/>
                <a:gd name="connsiteX7" fmla="*/ 4923226 w 5777301"/>
                <a:gd name="connsiteY7" fmla="*/ 163652 h 835827"/>
                <a:gd name="connsiteX8" fmla="*/ 4662834 w 5777301"/>
                <a:gd name="connsiteY8" fmla="*/ 302931 h 835827"/>
                <a:gd name="connsiteX9" fmla="*/ 4251052 w 5777301"/>
                <a:gd name="connsiteY9" fmla="*/ 448267 h 835827"/>
                <a:gd name="connsiteX10" fmla="*/ 3451709 w 5777301"/>
                <a:gd name="connsiteY10" fmla="*/ 623880 h 835827"/>
                <a:gd name="connsiteX11" fmla="*/ 968901 w 5777301"/>
                <a:gd name="connsiteY11" fmla="*/ 696547 h 835827"/>
                <a:gd name="connsiteX12" fmla="*/ 0 w 5777301"/>
                <a:gd name="connsiteY12" fmla="*/ 738937 h 835827"/>
                <a:gd name="connsiteX13" fmla="*/ 0 w 5777301"/>
                <a:gd name="connsiteY13" fmla="*/ 799493 h 835827"/>
                <a:gd name="connsiteX14" fmla="*/ 4232885 w 5777301"/>
                <a:gd name="connsiteY14" fmla="*/ 781326 h 835827"/>
                <a:gd name="connsiteX15" fmla="*/ 4717335 w 5777301"/>
                <a:gd name="connsiteY15" fmla="*/ 811604 h 835827"/>
                <a:gd name="connsiteX16" fmla="*/ 4868726 w 5777301"/>
                <a:gd name="connsiteY16" fmla="*/ 835827 h 835827"/>
                <a:gd name="connsiteX17" fmla="*/ 5207841 w 5777301"/>
                <a:gd name="connsiteY17" fmla="*/ 817660 h 835827"/>
                <a:gd name="connsiteX18" fmla="*/ 5383454 w 5777301"/>
                <a:gd name="connsiteY18" fmla="*/ 781326 h 835827"/>
                <a:gd name="connsiteX19" fmla="*/ 5498511 w 5777301"/>
                <a:gd name="connsiteY19" fmla="*/ 702603 h 835827"/>
                <a:gd name="connsiteX20" fmla="*/ 5613568 w 5777301"/>
                <a:gd name="connsiteY20" fmla="*/ 672325 h 835827"/>
                <a:gd name="connsiteX21" fmla="*/ 5740736 w 5777301"/>
                <a:gd name="connsiteY21" fmla="*/ 508823 h 835827"/>
                <a:gd name="connsiteX22" fmla="*/ 5777070 w 5777301"/>
                <a:gd name="connsiteY22" fmla="*/ 357432 h 835827"/>
                <a:gd name="connsiteX0" fmla="*/ 5777070 w 5777301"/>
                <a:gd name="connsiteY0" fmla="*/ 357432 h 835827"/>
                <a:gd name="connsiteX1" fmla="*/ 5728625 w 5777301"/>
                <a:gd name="connsiteY1" fmla="*/ 212097 h 835827"/>
                <a:gd name="connsiteX2" fmla="*/ 5613568 w 5777301"/>
                <a:gd name="connsiteY2" fmla="*/ 133374 h 835827"/>
                <a:gd name="connsiteX3" fmla="*/ 5528789 w 5777301"/>
                <a:gd name="connsiteY3" fmla="*/ 121263 h 835827"/>
                <a:gd name="connsiteX4" fmla="*/ 5450066 w 5777301"/>
                <a:gd name="connsiteY4" fmla="*/ 48595 h 835827"/>
                <a:gd name="connsiteX5" fmla="*/ 5298676 w 5777301"/>
                <a:gd name="connsiteY5" fmla="*/ 150 h 835827"/>
                <a:gd name="connsiteX6" fmla="*/ 5086728 w 5777301"/>
                <a:gd name="connsiteY6" fmla="*/ 42539 h 835827"/>
                <a:gd name="connsiteX7" fmla="*/ 4923226 w 5777301"/>
                <a:gd name="connsiteY7" fmla="*/ 163652 h 835827"/>
                <a:gd name="connsiteX8" fmla="*/ 4662834 w 5777301"/>
                <a:gd name="connsiteY8" fmla="*/ 302931 h 835827"/>
                <a:gd name="connsiteX9" fmla="*/ 4251052 w 5777301"/>
                <a:gd name="connsiteY9" fmla="*/ 448267 h 835827"/>
                <a:gd name="connsiteX10" fmla="*/ 3451709 w 5777301"/>
                <a:gd name="connsiteY10" fmla="*/ 623880 h 835827"/>
                <a:gd name="connsiteX11" fmla="*/ 968901 w 5777301"/>
                <a:gd name="connsiteY11" fmla="*/ 696547 h 835827"/>
                <a:gd name="connsiteX12" fmla="*/ 0 w 5777301"/>
                <a:gd name="connsiteY12" fmla="*/ 738937 h 835827"/>
                <a:gd name="connsiteX13" fmla="*/ 0 w 5777301"/>
                <a:gd name="connsiteY13" fmla="*/ 799493 h 835827"/>
                <a:gd name="connsiteX14" fmla="*/ 4232885 w 5777301"/>
                <a:gd name="connsiteY14" fmla="*/ 781326 h 835827"/>
                <a:gd name="connsiteX15" fmla="*/ 4717335 w 5777301"/>
                <a:gd name="connsiteY15" fmla="*/ 811604 h 835827"/>
                <a:gd name="connsiteX16" fmla="*/ 4868726 w 5777301"/>
                <a:gd name="connsiteY16" fmla="*/ 835827 h 835827"/>
                <a:gd name="connsiteX17" fmla="*/ 5207841 w 5777301"/>
                <a:gd name="connsiteY17" fmla="*/ 817660 h 835827"/>
                <a:gd name="connsiteX18" fmla="*/ 5383454 w 5777301"/>
                <a:gd name="connsiteY18" fmla="*/ 781326 h 835827"/>
                <a:gd name="connsiteX19" fmla="*/ 5498511 w 5777301"/>
                <a:gd name="connsiteY19" fmla="*/ 702603 h 835827"/>
                <a:gd name="connsiteX20" fmla="*/ 5613568 w 5777301"/>
                <a:gd name="connsiteY20" fmla="*/ 672325 h 835827"/>
                <a:gd name="connsiteX21" fmla="*/ 5740736 w 5777301"/>
                <a:gd name="connsiteY21" fmla="*/ 508823 h 835827"/>
                <a:gd name="connsiteX22" fmla="*/ 5777070 w 5777301"/>
                <a:gd name="connsiteY22" fmla="*/ 357432 h 835827"/>
                <a:gd name="connsiteX0" fmla="*/ 5777070 w 5777301"/>
                <a:gd name="connsiteY0" fmla="*/ 357432 h 835827"/>
                <a:gd name="connsiteX1" fmla="*/ 5728625 w 5777301"/>
                <a:gd name="connsiteY1" fmla="*/ 212097 h 835827"/>
                <a:gd name="connsiteX2" fmla="*/ 5613568 w 5777301"/>
                <a:gd name="connsiteY2" fmla="*/ 133374 h 835827"/>
                <a:gd name="connsiteX3" fmla="*/ 5528789 w 5777301"/>
                <a:gd name="connsiteY3" fmla="*/ 121263 h 835827"/>
                <a:gd name="connsiteX4" fmla="*/ 5450066 w 5777301"/>
                <a:gd name="connsiteY4" fmla="*/ 48595 h 835827"/>
                <a:gd name="connsiteX5" fmla="*/ 5298676 w 5777301"/>
                <a:gd name="connsiteY5" fmla="*/ 150 h 835827"/>
                <a:gd name="connsiteX6" fmla="*/ 5086728 w 5777301"/>
                <a:gd name="connsiteY6" fmla="*/ 42539 h 835827"/>
                <a:gd name="connsiteX7" fmla="*/ 4923226 w 5777301"/>
                <a:gd name="connsiteY7" fmla="*/ 163652 h 835827"/>
                <a:gd name="connsiteX8" fmla="*/ 4662834 w 5777301"/>
                <a:gd name="connsiteY8" fmla="*/ 302931 h 835827"/>
                <a:gd name="connsiteX9" fmla="*/ 4251052 w 5777301"/>
                <a:gd name="connsiteY9" fmla="*/ 448267 h 835827"/>
                <a:gd name="connsiteX10" fmla="*/ 3451709 w 5777301"/>
                <a:gd name="connsiteY10" fmla="*/ 623880 h 835827"/>
                <a:gd name="connsiteX11" fmla="*/ 968901 w 5777301"/>
                <a:gd name="connsiteY11" fmla="*/ 696547 h 835827"/>
                <a:gd name="connsiteX12" fmla="*/ 0 w 5777301"/>
                <a:gd name="connsiteY12" fmla="*/ 738937 h 835827"/>
                <a:gd name="connsiteX13" fmla="*/ 0 w 5777301"/>
                <a:gd name="connsiteY13" fmla="*/ 799493 h 835827"/>
                <a:gd name="connsiteX14" fmla="*/ 4232885 w 5777301"/>
                <a:gd name="connsiteY14" fmla="*/ 781326 h 835827"/>
                <a:gd name="connsiteX15" fmla="*/ 4717335 w 5777301"/>
                <a:gd name="connsiteY15" fmla="*/ 811604 h 835827"/>
                <a:gd name="connsiteX16" fmla="*/ 4868726 w 5777301"/>
                <a:gd name="connsiteY16" fmla="*/ 835827 h 835827"/>
                <a:gd name="connsiteX17" fmla="*/ 5207841 w 5777301"/>
                <a:gd name="connsiteY17" fmla="*/ 817660 h 835827"/>
                <a:gd name="connsiteX18" fmla="*/ 5383454 w 5777301"/>
                <a:gd name="connsiteY18" fmla="*/ 781326 h 835827"/>
                <a:gd name="connsiteX19" fmla="*/ 5498511 w 5777301"/>
                <a:gd name="connsiteY19" fmla="*/ 702603 h 835827"/>
                <a:gd name="connsiteX20" fmla="*/ 5613568 w 5777301"/>
                <a:gd name="connsiteY20" fmla="*/ 672325 h 835827"/>
                <a:gd name="connsiteX21" fmla="*/ 5740736 w 5777301"/>
                <a:gd name="connsiteY21" fmla="*/ 508823 h 835827"/>
                <a:gd name="connsiteX22" fmla="*/ 5777070 w 5777301"/>
                <a:gd name="connsiteY22" fmla="*/ 357432 h 835827"/>
                <a:gd name="connsiteX0" fmla="*/ 5777070 w 5777301"/>
                <a:gd name="connsiteY0" fmla="*/ 357432 h 835896"/>
                <a:gd name="connsiteX1" fmla="*/ 5728625 w 5777301"/>
                <a:gd name="connsiteY1" fmla="*/ 212097 h 835896"/>
                <a:gd name="connsiteX2" fmla="*/ 5613568 w 5777301"/>
                <a:gd name="connsiteY2" fmla="*/ 133374 h 835896"/>
                <a:gd name="connsiteX3" fmla="*/ 5528789 w 5777301"/>
                <a:gd name="connsiteY3" fmla="*/ 121263 h 835896"/>
                <a:gd name="connsiteX4" fmla="*/ 5450066 w 5777301"/>
                <a:gd name="connsiteY4" fmla="*/ 48595 h 835896"/>
                <a:gd name="connsiteX5" fmla="*/ 5298676 w 5777301"/>
                <a:gd name="connsiteY5" fmla="*/ 150 h 835896"/>
                <a:gd name="connsiteX6" fmla="*/ 5086728 w 5777301"/>
                <a:gd name="connsiteY6" fmla="*/ 42539 h 835896"/>
                <a:gd name="connsiteX7" fmla="*/ 4923226 w 5777301"/>
                <a:gd name="connsiteY7" fmla="*/ 163652 h 835896"/>
                <a:gd name="connsiteX8" fmla="*/ 4662834 w 5777301"/>
                <a:gd name="connsiteY8" fmla="*/ 302931 h 835896"/>
                <a:gd name="connsiteX9" fmla="*/ 4251052 w 5777301"/>
                <a:gd name="connsiteY9" fmla="*/ 448267 h 835896"/>
                <a:gd name="connsiteX10" fmla="*/ 3451709 w 5777301"/>
                <a:gd name="connsiteY10" fmla="*/ 623880 h 835896"/>
                <a:gd name="connsiteX11" fmla="*/ 968901 w 5777301"/>
                <a:gd name="connsiteY11" fmla="*/ 696547 h 835896"/>
                <a:gd name="connsiteX12" fmla="*/ 0 w 5777301"/>
                <a:gd name="connsiteY12" fmla="*/ 738937 h 835896"/>
                <a:gd name="connsiteX13" fmla="*/ 0 w 5777301"/>
                <a:gd name="connsiteY13" fmla="*/ 799493 h 835896"/>
                <a:gd name="connsiteX14" fmla="*/ 4232885 w 5777301"/>
                <a:gd name="connsiteY14" fmla="*/ 781326 h 835896"/>
                <a:gd name="connsiteX15" fmla="*/ 4717335 w 5777301"/>
                <a:gd name="connsiteY15" fmla="*/ 811604 h 835896"/>
                <a:gd name="connsiteX16" fmla="*/ 4868726 w 5777301"/>
                <a:gd name="connsiteY16" fmla="*/ 835827 h 835896"/>
                <a:gd name="connsiteX17" fmla="*/ 5207841 w 5777301"/>
                <a:gd name="connsiteY17" fmla="*/ 817660 h 835896"/>
                <a:gd name="connsiteX18" fmla="*/ 5383454 w 5777301"/>
                <a:gd name="connsiteY18" fmla="*/ 781326 h 835896"/>
                <a:gd name="connsiteX19" fmla="*/ 5498511 w 5777301"/>
                <a:gd name="connsiteY19" fmla="*/ 702603 h 835896"/>
                <a:gd name="connsiteX20" fmla="*/ 5613568 w 5777301"/>
                <a:gd name="connsiteY20" fmla="*/ 672325 h 835896"/>
                <a:gd name="connsiteX21" fmla="*/ 5740736 w 5777301"/>
                <a:gd name="connsiteY21" fmla="*/ 508823 h 835896"/>
                <a:gd name="connsiteX22" fmla="*/ 5777070 w 5777301"/>
                <a:gd name="connsiteY22" fmla="*/ 357432 h 835896"/>
                <a:gd name="connsiteX0" fmla="*/ 5777070 w 5777301"/>
                <a:gd name="connsiteY0" fmla="*/ 357432 h 835896"/>
                <a:gd name="connsiteX1" fmla="*/ 5728625 w 5777301"/>
                <a:gd name="connsiteY1" fmla="*/ 212097 h 835896"/>
                <a:gd name="connsiteX2" fmla="*/ 5613568 w 5777301"/>
                <a:gd name="connsiteY2" fmla="*/ 133374 h 835896"/>
                <a:gd name="connsiteX3" fmla="*/ 5528789 w 5777301"/>
                <a:gd name="connsiteY3" fmla="*/ 121263 h 835896"/>
                <a:gd name="connsiteX4" fmla="*/ 5450066 w 5777301"/>
                <a:gd name="connsiteY4" fmla="*/ 48595 h 835896"/>
                <a:gd name="connsiteX5" fmla="*/ 5298676 w 5777301"/>
                <a:gd name="connsiteY5" fmla="*/ 150 h 835896"/>
                <a:gd name="connsiteX6" fmla="*/ 5086728 w 5777301"/>
                <a:gd name="connsiteY6" fmla="*/ 42539 h 835896"/>
                <a:gd name="connsiteX7" fmla="*/ 4923226 w 5777301"/>
                <a:gd name="connsiteY7" fmla="*/ 163652 h 835896"/>
                <a:gd name="connsiteX8" fmla="*/ 4662834 w 5777301"/>
                <a:gd name="connsiteY8" fmla="*/ 302931 h 835896"/>
                <a:gd name="connsiteX9" fmla="*/ 4251052 w 5777301"/>
                <a:gd name="connsiteY9" fmla="*/ 448267 h 835896"/>
                <a:gd name="connsiteX10" fmla="*/ 3451709 w 5777301"/>
                <a:gd name="connsiteY10" fmla="*/ 623880 h 835896"/>
                <a:gd name="connsiteX11" fmla="*/ 968901 w 5777301"/>
                <a:gd name="connsiteY11" fmla="*/ 696547 h 835896"/>
                <a:gd name="connsiteX12" fmla="*/ 0 w 5777301"/>
                <a:gd name="connsiteY12" fmla="*/ 738937 h 835896"/>
                <a:gd name="connsiteX13" fmla="*/ 0 w 5777301"/>
                <a:gd name="connsiteY13" fmla="*/ 799493 h 835896"/>
                <a:gd name="connsiteX14" fmla="*/ 4232885 w 5777301"/>
                <a:gd name="connsiteY14" fmla="*/ 781326 h 835896"/>
                <a:gd name="connsiteX15" fmla="*/ 4717335 w 5777301"/>
                <a:gd name="connsiteY15" fmla="*/ 811604 h 835896"/>
                <a:gd name="connsiteX16" fmla="*/ 4868726 w 5777301"/>
                <a:gd name="connsiteY16" fmla="*/ 835827 h 835896"/>
                <a:gd name="connsiteX17" fmla="*/ 5207841 w 5777301"/>
                <a:gd name="connsiteY17" fmla="*/ 817660 h 835896"/>
                <a:gd name="connsiteX18" fmla="*/ 5383454 w 5777301"/>
                <a:gd name="connsiteY18" fmla="*/ 781326 h 835896"/>
                <a:gd name="connsiteX19" fmla="*/ 5498511 w 5777301"/>
                <a:gd name="connsiteY19" fmla="*/ 702603 h 835896"/>
                <a:gd name="connsiteX20" fmla="*/ 5613568 w 5777301"/>
                <a:gd name="connsiteY20" fmla="*/ 672325 h 835896"/>
                <a:gd name="connsiteX21" fmla="*/ 5740736 w 5777301"/>
                <a:gd name="connsiteY21" fmla="*/ 508823 h 835896"/>
                <a:gd name="connsiteX22" fmla="*/ 5777070 w 5777301"/>
                <a:gd name="connsiteY22" fmla="*/ 357432 h 835896"/>
                <a:gd name="connsiteX0" fmla="*/ 5777070 w 5777301"/>
                <a:gd name="connsiteY0" fmla="*/ 357432 h 835896"/>
                <a:gd name="connsiteX1" fmla="*/ 5728625 w 5777301"/>
                <a:gd name="connsiteY1" fmla="*/ 212097 h 835896"/>
                <a:gd name="connsiteX2" fmla="*/ 5613568 w 5777301"/>
                <a:gd name="connsiteY2" fmla="*/ 133374 h 835896"/>
                <a:gd name="connsiteX3" fmla="*/ 5528789 w 5777301"/>
                <a:gd name="connsiteY3" fmla="*/ 121263 h 835896"/>
                <a:gd name="connsiteX4" fmla="*/ 5450066 w 5777301"/>
                <a:gd name="connsiteY4" fmla="*/ 48595 h 835896"/>
                <a:gd name="connsiteX5" fmla="*/ 5298676 w 5777301"/>
                <a:gd name="connsiteY5" fmla="*/ 150 h 835896"/>
                <a:gd name="connsiteX6" fmla="*/ 5086728 w 5777301"/>
                <a:gd name="connsiteY6" fmla="*/ 42539 h 835896"/>
                <a:gd name="connsiteX7" fmla="*/ 4923226 w 5777301"/>
                <a:gd name="connsiteY7" fmla="*/ 163652 h 835896"/>
                <a:gd name="connsiteX8" fmla="*/ 4662834 w 5777301"/>
                <a:gd name="connsiteY8" fmla="*/ 302931 h 835896"/>
                <a:gd name="connsiteX9" fmla="*/ 4251052 w 5777301"/>
                <a:gd name="connsiteY9" fmla="*/ 448267 h 835896"/>
                <a:gd name="connsiteX10" fmla="*/ 3451709 w 5777301"/>
                <a:gd name="connsiteY10" fmla="*/ 623880 h 835896"/>
                <a:gd name="connsiteX11" fmla="*/ 968901 w 5777301"/>
                <a:gd name="connsiteY11" fmla="*/ 696547 h 835896"/>
                <a:gd name="connsiteX12" fmla="*/ 0 w 5777301"/>
                <a:gd name="connsiteY12" fmla="*/ 738937 h 835896"/>
                <a:gd name="connsiteX13" fmla="*/ 0 w 5777301"/>
                <a:gd name="connsiteY13" fmla="*/ 799493 h 835896"/>
                <a:gd name="connsiteX14" fmla="*/ 4232885 w 5777301"/>
                <a:gd name="connsiteY14" fmla="*/ 781326 h 835896"/>
                <a:gd name="connsiteX15" fmla="*/ 4717335 w 5777301"/>
                <a:gd name="connsiteY15" fmla="*/ 811604 h 835896"/>
                <a:gd name="connsiteX16" fmla="*/ 4868726 w 5777301"/>
                <a:gd name="connsiteY16" fmla="*/ 835827 h 835896"/>
                <a:gd name="connsiteX17" fmla="*/ 5207841 w 5777301"/>
                <a:gd name="connsiteY17" fmla="*/ 817660 h 835896"/>
                <a:gd name="connsiteX18" fmla="*/ 5383454 w 5777301"/>
                <a:gd name="connsiteY18" fmla="*/ 781326 h 835896"/>
                <a:gd name="connsiteX19" fmla="*/ 5498511 w 5777301"/>
                <a:gd name="connsiteY19" fmla="*/ 702603 h 835896"/>
                <a:gd name="connsiteX20" fmla="*/ 5613568 w 5777301"/>
                <a:gd name="connsiteY20" fmla="*/ 672325 h 835896"/>
                <a:gd name="connsiteX21" fmla="*/ 5740736 w 5777301"/>
                <a:gd name="connsiteY21" fmla="*/ 508823 h 835896"/>
                <a:gd name="connsiteX22" fmla="*/ 5777070 w 5777301"/>
                <a:gd name="connsiteY22" fmla="*/ 357432 h 835896"/>
                <a:gd name="connsiteX0" fmla="*/ 5777070 w 5777301"/>
                <a:gd name="connsiteY0" fmla="*/ 357432 h 836578"/>
                <a:gd name="connsiteX1" fmla="*/ 5728625 w 5777301"/>
                <a:gd name="connsiteY1" fmla="*/ 212097 h 836578"/>
                <a:gd name="connsiteX2" fmla="*/ 5613568 w 5777301"/>
                <a:gd name="connsiteY2" fmla="*/ 133374 h 836578"/>
                <a:gd name="connsiteX3" fmla="*/ 5528789 w 5777301"/>
                <a:gd name="connsiteY3" fmla="*/ 121263 h 836578"/>
                <a:gd name="connsiteX4" fmla="*/ 5450066 w 5777301"/>
                <a:gd name="connsiteY4" fmla="*/ 48595 h 836578"/>
                <a:gd name="connsiteX5" fmla="*/ 5298676 w 5777301"/>
                <a:gd name="connsiteY5" fmla="*/ 150 h 836578"/>
                <a:gd name="connsiteX6" fmla="*/ 5086728 w 5777301"/>
                <a:gd name="connsiteY6" fmla="*/ 42539 h 836578"/>
                <a:gd name="connsiteX7" fmla="*/ 4923226 w 5777301"/>
                <a:gd name="connsiteY7" fmla="*/ 163652 h 836578"/>
                <a:gd name="connsiteX8" fmla="*/ 4662834 w 5777301"/>
                <a:gd name="connsiteY8" fmla="*/ 302931 h 836578"/>
                <a:gd name="connsiteX9" fmla="*/ 4251052 w 5777301"/>
                <a:gd name="connsiteY9" fmla="*/ 448267 h 836578"/>
                <a:gd name="connsiteX10" fmla="*/ 3451709 w 5777301"/>
                <a:gd name="connsiteY10" fmla="*/ 623880 h 836578"/>
                <a:gd name="connsiteX11" fmla="*/ 968901 w 5777301"/>
                <a:gd name="connsiteY11" fmla="*/ 696547 h 836578"/>
                <a:gd name="connsiteX12" fmla="*/ 0 w 5777301"/>
                <a:gd name="connsiteY12" fmla="*/ 738937 h 836578"/>
                <a:gd name="connsiteX13" fmla="*/ 0 w 5777301"/>
                <a:gd name="connsiteY13" fmla="*/ 799493 h 836578"/>
                <a:gd name="connsiteX14" fmla="*/ 4232885 w 5777301"/>
                <a:gd name="connsiteY14" fmla="*/ 781326 h 836578"/>
                <a:gd name="connsiteX15" fmla="*/ 4584111 w 5777301"/>
                <a:gd name="connsiteY15" fmla="*/ 793437 h 836578"/>
                <a:gd name="connsiteX16" fmla="*/ 4868726 w 5777301"/>
                <a:gd name="connsiteY16" fmla="*/ 835827 h 836578"/>
                <a:gd name="connsiteX17" fmla="*/ 5207841 w 5777301"/>
                <a:gd name="connsiteY17" fmla="*/ 817660 h 836578"/>
                <a:gd name="connsiteX18" fmla="*/ 5383454 w 5777301"/>
                <a:gd name="connsiteY18" fmla="*/ 781326 h 836578"/>
                <a:gd name="connsiteX19" fmla="*/ 5498511 w 5777301"/>
                <a:gd name="connsiteY19" fmla="*/ 702603 h 836578"/>
                <a:gd name="connsiteX20" fmla="*/ 5613568 w 5777301"/>
                <a:gd name="connsiteY20" fmla="*/ 672325 h 836578"/>
                <a:gd name="connsiteX21" fmla="*/ 5740736 w 5777301"/>
                <a:gd name="connsiteY21" fmla="*/ 508823 h 836578"/>
                <a:gd name="connsiteX22" fmla="*/ 5777070 w 5777301"/>
                <a:gd name="connsiteY22" fmla="*/ 357432 h 836578"/>
                <a:gd name="connsiteX0" fmla="*/ 5777070 w 5777301"/>
                <a:gd name="connsiteY0" fmla="*/ 357432 h 837217"/>
                <a:gd name="connsiteX1" fmla="*/ 5728625 w 5777301"/>
                <a:gd name="connsiteY1" fmla="*/ 212097 h 837217"/>
                <a:gd name="connsiteX2" fmla="*/ 5613568 w 5777301"/>
                <a:gd name="connsiteY2" fmla="*/ 133374 h 837217"/>
                <a:gd name="connsiteX3" fmla="*/ 5528789 w 5777301"/>
                <a:gd name="connsiteY3" fmla="*/ 121263 h 837217"/>
                <a:gd name="connsiteX4" fmla="*/ 5450066 w 5777301"/>
                <a:gd name="connsiteY4" fmla="*/ 48595 h 837217"/>
                <a:gd name="connsiteX5" fmla="*/ 5298676 w 5777301"/>
                <a:gd name="connsiteY5" fmla="*/ 150 h 837217"/>
                <a:gd name="connsiteX6" fmla="*/ 5086728 w 5777301"/>
                <a:gd name="connsiteY6" fmla="*/ 42539 h 837217"/>
                <a:gd name="connsiteX7" fmla="*/ 4923226 w 5777301"/>
                <a:gd name="connsiteY7" fmla="*/ 163652 h 837217"/>
                <a:gd name="connsiteX8" fmla="*/ 4662834 w 5777301"/>
                <a:gd name="connsiteY8" fmla="*/ 302931 h 837217"/>
                <a:gd name="connsiteX9" fmla="*/ 4251052 w 5777301"/>
                <a:gd name="connsiteY9" fmla="*/ 448267 h 837217"/>
                <a:gd name="connsiteX10" fmla="*/ 3451709 w 5777301"/>
                <a:gd name="connsiteY10" fmla="*/ 623880 h 837217"/>
                <a:gd name="connsiteX11" fmla="*/ 968901 w 5777301"/>
                <a:gd name="connsiteY11" fmla="*/ 696547 h 837217"/>
                <a:gd name="connsiteX12" fmla="*/ 0 w 5777301"/>
                <a:gd name="connsiteY12" fmla="*/ 738937 h 837217"/>
                <a:gd name="connsiteX13" fmla="*/ 0 w 5777301"/>
                <a:gd name="connsiteY13" fmla="*/ 799493 h 837217"/>
                <a:gd name="connsiteX14" fmla="*/ 4232885 w 5777301"/>
                <a:gd name="connsiteY14" fmla="*/ 781326 h 837217"/>
                <a:gd name="connsiteX15" fmla="*/ 4868726 w 5777301"/>
                <a:gd name="connsiteY15" fmla="*/ 835827 h 837217"/>
                <a:gd name="connsiteX16" fmla="*/ 5207841 w 5777301"/>
                <a:gd name="connsiteY16" fmla="*/ 817660 h 837217"/>
                <a:gd name="connsiteX17" fmla="*/ 5383454 w 5777301"/>
                <a:gd name="connsiteY17" fmla="*/ 781326 h 837217"/>
                <a:gd name="connsiteX18" fmla="*/ 5498511 w 5777301"/>
                <a:gd name="connsiteY18" fmla="*/ 702603 h 837217"/>
                <a:gd name="connsiteX19" fmla="*/ 5613568 w 5777301"/>
                <a:gd name="connsiteY19" fmla="*/ 672325 h 837217"/>
                <a:gd name="connsiteX20" fmla="*/ 5740736 w 5777301"/>
                <a:gd name="connsiteY20" fmla="*/ 508823 h 837217"/>
                <a:gd name="connsiteX21" fmla="*/ 5777070 w 5777301"/>
                <a:gd name="connsiteY21" fmla="*/ 357432 h 837217"/>
                <a:gd name="connsiteX0" fmla="*/ 6071328 w 6071559"/>
                <a:gd name="connsiteY0" fmla="*/ 357432 h 836578"/>
                <a:gd name="connsiteX1" fmla="*/ 6022883 w 6071559"/>
                <a:gd name="connsiteY1" fmla="*/ 212097 h 836578"/>
                <a:gd name="connsiteX2" fmla="*/ 5907826 w 6071559"/>
                <a:gd name="connsiteY2" fmla="*/ 133374 h 836578"/>
                <a:gd name="connsiteX3" fmla="*/ 5823047 w 6071559"/>
                <a:gd name="connsiteY3" fmla="*/ 121263 h 836578"/>
                <a:gd name="connsiteX4" fmla="*/ 5744324 w 6071559"/>
                <a:gd name="connsiteY4" fmla="*/ 48595 h 836578"/>
                <a:gd name="connsiteX5" fmla="*/ 5592934 w 6071559"/>
                <a:gd name="connsiteY5" fmla="*/ 150 h 836578"/>
                <a:gd name="connsiteX6" fmla="*/ 5380986 w 6071559"/>
                <a:gd name="connsiteY6" fmla="*/ 42539 h 836578"/>
                <a:gd name="connsiteX7" fmla="*/ 5217484 w 6071559"/>
                <a:gd name="connsiteY7" fmla="*/ 163652 h 836578"/>
                <a:gd name="connsiteX8" fmla="*/ 4957092 w 6071559"/>
                <a:gd name="connsiteY8" fmla="*/ 302931 h 836578"/>
                <a:gd name="connsiteX9" fmla="*/ 4545310 w 6071559"/>
                <a:gd name="connsiteY9" fmla="*/ 448267 h 836578"/>
                <a:gd name="connsiteX10" fmla="*/ 3745967 w 6071559"/>
                <a:gd name="connsiteY10" fmla="*/ 623880 h 836578"/>
                <a:gd name="connsiteX11" fmla="*/ 1263159 w 6071559"/>
                <a:gd name="connsiteY11" fmla="*/ 696547 h 836578"/>
                <a:gd name="connsiteX12" fmla="*/ 294258 w 6071559"/>
                <a:gd name="connsiteY12" fmla="*/ 738937 h 836578"/>
                <a:gd name="connsiteX13" fmla="*/ 294258 w 6071559"/>
                <a:gd name="connsiteY13" fmla="*/ 799493 h 836578"/>
                <a:gd name="connsiteX14" fmla="*/ 4266751 w 6071559"/>
                <a:gd name="connsiteY14" fmla="*/ 793437 h 836578"/>
                <a:gd name="connsiteX15" fmla="*/ 5162984 w 6071559"/>
                <a:gd name="connsiteY15" fmla="*/ 835827 h 836578"/>
                <a:gd name="connsiteX16" fmla="*/ 5502099 w 6071559"/>
                <a:gd name="connsiteY16" fmla="*/ 817660 h 836578"/>
                <a:gd name="connsiteX17" fmla="*/ 5677712 w 6071559"/>
                <a:gd name="connsiteY17" fmla="*/ 781326 h 836578"/>
                <a:gd name="connsiteX18" fmla="*/ 5792769 w 6071559"/>
                <a:gd name="connsiteY18" fmla="*/ 702603 h 836578"/>
                <a:gd name="connsiteX19" fmla="*/ 5907826 w 6071559"/>
                <a:gd name="connsiteY19" fmla="*/ 672325 h 836578"/>
                <a:gd name="connsiteX20" fmla="*/ 6034994 w 6071559"/>
                <a:gd name="connsiteY20" fmla="*/ 508823 h 836578"/>
                <a:gd name="connsiteX21" fmla="*/ 6071328 w 6071559"/>
                <a:gd name="connsiteY21" fmla="*/ 357432 h 836578"/>
                <a:gd name="connsiteX0" fmla="*/ 6071328 w 6071559"/>
                <a:gd name="connsiteY0" fmla="*/ 357432 h 836578"/>
                <a:gd name="connsiteX1" fmla="*/ 6022883 w 6071559"/>
                <a:gd name="connsiteY1" fmla="*/ 212097 h 836578"/>
                <a:gd name="connsiteX2" fmla="*/ 5907826 w 6071559"/>
                <a:gd name="connsiteY2" fmla="*/ 133374 h 836578"/>
                <a:gd name="connsiteX3" fmla="*/ 5823047 w 6071559"/>
                <a:gd name="connsiteY3" fmla="*/ 121263 h 836578"/>
                <a:gd name="connsiteX4" fmla="*/ 5744324 w 6071559"/>
                <a:gd name="connsiteY4" fmla="*/ 48595 h 836578"/>
                <a:gd name="connsiteX5" fmla="*/ 5592934 w 6071559"/>
                <a:gd name="connsiteY5" fmla="*/ 150 h 836578"/>
                <a:gd name="connsiteX6" fmla="*/ 5380986 w 6071559"/>
                <a:gd name="connsiteY6" fmla="*/ 42539 h 836578"/>
                <a:gd name="connsiteX7" fmla="*/ 5217484 w 6071559"/>
                <a:gd name="connsiteY7" fmla="*/ 163652 h 836578"/>
                <a:gd name="connsiteX8" fmla="*/ 4521086 w 6071559"/>
                <a:gd name="connsiteY8" fmla="*/ 315042 h 836578"/>
                <a:gd name="connsiteX9" fmla="*/ 4545310 w 6071559"/>
                <a:gd name="connsiteY9" fmla="*/ 448267 h 836578"/>
                <a:gd name="connsiteX10" fmla="*/ 3745967 w 6071559"/>
                <a:gd name="connsiteY10" fmla="*/ 623880 h 836578"/>
                <a:gd name="connsiteX11" fmla="*/ 1263159 w 6071559"/>
                <a:gd name="connsiteY11" fmla="*/ 696547 h 836578"/>
                <a:gd name="connsiteX12" fmla="*/ 294258 w 6071559"/>
                <a:gd name="connsiteY12" fmla="*/ 738937 h 836578"/>
                <a:gd name="connsiteX13" fmla="*/ 294258 w 6071559"/>
                <a:gd name="connsiteY13" fmla="*/ 799493 h 836578"/>
                <a:gd name="connsiteX14" fmla="*/ 4266751 w 6071559"/>
                <a:gd name="connsiteY14" fmla="*/ 793437 h 836578"/>
                <a:gd name="connsiteX15" fmla="*/ 5162984 w 6071559"/>
                <a:gd name="connsiteY15" fmla="*/ 835827 h 836578"/>
                <a:gd name="connsiteX16" fmla="*/ 5502099 w 6071559"/>
                <a:gd name="connsiteY16" fmla="*/ 817660 h 836578"/>
                <a:gd name="connsiteX17" fmla="*/ 5677712 w 6071559"/>
                <a:gd name="connsiteY17" fmla="*/ 781326 h 836578"/>
                <a:gd name="connsiteX18" fmla="*/ 5792769 w 6071559"/>
                <a:gd name="connsiteY18" fmla="*/ 702603 h 836578"/>
                <a:gd name="connsiteX19" fmla="*/ 5907826 w 6071559"/>
                <a:gd name="connsiteY19" fmla="*/ 672325 h 836578"/>
                <a:gd name="connsiteX20" fmla="*/ 6034994 w 6071559"/>
                <a:gd name="connsiteY20" fmla="*/ 508823 h 836578"/>
                <a:gd name="connsiteX21" fmla="*/ 6071328 w 6071559"/>
                <a:gd name="connsiteY21" fmla="*/ 357432 h 836578"/>
                <a:gd name="connsiteX0" fmla="*/ 6071328 w 6071559"/>
                <a:gd name="connsiteY0" fmla="*/ 358201 h 837347"/>
                <a:gd name="connsiteX1" fmla="*/ 6022883 w 6071559"/>
                <a:gd name="connsiteY1" fmla="*/ 212866 h 837347"/>
                <a:gd name="connsiteX2" fmla="*/ 5907826 w 6071559"/>
                <a:gd name="connsiteY2" fmla="*/ 134143 h 837347"/>
                <a:gd name="connsiteX3" fmla="*/ 5823047 w 6071559"/>
                <a:gd name="connsiteY3" fmla="*/ 122032 h 837347"/>
                <a:gd name="connsiteX4" fmla="*/ 5744324 w 6071559"/>
                <a:gd name="connsiteY4" fmla="*/ 49364 h 837347"/>
                <a:gd name="connsiteX5" fmla="*/ 5592934 w 6071559"/>
                <a:gd name="connsiteY5" fmla="*/ 919 h 837347"/>
                <a:gd name="connsiteX6" fmla="*/ 5205372 w 6071559"/>
                <a:gd name="connsiteY6" fmla="*/ 91753 h 837347"/>
                <a:gd name="connsiteX7" fmla="*/ 5217484 w 6071559"/>
                <a:gd name="connsiteY7" fmla="*/ 164421 h 837347"/>
                <a:gd name="connsiteX8" fmla="*/ 4521086 w 6071559"/>
                <a:gd name="connsiteY8" fmla="*/ 315811 h 837347"/>
                <a:gd name="connsiteX9" fmla="*/ 4545310 w 6071559"/>
                <a:gd name="connsiteY9" fmla="*/ 449036 h 837347"/>
                <a:gd name="connsiteX10" fmla="*/ 3745967 w 6071559"/>
                <a:gd name="connsiteY10" fmla="*/ 624649 h 837347"/>
                <a:gd name="connsiteX11" fmla="*/ 1263159 w 6071559"/>
                <a:gd name="connsiteY11" fmla="*/ 697316 h 837347"/>
                <a:gd name="connsiteX12" fmla="*/ 294258 w 6071559"/>
                <a:gd name="connsiteY12" fmla="*/ 739706 h 837347"/>
                <a:gd name="connsiteX13" fmla="*/ 294258 w 6071559"/>
                <a:gd name="connsiteY13" fmla="*/ 800262 h 837347"/>
                <a:gd name="connsiteX14" fmla="*/ 4266751 w 6071559"/>
                <a:gd name="connsiteY14" fmla="*/ 794206 h 837347"/>
                <a:gd name="connsiteX15" fmla="*/ 5162984 w 6071559"/>
                <a:gd name="connsiteY15" fmla="*/ 836596 h 837347"/>
                <a:gd name="connsiteX16" fmla="*/ 5502099 w 6071559"/>
                <a:gd name="connsiteY16" fmla="*/ 818429 h 837347"/>
                <a:gd name="connsiteX17" fmla="*/ 5677712 w 6071559"/>
                <a:gd name="connsiteY17" fmla="*/ 782095 h 837347"/>
                <a:gd name="connsiteX18" fmla="*/ 5792769 w 6071559"/>
                <a:gd name="connsiteY18" fmla="*/ 703372 h 837347"/>
                <a:gd name="connsiteX19" fmla="*/ 5907826 w 6071559"/>
                <a:gd name="connsiteY19" fmla="*/ 673094 h 837347"/>
                <a:gd name="connsiteX20" fmla="*/ 6034994 w 6071559"/>
                <a:gd name="connsiteY20" fmla="*/ 509592 h 837347"/>
                <a:gd name="connsiteX21" fmla="*/ 6071328 w 6071559"/>
                <a:gd name="connsiteY21" fmla="*/ 358201 h 837347"/>
                <a:gd name="connsiteX0" fmla="*/ 6071328 w 6071559"/>
                <a:gd name="connsiteY0" fmla="*/ 358201 h 837347"/>
                <a:gd name="connsiteX1" fmla="*/ 6022883 w 6071559"/>
                <a:gd name="connsiteY1" fmla="*/ 212866 h 837347"/>
                <a:gd name="connsiteX2" fmla="*/ 5907826 w 6071559"/>
                <a:gd name="connsiteY2" fmla="*/ 134143 h 837347"/>
                <a:gd name="connsiteX3" fmla="*/ 5823047 w 6071559"/>
                <a:gd name="connsiteY3" fmla="*/ 122032 h 837347"/>
                <a:gd name="connsiteX4" fmla="*/ 5744324 w 6071559"/>
                <a:gd name="connsiteY4" fmla="*/ 49364 h 837347"/>
                <a:gd name="connsiteX5" fmla="*/ 5592934 w 6071559"/>
                <a:gd name="connsiteY5" fmla="*/ 919 h 837347"/>
                <a:gd name="connsiteX6" fmla="*/ 5205372 w 6071559"/>
                <a:gd name="connsiteY6" fmla="*/ 91753 h 837347"/>
                <a:gd name="connsiteX7" fmla="*/ 4521086 w 6071559"/>
                <a:gd name="connsiteY7" fmla="*/ 315811 h 837347"/>
                <a:gd name="connsiteX8" fmla="*/ 4545310 w 6071559"/>
                <a:gd name="connsiteY8" fmla="*/ 449036 h 837347"/>
                <a:gd name="connsiteX9" fmla="*/ 3745967 w 6071559"/>
                <a:gd name="connsiteY9" fmla="*/ 624649 h 837347"/>
                <a:gd name="connsiteX10" fmla="*/ 1263159 w 6071559"/>
                <a:gd name="connsiteY10" fmla="*/ 697316 h 837347"/>
                <a:gd name="connsiteX11" fmla="*/ 294258 w 6071559"/>
                <a:gd name="connsiteY11" fmla="*/ 739706 h 837347"/>
                <a:gd name="connsiteX12" fmla="*/ 294258 w 6071559"/>
                <a:gd name="connsiteY12" fmla="*/ 800262 h 837347"/>
                <a:gd name="connsiteX13" fmla="*/ 4266751 w 6071559"/>
                <a:gd name="connsiteY13" fmla="*/ 794206 h 837347"/>
                <a:gd name="connsiteX14" fmla="*/ 5162984 w 6071559"/>
                <a:gd name="connsiteY14" fmla="*/ 836596 h 837347"/>
                <a:gd name="connsiteX15" fmla="*/ 5502099 w 6071559"/>
                <a:gd name="connsiteY15" fmla="*/ 818429 h 837347"/>
                <a:gd name="connsiteX16" fmla="*/ 5677712 w 6071559"/>
                <a:gd name="connsiteY16" fmla="*/ 782095 h 837347"/>
                <a:gd name="connsiteX17" fmla="*/ 5792769 w 6071559"/>
                <a:gd name="connsiteY17" fmla="*/ 703372 h 837347"/>
                <a:gd name="connsiteX18" fmla="*/ 5907826 w 6071559"/>
                <a:gd name="connsiteY18" fmla="*/ 673094 h 837347"/>
                <a:gd name="connsiteX19" fmla="*/ 6034994 w 6071559"/>
                <a:gd name="connsiteY19" fmla="*/ 509592 h 837347"/>
                <a:gd name="connsiteX20" fmla="*/ 6071328 w 6071559"/>
                <a:gd name="connsiteY20" fmla="*/ 358201 h 837347"/>
                <a:gd name="connsiteX0" fmla="*/ 6071328 w 6071559"/>
                <a:gd name="connsiteY0" fmla="*/ 358201 h 837347"/>
                <a:gd name="connsiteX1" fmla="*/ 6022883 w 6071559"/>
                <a:gd name="connsiteY1" fmla="*/ 212866 h 837347"/>
                <a:gd name="connsiteX2" fmla="*/ 5907826 w 6071559"/>
                <a:gd name="connsiteY2" fmla="*/ 134143 h 837347"/>
                <a:gd name="connsiteX3" fmla="*/ 5823047 w 6071559"/>
                <a:gd name="connsiteY3" fmla="*/ 122032 h 837347"/>
                <a:gd name="connsiteX4" fmla="*/ 5744324 w 6071559"/>
                <a:gd name="connsiteY4" fmla="*/ 49364 h 837347"/>
                <a:gd name="connsiteX5" fmla="*/ 5592934 w 6071559"/>
                <a:gd name="connsiteY5" fmla="*/ 919 h 837347"/>
                <a:gd name="connsiteX6" fmla="*/ 5205372 w 6071559"/>
                <a:gd name="connsiteY6" fmla="*/ 91753 h 837347"/>
                <a:gd name="connsiteX7" fmla="*/ 4521086 w 6071559"/>
                <a:gd name="connsiteY7" fmla="*/ 315811 h 837347"/>
                <a:gd name="connsiteX8" fmla="*/ 3745967 w 6071559"/>
                <a:gd name="connsiteY8" fmla="*/ 624649 h 837347"/>
                <a:gd name="connsiteX9" fmla="*/ 1263159 w 6071559"/>
                <a:gd name="connsiteY9" fmla="*/ 697316 h 837347"/>
                <a:gd name="connsiteX10" fmla="*/ 294258 w 6071559"/>
                <a:gd name="connsiteY10" fmla="*/ 739706 h 837347"/>
                <a:gd name="connsiteX11" fmla="*/ 294258 w 6071559"/>
                <a:gd name="connsiteY11" fmla="*/ 800262 h 837347"/>
                <a:gd name="connsiteX12" fmla="*/ 4266751 w 6071559"/>
                <a:gd name="connsiteY12" fmla="*/ 794206 h 837347"/>
                <a:gd name="connsiteX13" fmla="*/ 5162984 w 6071559"/>
                <a:gd name="connsiteY13" fmla="*/ 836596 h 837347"/>
                <a:gd name="connsiteX14" fmla="*/ 5502099 w 6071559"/>
                <a:gd name="connsiteY14" fmla="*/ 818429 h 837347"/>
                <a:gd name="connsiteX15" fmla="*/ 5677712 w 6071559"/>
                <a:gd name="connsiteY15" fmla="*/ 782095 h 837347"/>
                <a:gd name="connsiteX16" fmla="*/ 5792769 w 6071559"/>
                <a:gd name="connsiteY16" fmla="*/ 703372 h 837347"/>
                <a:gd name="connsiteX17" fmla="*/ 5907826 w 6071559"/>
                <a:gd name="connsiteY17" fmla="*/ 673094 h 837347"/>
                <a:gd name="connsiteX18" fmla="*/ 6034994 w 6071559"/>
                <a:gd name="connsiteY18" fmla="*/ 509592 h 837347"/>
                <a:gd name="connsiteX19" fmla="*/ 6071328 w 6071559"/>
                <a:gd name="connsiteY19" fmla="*/ 358201 h 837347"/>
                <a:gd name="connsiteX0" fmla="*/ 6071328 w 6071559"/>
                <a:gd name="connsiteY0" fmla="*/ 358201 h 837347"/>
                <a:gd name="connsiteX1" fmla="*/ 6022883 w 6071559"/>
                <a:gd name="connsiteY1" fmla="*/ 212866 h 837347"/>
                <a:gd name="connsiteX2" fmla="*/ 5907826 w 6071559"/>
                <a:gd name="connsiteY2" fmla="*/ 134143 h 837347"/>
                <a:gd name="connsiteX3" fmla="*/ 5823047 w 6071559"/>
                <a:gd name="connsiteY3" fmla="*/ 122032 h 837347"/>
                <a:gd name="connsiteX4" fmla="*/ 5744324 w 6071559"/>
                <a:gd name="connsiteY4" fmla="*/ 49364 h 837347"/>
                <a:gd name="connsiteX5" fmla="*/ 5592934 w 6071559"/>
                <a:gd name="connsiteY5" fmla="*/ 919 h 837347"/>
                <a:gd name="connsiteX6" fmla="*/ 5205372 w 6071559"/>
                <a:gd name="connsiteY6" fmla="*/ 91753 h 837347"/>
                <a:gd name="connsiteX7" fmla="*/ 4521086 w 6071559"/>
                <a:gd name="connsiteY7" fmla="*/ 315811 h 837347"/>
                <a:gd name="connsiteX8" fmla="*/ 2843679 w 6071559"/>
                <a:gd name="connsiteY8" fmla="*/ 618593 h 837347"/>
                <a:gd name="connsiteX9" fmla="*/ 1263159 w 6071559"/>
                <a:gd name="connsiteY9" fmla="*/ 697316 h 837347"/>
                <a:gd name="connsiteX10" fmla="*/ 294258 w 6071559"/>
                <a:gd name="connsiteY10" fmla="*/ 739706 h 837347"/>
                <a:gd name="connsiteX11" fmla="*/ 294258 w 6071559"/>
                <a:gd name="connsiteY11" fmla="*/ 800262 h 837347"/>
                <a:gd name="connsiteX12" fmla="*/ 4266751 w 6071559"/>
                <a:gd name="connsiteY12" fmla="*/ 794206 h 837347"/>
                <a:gd name="connsiteX13" fmla="*/ 5162984 w 6071559"/>
                <a:gd name="connsiteY13" fmla="*/ 836596 h 837347"/>
                <a:gd name="connsiteX14" fmla="*/ 5502099 w 6071559"/>
                <a:gd name="connsiteY14" fmla="*/ 818429 h 837347"/>
                <a:gd name="connsiteX15" fmla="*/ 5677712 w 6071559"/>
                <a:gd name="connsiteY15" fmla="*/ 782095 h 837347"/>
                <a:gd name="connsiteX16" fmla="*/ 5792769 w 6071559"/>
                <a:gd name="connsiteY16" fmla="*/ 703372 h 837347"/>
                <a:gd name="connsiteX17" fmla="*/ 5907826 w 6071559"/>
                <a:gd name="connsiteY17" fmla="*/ 673094 h 837347"/>
                <a:gd name="connsiteX18" fmla="*/ 6034994 w 6071559"/>
                <a:gd name="connsiteY18" fmla="*/ 509592 h 837347"/>
                <a:gd name="connsiteX19" fmla="*/ 6071328 w 6071559"/>
                <a:gd name="connsiteY19" fmla="*/ 358201 h 837347"/>
                <a:gd name="connsiteX0" fmla="*/ 6071328 w 6071559"/>
                <a:gd name="connsiteY0" fmla="*/ 358201 h 837347"/>
                <a:gd name="connsiteX1" fmla="*/ 6022883 w 6071559"/>
                <a:gd name="connsiteY1" fmla="*/ 212866 h 837347"/>
                <a:gd name="connsiteX2" fmla="*/ 5907826 w 6071559"/>
                <a:gd name="connsiteY2" fmla="*/ 134143 h 837347"/>
                <a:gd name="connsiteX3" fmla="*/ 5823047 w 6071559"/>
                <a:gd name="connsiteY3" fmla="*/ 122032 h 837347"/>
                <a:gd name="connsiteX4" fmla="*/ 5744324 w 6071559"/>
                <a:gd name="connsiteY4" fmla="*/ 49364 h 837347"/>
                <a:gd name="connsiteX5" fmla="*/ 5592934 w 6071559"/>
                <a:gd name="connsiteY5" fmla="*/ 919 h 837347"/>
                <a:gd name="connsiteX6" fmla="*/ 5205372 w 6071559"/>
                <a:gd name="connsiteY6" fmla="*/ 91753 h 837347"/>
                <a:gd name="connsiteX7" fmla="*/ 4521086 w 6071559"/>
                <a:gd name="connsiteY7" fmla="*/ 315811 h 837347"/>
                <a:gd name="connsiteX8" fmla="*/ 2843679 w 6071559"/>
                <a:gd name="connsiteY8" fmla="*/ 588315 h 837347"/>
                <a:gd name="connsiteX9" fmla="*/ 1263159 w 6071559"/>
                <a:gd name="connsiteY9" fmla="*/ 697316 h 837347"/>
                <a:gd name="connsiteX10" fmla="*/ 294258 w 6071559"/>
                <a:gd name="connsiteY10" fmla="*/ 739706 h 837347"/>
                <a:gd name="connsiteX11" fmla="*/ 294258 w 6071559"/>
                <a:gd name="connsiteY11" fmla="*/ 800262 h 837347"/>
                <a:gd name="connsiteX12" fmla="*/ 4266751 w 6071559"/>
                <a:gd name="connsiteY12" fmla="*/ 794206 h 837347"/>
                <a:gd name="connsiteX13" fmla="*/ 5162984 w 6071559"/>
                <a:gd name="connsiteY13" fmla="*/ 836596 h 837347"/>
                <a:gd name="connsiteX14" fmla="*/ 5502099 w 6071559"/>
                <a:gd name="connsiteY14" fmla="*/ 818429 h 837347"/>
                <a:gd name="connsiteX15" fmla="*/ 5677712 w 6071559"/>
                <a:gd name="connsiteY15" fmla="*/ 782095 h 837347"/>
                <a:gd name="connsiteX16" fmla="*/ 5792769 w 6071559"/>
                <a:gd name="connsiteY16" fmla="*/ 703372 h 837347"/>
                <a:gd name="connsiteX17" fmla="*/ 5907826 w 6071559"/>
                <a:gd name="connsiteY17" fmla="*/ 673094 h 837347"/>
                <a:gd name="connsiteX18" fmla="*/ 6034994 w 6071559"/>
                <a:gd name="connsiteY18" fmla="*/ 509592 h 837347"/>
                <a:gd name="connsiteX19" fmla="*/ 6071328 w 6071559"/>
                <a:gd name="connsiteY19" fmla="*/ 358201 h 837347"/>
                <a:gd name="connsiteX0" fmla="*/ 6071328 w 6071559"/>
                <a:gd name="connsiteY0" fmla="*/ 358201 h 837347"/>
                <a:gd name="connsiteX1" fmla="*/ 6022883 w 6071559"/>
                <a:gd name="connsiteY1" fmla="*/ 212866 h 837347"/>
                <a:gd name="connsiteX2" fmla="*/ 5907826 w 6071559"/>
                <a:gd name="connsiteY2" fmla="*/ 134143 h 837347"/>
                <a:gd name="connsiteX3" fmla="*/ 5823047 w 6071559"/>
                <a:gd name="connsiteY3" fmla="*/ 122032 h 837347"/>
                <a:gd name="connsiteX4" fmla="*/ 5744324 w 6071559"/>
                <a:gd name="connsiteY4" fmla="*/ 49364 h 837347"/>
                <a:gd name="connsiteX5" fmla="*/ 5592934 w 6071559"/>
                <a:gd name="connsiteY5" fmla="*/ 919 h 837347"/>
                <a:gd name="connsiteX6" fmla="*/ 5205372 w 6071559"/>
                <a:gd name="connsiteY6" fmla="*/ 91753 h 837347"/>
                <a:gd name="connsiteX7" fmla="*/ 4521086 w 6071559"/>
                <a:gd name="connsiteY7" fmla="*/ 291588 h 837347"/>
                <a:gd name="connsiteX8" fmla="*/ 2843679 w 6071559"/>
                <a:gd name="connsiteY8" fmla="*/ 588315 h 837347"/>
                <a:gd name="connsiteX9" fmla="*/ 1263159 w 6071559"/>
                <a:gd name="connsiteY9" fmla="*/ 697316 h 837347"/>
                <a:gd name="connsiteX10" fmla="*/ 294258 w 6071559"/>
                <a:gd name="connsiteY10" fmla="*/ 739706 h 837347"/>
                <a:gd name="connsiteX11" fmla="*/ 294258 w 6071559"/>
                <a:gd name="connsiteY11" fmla="*/ 800262 h 837347"/>
                <a:gd name="connsiteX12" fmla="*/ 4266751 w 6071559"/>
                <a:gd name="connsiteY12" fmla="*/ 794206 h 837347"/>
                <a:gd name="connsiteX13" fmla="*/ 5162984 w 6071559"/>
                <a:gd name="connsiteY13" fmla="*/ 836596 h 837347"/>
                <a:gd name="connsiteX14" fmla="*/ 5502099 w 6071559"/>
                <a:gd name="connsiteY14" fmla="*/ 818429 h 837347"/>
                <a:gd name="connsiteX15" fmla="*/ 5677712 w 6071559"/>
                <a:gd name="connsiteY15" fmla="*/ 782095 h 837347"/>
                <a:gd name="connsiteX16" fmla="*/ 5792769 w 6071559"/>
                <a:gd name="connsiteY16" fmla="*/ 703372 h 837347"/>
                <a:gd name="connsiteX17" fmla="*/ 5907826 w 6071559"/>
                <a:gd name="connsiteY17" fmla="*/ 673094 h 837347"/>
                <a:gd name="connsiteX18" fmla="*/ 6034994 w 6071559"/>
                <a:gd name="connsiteY18" fmla="*/ 509592 h 837347"/>
                <a:gd name="connsiteX19" fmla="*/ 6071328 w 6071559"/>
                <a:gd name="connsiteY19" fmla="*/ 358201 h 837347"/>
                <a:gd name="connsiteX0" fmla="*/ 6071328 w 6071559"/>
                <a:gd name="connsiteY0" fmla="*/ 357282 h 836428"/>
                <a:gd name="connsiteX1" fmla="*/ 6022883 w 6071559"/>
                <a:gd name="connsiteY1" fmla="*/ 211947 h 836428"/>
                <a:gd name="connsiteX2" fmla="*/ 5907826 w 6071559"/>
                <a:gd name="connsiteY2" fmla="*/ 133224 h 836428"/>
                <a:gd name="connsiteX3" fmla="*/ 5823047 w 6071559"/>
                <a:gd name="connsiteY3" fmla="*/ 121113 h 836428"/>
                <a:gd name="connsiteX4" fmla="*/ 5592934 w 6071559"/>
                <a:gd name="connsiteY4" fmla="*/ 0 h 836428"/>
                <a:gd name="connsiteX5" fmla="*/ 5205372 w 6071559"/>
                <a:gd name="connsiteY5" fmla="*/ 90834 h 836428"/>
                <a:gd name="connsiteX6" fmla="*/ 4521086 w 6071559"/>
                <a:gd name="connsiteY6" fmla="*/ 290669 h 836428"/>
                <a:gd name="connsiteX7" fmla="*/ 2843679 w 6071559"/>
                <a:gd name="connsiteY7" fmla="*/ 587396 h 836428"/>
                <a:gd name="connsiteX8" fmla="*/ 1263159 w 6071559"/>
                <a:gd name="connsiteY8" fmla="*/ 696397 h 836428"/>
                <a:gd name="connsiteX9" fmla="*/ 294258 w 6071559"/>
                <a:gd name="connsiteY9" fmla="*/ 738787 h 836428"/>
                <a:gd name="connsiteX10" fmla="*/ 294258 w 6071559"/>
                <a:gd name="connsiteY10" fmla="*/ 799343 h 836428"/>
                <a:gd name="connsiteX11" fmla="*/ 4266751 w 6071559"/>
                <a:gd name="connsiteY11" fmla="*/ 793287 h 836428"/>
                <a:gd name="connsiteX12" fmla="*/ 5162984 w 6071559"/>
                <a:gd name="connsiteY12" fmla="*/ 835677 h 836428"/>
                <a:gd name="connsiteX13" fmla="*/ 5502099 w 6071559"/>
                <a:gd name="connsiteY13" fmla="*/ 817510 h 836428"/>
                <a:gd name="connsiteX14" fmla="*/ 5677712 w 6071559"/>
                <a:gd name="connsiteY14" fmla="*/ 781176 h 836428"/>
                <a:gd name="connsiteX15" fmla="*/ 5792769 w 6071559"/>
                <a:gd name="connsiteY15" fmla="*/ 702453 h 836428"/>
                <a:gd name="connsiteX16" fmla="*/ 5907826 w 6071559"/>
                <a:gd name="connsiteY16" fmla="*/ 672175 h 836428"/>
                <a:gd name="connsiteX17" fmla="*/ 6034994 w 6071559"/>
                <a:gd name="connsiteY17" fmla="*/ 508673 h 836428"/>
                <a:gd name="connsiteX18" fmla="*/ 6071328 w 6071559"/>
                <a:gd name="connsiteY18" fmla="*/ 357282 h 836428"/>
                <a:gd name="connsiteX0" fmla="*/ 6071328 w 6071559"/>
                <a:gd name="connsiteY0" fmla="*/ 357282 h 836428"/>
                <a:gd name="connsiteX1" fmla="*/ 6022883 w 6071559"/>
                <a:gd name="connsiteY1" fmla="*/ 211947 h 836428"/>
                <a:gd name="connsiteX2" fmla="*/ 5907826 w 6071559"/>
                <a:gd name="connsiteY2" fmla="*/ 133224 h 836428"/>
                <a:gd name="connsiteX3" fmla="*/ 5592934 w 6071559"/>
                <a:gd name="connsiteY3" fmla="*/ 0 h 836428"/>
                <a:gd name="connsiteX4" fmla="*/ 5205372 w 6071559"/>
                <a:gd name="connsiteY4" fmla="*/ 90834 h 836428"/>
                <a:gd name="connsiteX5" fmla="*/ 4521086 w 6071559"/>
                <a:gd name="connsiteY5" fmla="*/ 290669 h 836428"/>
                <a:gd name="connsiteX6" fmla="*/ 2843679 w 6071559"/>
                <a:gd name="connsiteY6" fmla="*/ 587396 h 836428"/>
                <a:gd name="connsiteX7" fmla="*/ 1263159 w 6071559"/>
                <a:gd name="connsiteY7" fmla="*/ 696397 h 836428"/>
                <a:gd name="connsiteX8" fmla="*/ 294258 w 6071559"/>
                <a:gd name="connsiteY8" fmla="*/ 738787 h 836428"/>
                <a:gd name="connsiteX9" fmla="*/ 294258 w 6071559"/>
                <a:gd name="connsiteY9" fmla="*/ 799343 h 836428"/>
                <a:gd name="connsiteX10" fmla="*/ 4266751 w 6071559"/>
                <a:gd name="connsiteY10" fmla="*/ 793287 h 836428"/>
                <a:gd name="connsiteX11" fmla="*/ 5162984 w 6071559"/>
                <a:gd name="connsiteY11" fmla="*/ 835677 h 836428"/>
                <a:gd name="connsiteX12" fmla="*/ 5502099 w 6071559"/>
                <a:gd name="connsiteY12" fmla="*/ 817510 h 836428"/>
                <a:gd name="connsiteX13" fmla="*/ 5677712 w 6071559"/>
                <a:gd name="connsiteY13" fmla="*/ 781176 h 836428"/>
                <a:gd name="connsiteX14" fmla="*/ 5792769 w 6071559"/>
                <a:gd name="connsiteY14" fmla="*/ 702453 h 836428"/>
                <a:gd name="connsiteX15" fmla="*/ 5907826 w 6071559"/>
                <a:gd name="connsiteY15" fmla="*/ 672175 h 836428"/>
                <a:gd name="connsiteX16" fmla="*/ 6034994 w 6071559"/>
                <a:gd name="connsiteY16" fmla="*/ 508673 h 836428"/>
                <a:gd name="connsiteX17" fmla="*/ 6071328 w 6071559"/>
                <a:gd name="connsiteY17" fmla="*/ 357282 h 836428"/>
                <a:gd name="connsiteX0" fmla="*/ 6071328 w 6071559"/>
                <a:gd name="connsiteY0" fmla="*/ 357345 h 836491"/>
                <a:gd name="connsiteX1" fmla="*/ 6022883 w 6071559"/>
                <a:gd name="connsiteY1" fmla="*/ 212010 h 836491"/>
                <a:gd name="connsiteX2" fmla="*/ 5949422 w 6071559"/>
                <a:gd name="connsiteY2" fmla="*/ 77826 h 836491"/>
                <a:gd name="connsiteX3" fmla="*/ 5592934 w 6071559"/>
                <a:gd name="connsiteY3" fmla="*/ 63 h 836491"/>
                <a:gd name="connsiteX4" fmla="*/ 5205372 w 6071559"/>
                <a:gd name="connsiteY4" fmla="*/ 90897 h 836491"/>
                <a:gd name="connsiteX5" fmla="*/ 4521086 w 6071559"/>
                <a:gd name="connsiteY5" fmla="*/ 290732 h 836491"/>
                <a:gd name="connsiteX6" fmla="*/ 2843679 w 6071559"/>
                <a:gd name="connsiteY6" fmla="*/ 587459 h 836491"/>
                <a:gd name="connsiteX7" fmla="*/ 1263159 w 6071559"/>
                <a:gd name="connsiteY7" fmla="*/ 696460 h 836491"/>
                <a:gd name="connsiteX8" fmla="*/ 294258 w 6071559"/>
                <a:gd name="connsiteY8" fmla="*/ 738850 h 836491"/>
                <a:gd name="connsiteX9" fmla="*/ 294258 w 6071559"/>
                <a:gd name="connsiteY9" fmla="*/ 799406 h 836491"/>
                <a:gd name="connsiteX10" fmla="*/ 4266751 w 6071559"/>
                <a:gd name="connsiteY10" fmla="*/ 793350 h 836491"/>
                <a:gd name="connsiteX11" fmla="*/ 5162984 w 6071559"/>
                <a:gd name="connsiteY11" fmla="*/ 835740 h 836491"/>
                <a:gd name="connsiteX12" fmla="*/ 5502099 w 6071559"/>
                <a:gd name="connsiteY12" fmla="*/ 817573 h 836491"/>
                <a:gd name="connsiteX13" fmla="*/ 5677712 w 6071559"/>
                <a:gd name="connsiteY13" fmla="*/ 781239 h 836491"/>
                <a:gd name="connsiteX14" fmla="*/ 5792769 w 6071559"/>
                <a:gd name="connsiteY14" fmla="*/ 702516 h 836491"/>
                <a:gd name="connsiteX15" fmla="*/ 5907826 w 6071559"/>
                <a:gd name="connsiteY15" fmla="*/ 672238 h 836491"/>
                <a:gd name="connsiteX16" fmla="*/ 6034994 w 6071559"/>
                <a:gd name="connsiteY16" fmla="*/ 508736 h 836491"/>
                <a:gd name="connsiteX17" fmla="*/ 6071328 w 6071559"/>
                <a:gd name="connsiteY17" fmla="*/ 357345 h 836491"/>
                <a:gd name="connsiteX0" fmla="*/ 6071328 w 6071559"/>
                <a:gd name="connsiteY0" fmla="*/ 357345 h 836491"/>
                <a:gd name="connsiteX1" fmla="*/ 6022883 w 6071559"/>
                <a:gd name="connsiteY1" fmla="*/ 212010 h 836491"/>
                <a:gd name="connsiteX2" fmla="*/ 5949422 w 6071559"/>
                <a:gd name="connsiteY2" fmla="*/ 77826 h 836491"/>
                <a:gd name="connsiteX3" fmla="*/ 5592934 w 6071559"/>
                <a:gd name="connsiteY3" fmla="*/ 63 h 836491"/>
                <a:gd name="connsiteX4" fmla="*/ 5205372 w 6071559"/>
                <a:gd name="connsiteY4" fmla="*/ 90897 h 836491"/>
                <a:gd name="connsiteX5" fmla="*/ 4521086 w 6071559"/>
                <a:gd name="connsiteY5" fmla="*/ 290732 h 836491"/>
                <a:gd name="connsiteX6" fmla="*/ 2843679 w 6071559"/>
                <a:gd name="connsiteY6" fmla="*/ 587459 h 836491"/>
                <a:gd name="connsiteX7" fmla="*/ 1263159 w 6071559"/>
                <a:gd name="connsiteY7" fmla="*/ 696460 h 836491"/>
                <a:gd name="connsiteX8" fmla="*/ 294258 w 6071559"/>
                <a:gd name="connsiteY8" fmla="*/ 738850 h 836491"/>
                <a:gd name="connsiteX9" fmla="*/ 294258 w 6071559"/>
                <a:gd name="connsiteY9" fmla="*/ 799406 h 836491"/>
                <a:gd name="connsiteX10" fmla="*/ 4266751 w 6071559"/>
                <a:gd name="connsiteY10" fmla="*/ 793350 h 836491"/>
                <a:gd name="connsiteX11" fmla="*/ 5162984 w 6071559"/>
                <a:gd name="connsiteY11" fmla="*/ 835740 h 836491"/>
                <a:gd name="connsiteX12" fmla="*/ 5502099 w 6071559"/>
                <a:gd name="connsiteY12" fmla="*/ 817573 h 836491"/>
                <a:gd name="connsiteX13" fmla="*/ 5677712 w 6071559"/>
                <a:gd name="connsiteY13" fmla="*/ 781239 h 836491"/>
                <a:gd name="connsiteX14" fmla="*/ 5907826 w 6071559"/>
                <a:gd name="connsiteY14" fmla="*/ 672238 h 836491"/>
                <a:gd name="connsiteX15" fmla="*/ 6034994 w 6071559"/>
                <a:gd name="connsiteY15" fmla="*/ 508736 h 836491"/>
                <a:gd name="connsiteX16" fmla="*/ 6071328 w 6071559"/>
                <a:gd name="connsiteY16" fmla="*/ 357345 h 836491"/>
                <a:gd name="connsiteX0" fmla="*/ 6071328 w 6071559"/>
                <a:gd name="connsiteY0" fmla="*/ 357345 h 838951"/>
                <a:gd name="connsiteX1" fmla="*/ 6022883 w 6071559"/>
                <a:gd name="connsiteY1" fmla="*/ 212010 h 838951"/>
                <a:gd name="connsiteX2" fmla="*/ 5949422 w 6071559"/>
                <a:gd name="connsiteY2" fmla="*/ 77826 h 838951"/>
                <a:gd name="connsiteX3" fmla="*/ 5592934 w 6071559"/>
                <a:gd name="connsiteY3" fmla="*/ 63 h 838951"/>
                <a:gd name="connsiteX4" fmla="*/ 5205372 w 6071559"/>
                <a:gd name="connsiteY4" fmla="*/ 90897 h 838951"/>
                <a:gd name="connsiteX5" fmla="*/ 4521086 w 6071559"/>
                <a:gd name="connsiteY5" fmla="*/ 290732 h 838951"/>
                <a:gd name="connsiteX6" fmla="*/ 2843679 w 6071559"/>
                <a:gd name="connsiteY6" fmla="*/ 587459 h 838951"/>
                <a:gd name="connsiteX7" fmla="*/ 1263159 w 6071559"/>
                <a:gd name="connsiteY7" fmla="*/ 696460 h 838951"/>
                <a:gd name="connsiteX8" fmla="*/ 294258 w 6071559"/>
                <a:gd name="connsiteY8" fmla="*/ 738850 h 838951"/>
                <a:gd name="connsiteX9" fmla="*/ 294258 w 6071559"/>
                <a:gd name="connsiteY9" fmla="*/ 799406 h 838951"/>
                <a:gd name="connsiteX10" fmla="*/ 4266751 w 6071559"/>
                <a:gd name="connsiteY10" fmla="*/ 793350 h 838951"/>
                <a:gd name="connsiteX11" fmla="*/ 5162984 w 6071559"/>
                <a:gd name="connsiteY11" fmla="*/ 835740 h 838951"/>
                <a:gd name="connsiteX12" fmla="*/ 5502099 w 6071559"/>
                <a:gd name="connsiteY12" fmla="*/ 817573 h 838951"/>
                <a:gd name="connsiteX13" fmla="*/ 5907826 w 6071559"/>
                <a:gd name="connsiteY13" fmla="*/ 672238 h 838951"/>
                <a:gd name="connsiteX14" fmla="*/ 6034994 w 6071559"/>
                <a:gd name="connsiteY14" fmla="*/ 508736 h 838951"/>
                <a:gd name="connsiteX15" fmla="*/ 6071328 w 6071559"/>
                <a:gd name="connsiteY15" fmla="*/ 357345 h 838951"/>
                <a:gd name="connsiteX0" fmla="*/ 6071328 w 6071559"/>
                <a:gd name="connsiteY0" fmla="*/ 357345 h 837151"/>
                <a:gd name="connsiteX1" fmla="*/ 6022883 w 6071559"/>
                <a:gd name="connsiteY1" fmla="*/ 212010 h 837151"/>
                <a:gd name="connsiteX2" fmla="*/ 5949422 w 6071559"/>
                <a:gd name="connsiteY2" fmla="*/ 77826 h 837151"/>
                <a:gd name="connsiteX3" fmla="*/ 5592934 w 6071559"/>
                <a:gd name="connsiteY3" fmla="*/ 63 h 837151"/>
                <a:gd name="connsiteX4" fmla="*/ 5205372 w 6071559"/>
                <a:gd name="connsiteY4" fmla="*/ 90897 h 837151"/>
                <a:gd name="connsiteX5" fmla="*/ 4521086 w 6071559"/>
                <a:gd name="connsiteY5" fmla="*/ 290732 h 837151"/>
                <a:gd name="connsiteX6" fmla="*/ 2843679 w 6071559"/>
                <a:gd name="connsiteY6" fmla="*/ 587459 h 837151"/>
                <a:gd name="connsiteX7" fmla="*/ 1263159 w 6071559"/>
                <a:gd name="connsiteY7" fmla="*/ 696460 h 837151"/>
                <a:gd name="connsiteX8" fmla="*/ 294258 w 6071559"/>
                <a:gd name="connsiteY8" fmla="*/ 738850 h 837151"/>
                <a:gd name="connsiteX9" fmla="*/ 294258 w 6071559"/>
                <a:gd name="connsiteY9" fmla="*/ 799406 h 837151"/>
                <a:gd name="connsiteX10" fmla="*/ 4266751 w 6071559"/>
                <a:gd name="connsiteY10" fmla="*/ 793350 h 837151"/>
                <a:gd name="connsiteX11" fmla="*/ 5162984 w 6071559"/>
                <a:gd name="connsiteY11" fmla="*/ 835740 h 837151"/>
                <a:gd name="connsiteX12" fmla="*/ 5502099 w 6071559"/>
                <a:gd name="connsiteY12" fmla="*/ 817573 h 837151"/>
                <a:gd name="connsiteX13" fmla="*/ 5907827 w 6071559"/>
                <a:gd name="connsiteY13" fmla="*/ 727698 h 837151"/>
                <a:gd name="connsiteX14" fmla="*/ 6034994 w 6071559"/>
                <a:gd name="connsiteY14" fmla="*/ 508736 h 837151"/>
                <a:gd name="connsiteX15" fmla="*/ 6071328 w 6071559"/>
                <a:gd name="connsiteY15" fmla="*/ 357345 h 837151"/>
                <a:gd name="connsiteX0" fmla="*/ 6071328 w 6072144"/>
                <a:gd name="connsiteY0" fmla="*/ 357345 h 837151"/>
                <a:gd name="connsiteX1" fmla="*/ 6022883 w 6072144"/>
                <a:gd name="connsiteY1" fmla="*/ 212010 h 837151"/>
                <a:gd name="connsiteX2" fmla="*/ 5949422 w 6072144"/>
                <a:gd name="connsiteY2" fmla="*/ 77826 h 837151"/>
                <a:gd name="connsiteX3" fmla="*/ 5592934 w 6072144"/>
                <a:gd name="connsiteY3" fmla="*/ 63 h 837151"/>
                <a:gd name="connsiteX4" fmla="*/ 5205372 w 6072144"/>
                <a:gd name="connsiteY4" fmla="*/ 90897 h 837151"/>
                <a:gd name="connsiteX5" fmla="*/ 4521086 w 6072144"/>
                <a:gd name="connsiteY5" fmla="*/ 290732 h 837151"/>
                <a:gd name="connsiteX6" fmla="*/ 2843679 w 6072144"/>
                <a:gd name="connsiteY6" fmla="*/ 587459 h 837151"/>
                <a:gd name="connsiteX7" fmla="*/ 1263159 w 6072144"/>
                <a:gd name="connsiteY7" fmla="*/ 696460 h 837151"/>
                <a:gd name="connsiteX8" fmla="*/ 294258 w 6072144"/>
                <a:gd name="connsiteY8" fmla="*/ 738850 h 837151"/>
                <a:gd name="connsiteX9" fmla="*/ 294258 w 6072144"/>
                <a:gd name="connsiteY9" fmla="*/ 799406 h 837151"/>
                <a:gd name="connsiteX10" fmla="*/ 4266751 w 6072144"/>
                <a:gd name="connsiteY10" fmla="*/ 793350 h 837151"/>
                <a:gd name="connsiteX11" fmla="*/ 5162984 w 6072144"/>
                <a:gd name="connsiteY11" fmla="*/ 835740 h 837151"/>
                <a:gd name="connsiteX12" fmla="*/ 5502099 w 6072144"/>
                <a:gd name="connsiteY12" fmla="*/ 817573 h 837151"/>
                <a:gd name="connsiteX13" fmla="*/ 5907827 w 6072144"/>
                <a:gd name="connsiteY13" fmla="*/ 727698 h 837151"/>
                <a:gd name="connsiteX14" fmla="*/ 6041926 w 6072144"/>
                <a:gd name="connsiteY14" fmla="*/ 578062 h 837151"/>
                <a:gd name="connsiteX15" fmla="*/ 6071328 w 6072144"/>
                <a:gd name="connsiteY15" fmla="*/ 357345 h 837151"/>
                <a:gd name="connsiteX0" fmla="*/ 6099059 w 6099301"/>
                <a:gd name="connsiteY0" fmla="*/ 364277 h 837151"/>
                <a:gd name="connsiteX1" fmla="*/ 6022883 w 6099301"/>
                <a:gd name="connsiteY1" fmla="*/ 212010 h 837151"/>
                <a:gd name="connsiteX2" fmla="*/ 5949422 w 6099301"/>
                <a:gd name="connsiteY2" fmla="*/ 77826 h 837151"/>
                <a:gd name="connsiteX3" fmla="*/ 5592934 w 6099301"/>
                <a:gd name="connsiteY3" fmla="*/ 63 h 837151"/>
                <a:gd name="connsiteX4" fmla="*/ 5205372 w 6099301"/>
                <a:gd name="connsiteY4" fmla="*/ 90897 h 837151"/>
                <a:gd name="connsiteX5" fmla="*/ 4521086 w 6099301"/>
                <a:gd name="connsiteY5" fmla="*/ 290732 h 837151"/>
                <a:gd name="connsiteX6" fmla="*/ 2843679 w 6099301"/>
                <a:gd name="connsiteY6" fmla="*/ 587459 h 837151"/>
                <a:gd name="connsiteX7" fmla="*/ 1263159 w 6099301"/>
                <a:gd name="connsiteY7" fmla="*/ 696460 h 837151"/>
                <a:gd name="connsiteX8" fmla="*/ 294258 w 6099301"/>
                <a:gd name="connsiteY8" fmla="*/ 738850 h 837151"/>
                <a:gd name="connsiteX9" fmla="*/ 294258 w 6099301"/>
                <a:gd name="connsiteY9" fmla="*/ 799406 h 837151"/>
                <a:gd name="connsiteX10" fmla="*/ 4266751 w 6099301"/>
                <a:gd name="connsiteY10" fmla="*/ 793350 h 837151"/>
                <a:gd name="connsiteX11" fmla="*/ 5162984 w 6099301"/>
                <a:gd name="connsiteY11" fmla="*/ 835740 h 837151"/>
                <a:gd name="connsiteX12" fmla="*/ 5502099 w 6099301"/>
                <a:gd name="connsiteY12" fmla="*/ 817573 h 837151"/>
                <a:gd name="connsiteX13" fmla="*/ 5907827 w 6099301"/>
                <a:gd name="connsiteY13" fmla="*/ 727698 h 837151"/>
                <a:gd name="connsiteX14" fmla="*/ 6041926 w 6099301"/>
                <a:gd name="connsiteY14" fmla="*/ 578062 h 837151"/>
                <a:gd name="connsiteX15" fmla="*/ 6099059 w 6099301"/>
                <a:gd name="connsiteY15" fmla="*/ 364277 h 837151"/>
                <a:gd name="connsiteX0" fmla="*/ 6099059 w 6099295"/>
                <a:gd name="connsiteY0" fmla="*/ 364277 h 837151"/>
                <a:gd name="connsiteX1" fmla="*/ 6057546 w 6099295"/>
                <a:gd name="connsiteY1" fmla="*/ 184279 h 837151"/>
                <a:gd name="connsiteX2" fmla="*/ 5949422 w 6099295"/>
                <a:gd name="connsiteY2" fmla="*/ 77826 h 837151"/>
                <a:gd name="connsiteX3" fmla="*/ 5592934 w 6099295"/>
                <a:gd name="connsiteY3" fmla="*/ 63 h 837151"/>
                <a:gd name="connsiteX4" fmla="*/ 5205372 w 6099295"/>
                <a:gd name="connsiteY4" fmla="*/ 90897 h 837151"/>
                <a:gd name="connsiteX5" fmla="*/ 4521086 w 6099295"/>
                <a:gd name="connsiteY5" fmla="*/ 290732 h 837151"/>
                <a:gd name="connsiteX6" fmla="*/ 2843679 w 6099295"/>
                <a:gd name="connsiteY6" fmla="*/ 587459 h 837151"/>
                <a:gd name="connsiteX7" fmla="*/ 1263159 w 6099295"/>
                <a:gd name="connsiteY7" fmla="*/ 696460 h 837151"/>
                <a:gd name="connsiteX8" fmla="*/ 294258 w 6099295"/>
                <a:gd name="connsiteY8" fmla="*/ 738850 h 837151"/>
                <a:gd name="connsiteX9" fmla="*/ 294258 w 6099295"/>
                <a:gd name="connsiteY9" fmla="*/ 799406 h 837151"/>
                <a:gd name="connsiteX10" fmla="*/ 4266751 w 6099295"/>
                <a:gd name="connsiteY10" fmla="*/ 793350 h 837151"/>
                <a:gd name="connsiteX11" fmla="*/ 5162984 w 6099295"/>
                <a:gd name="connsiteY11" fmla="*/ 835740 h 837151"/>
                <a:gd name="connsiteX12" fmla="*/ 5502099 w 6099295"/>
                <a:gd name="connsiteY12" fmla="*/ 817573 h 837151"/>
                <a:gd name="connsiteX13" fmla="*/ 5907827 w 6099295"/>
                <a:gd name="connsiteY13" fmla="*/ 727698 h 837151"/>
                <a:gd name="connsiteX14" fmla="*/ 6041926 w 6099295"/>
                <a:gd name="connsiteY14" fmla="*/ 578062 h 837151"/>
                <a:gd name="connsiteX15" fmla="*/ 6099059 w 6099295"/>
                <a:gd name="connsiteY15" fmla="*/ 364277 h 837151"/>
                <a:gd name="connsiteX0" fmla="*/ 6099059 w 6099295"/>
                <a:gd name="connsiteY0" fmla="*/ 364277 h 836651"/>
                <a:gd name="connsiteX1" fmla="*/ 6057546 w 6099295"/>
                <a:gd name="connsiteY1" fmla="*/ 184279 h 836651"/>
                <a:gd name="connsiteX2" fmla="*/ 5949422 w 6099295"/>
                <a:gd name="connsiteY2" fmla="*/ 77826 h 836651"/>
                <a:gd name="connsiteX3" fmla="*/ 5592934 w 6099295"/>
                <a:gd name="connsiteY3" fmla="*/ 63 h 836651"/>
                <a:gd name="connsiteX4" fmla="*/ 5205372 w 6099295"/>
                <a:gd name="connsiteY4" fmla="*/ 90897 h 836651"/>
                <a:gd name="connsiteX5" fmla="*/ 4521086 w 6099295"/>
                <a:gd name="connsiteY5" fmla="*/ 290732 h 836651"/>
                <a:gd name="connsiteX6" fmla="*/ 2843679 w 6099295"/>
                <a:gd name="connsiteY6" fmla="*/ 587459 h 836651"/>
                <a:gd name="connsiteX7" fmla="*/ 1263159 w 6099295"/>
                <a:gd name="connsiteY7" fmla="*/ 696460 h 836651"/>
                <a:gd name="connsiteX8" fmla="*/ 294258 w 6099295"/>
                <a:gd name="connsiteY8" fmla="*/ 738850 h 836651"/>
                <a:gd name="connsiteX9" fmla="*/ 294258 w 6099295"/>
                <a:gd name="connsiteY9" fmla="*/ 799406 h 836651"/>
                <a:gd name="connsiteX10" fmla="*/ 4266751 w 6099295"/>
                <a:gd name="connsiteY10" fmla="*/ 793350 h 836651"/>
                <a:gd name="connsiteX11" fmla="*/ 5162984 w 6099295"/>
                <a:gd name="connsiteY11" fmla="*/ 835740 h 836651"/>
                <a:gd name="connsiteX12" fmla="*/ 5502099 w 6099295"/>
                <a:gd name="connsiteY12" fmla="*/ 817573 h 836651"/>
                <a:gd name="connsiteX13" fmla="*/ 5859298 w 6099295"/>
                <a:gd name="connsiteY13" fmla="*/ 762361 h 836651"/>
                <a:gd name="connsiteX14" fmla="*/ 6041926 w 6099295"/>
                <a:gd name="connsiteY14" fmla="*/ 578062 h 836651"/>
                <a:gd name="connsiteX15" fmla="*/ 6099059 w 6099295"/>
                <a:gd name="connsiteY15" fmla="*/ 364277 h 836651"/>
                <a:gd name="connsiteX0" fmla="*/ 6099059 w 6099295"/>
                <a:gd name="connsiteY0" fmla="*/ 364277 h 836651"/>
                <a:gd name="connsiteX1" fmla="*/ 6057546 w 6099295"/>
                <a:gd name="connsiteY1" fmla="*/ 184279 h 836651"/>
                <a:gd name="connsiteX2" fmla="*/ 5949422 w 6099295"/>
                <a:gd name="connsiteY2" fmla="*/ 77826 h 836651"/>
                <a:gd name="connsiteX3" fmla="*/ 5592934 w 6099295"/>
                <a:gd name="connsiteY3" fmla="*/ 63 h 836651"/>
                <a:gd name="connsiteX4" fmla="*/ 5205372 w 6099295"/>
                <a:gd name="connsiteY4" fmla="*/ 90897 h 836651"/>
                <a:gd name="connsiteX5" fmla="*/ 4521086 w 6099295"/>
                <a:gd name="connsiteY5" fmla="*/ 290732 h 836651"/>
                <a:gd name="connsiteX6" fmla="*/ 3218040 w 6099295"/>
                <a:gd name="connsiteY6" fmla="*/ 573594 h 836651"/>
                <a:gd name="connsiteX7" fmla="*/ 1263159 w 6099295"/>
                <a:gd name="connsiteY7" fmla="*/ 696460 h 836651"/>
                <a:gd name="connsiteX8" fmla="*/ 294258 w 6099295"/>
                <a:gd name="connsiteY8" fmla="*/ 738850 h 836651"/>
                <a:gd name="connsiteX9" fmla="*/ 294258 w 6099295"/>
                <a:gd name="connsiteY9" fmla="*/ 799406 h 836651"/>
                <a:gd name="connsiteX10" fmla="*/ 4266751 w 6099295"/>
                <a:gd name="connsiteY10" fmla="*/ 793350 h 836651"/>
                <a:gd name="connsiteX11" fmla="*/ 5162984 w 6099295"/>
                <a:gd name="connsiteY11" fmla="*/ 835740 h 836651"/>
                <a:gd name="connsiteX12" fmla="*/ 5502099 w 6099295"/>
                <a:gd name="connsiteY12" fmla="*/ 817573 h 836651"/>
                <a:gd name="connsiteX13" fmla="*/ 5859298 w 6099295"/>
                <a:gd name="connsiteY13" fmla="*/ 762361 h 836651"/>
                <a:gd name="connsiteX14" fmla="*/ 6041926 w 6099295"/>
                <a:gd name="connsiteY14" fmla="*/ 578062 h 836651"/>
                <a:gd name="connsiteX15" fmla="*/ 6099059 w 6099295"/>
                <a:gd name="connsiteY15" fmla="*/ 364277 h 836651"/>
                <a:gd name="connsiteX0" fmla="*/ 5997045 w 5997281"/>
                <a:gd name="connsiteY0" fmla="*/ 364277 h 836651"/>
                <a:gd name="connsiteX1" fmla="*/ 5955532 w 5997281"/>
                <a:gd name="connsiteY1" fmla="*/ 184279 h 836651"/>
                <a:gd name="connsiteX2" fmla="*/ 5847408 w 5997281"/>
                <a:gd name="connsiteY2" fmla="*/ 77826 h 836651"/>
                <a:gd name="connsiteX3" fmla="*/ 5490920 w 5997281"/>
                <a:gd name="connsiteY3" fmla="*/ 63 h 836651"/>
                <a:gd name="connsiteX4" fmla="*/ 5103358 w 5997281"/>
                <a:gd name="connsiteY4" fmla="*/ 90897 h 836651"/>
                <a:gd name="connsiteX5" fmla="*/ 4419072 w 5997281"/>
                <a:gd name="connsiteY5" fmla="*/ 290732 h 836651"/>
                <a:gd name="connsiteX6" fmla="*/ 3116026 w 5997281"/>
                <a:gd name="connsiteY6" fmla="*/ 573594 h 836651"/>
                <a:gd name="connsiteX7" fmla="*/ 1161145 w 5997281"/>
                <a:gd name="connsiteY7" fmla="*/ 696460 h 836651"/>
                <a:gd name="connsiteX8" fmla="*/ 580469 w 5997281"/>
                <a:gd name="connsiteY8" fmla="*/ 738850 h 836651"/>
                <a:gd name="connsiteX9" fmla="*/ 192244 w 5997281"/>
                <a:gd name="connsiteY9" fmla="*/ 799406 h 836651"/>
                <a:gd name="connsiteX10" fmla="*/ 4164737 w 5997281"/>
                <a:gd name="connsiteY10" fmla="*/ 793350 h 836651"/>
                <a:gd name="connsiteX11" fmla="*/ 5060970 w 5997281"/>
                <a:gd name="connsiteY11" fmla="*/ 835740 h 836651"/>
                <a:gd name="connsiteX12" fmla="*/ 5400085 w 5997281"/>
                <a:gd name="connsiteY12" fmla="*/ 817573 h 836651"/>
                <a:gd name="connsiteX13" fmla="*/ 5757284 w 5997281"/>
                <a:gd name="connsiteY13" fmla="*/ 762361 h 836651"/>
                <a:gd name="connsiteX14" fmla="*/ 5939912 w 5997281"/>
                <a:gd name="connsiteY14" fmla="*/ 578062 h 836651"/>
                <a:gd name="connsiteX15" fmla="*/ 5997045 w 5997281"/>
                <a:gd name="connsiteY15" fmla="*/ 364277 h 836651"/>
                <a:gd name="connsiteX0" fmla="*/ 5997045 w 5997281"/>
                <a:gd name="connsiteY0" fmla="*/ 364277 h 836651"/>
                <a:gd name="connsiteX1" fmla="*/ 5955532 w 5997281"/>
                <a:gd name="connsiteY1" fmla="*/ 184279 h 836651"/>
                <a:gd name="connsiteX2" fmla="*/ 5847408 w 5997281"/>
                <a:gd name="connsiteY2" fmla="*/ 77826 h 836651"/>
                <a:gd name="connsiteX3" fmla="*/ 5490920 w 5997281"/>
                <a:gd name="connsiteY3" fmla="*/ 63 h 836651"/>
                <a:gd name="connsiteX4" fmla="*/ 5103358 w 5997281"/>
                <a:gd name="connsiteY4" fmla="*/ 90897 h 836651"/>
                <a:gd name="connsiteX5" fmla="*/ 4419072 w 5997281"/>
                <a:gd name="connsiteY5" fmla="*/ 290732 h 836651"/>
                <a:gd name="connsiteX6" fmla="*/ 3116026 w 5997281"/>
                <a:gd name="connsiteY6" fmla="*/ 573594 h 836651"/>
                <a:gd name="connsiteX7" fmla="*/ 580469 w 5997281"/>
                <a:gd name="connsiteY7" fmla="*/ 738850 h 836651"/>
                <a:gd name="connsiteX8" fmla="*/ 192244 w 5997281"/>
                <a:gd name="connsiteY8" fmla="*/ 799406 h 836651"/>
                <a:gd name="connsiteX9" fmla="*/ 4164737 w 5997281"/>
                <a:gd name="connsiteY9" fmla="*/ 793350 h 836651"/>
                <a:gd name="connsiteX10" fmla="*/ 5060970 w 5997281"/>
                <a:gd name="connsiteY10" fmla="*/ 835740 h 836651"/>
                <a:gd name="connsiteX11" fmla="*/ 5400085 w 5997281"/>
                <a:gd name="connsiteY11" fmla="*/ 817573 h 836651"/>
                <a:gd name="connsiteX12" fmla="*/ 5757284 w 5997281"/>
                <a:gd name="connsiteY12" fmla="*/ 762361 h 836651"/>
                <a:gd name="connsiteX13" fmla="*/ 5939912 w 5997281"/>
                <a:gd name="connsiteY13" fmla="*/ 578062 h 836651"/>
                <a:gd name="connsiteX14" fmla="*/ 5997045 w 5997281"/>
                <a:gd name="connsiteY14" fmla="*/ 364277 h 836651"/>
                <a:gd name="connsiteX0" fmla="*/ 5828254 w 5828490"/>
                <a:gd name="connsiteY0" fmla="*/ 364277 h 836651"/>
                <a:gd name="connsiteX1" fmla="*/ 5786741 w 5828490"/>
                <a:gd name="connsiteY1" fmla="*/ 184279 h 836651"/>
                <a:gd name="connsiteX2" fmla="*/ 5678617 w 5828490"/>
                <a:gd name="connsiteY2" fmla="*/ 77826 h 836651"/>
                <a:gd name="connsiteX3" fmla="*/ 5322129 w 5828490"/>
                <a:gd name="connsiteY3" fmla="*/ 63 h 836651"/>
                <a:gd name="connsiteX4" fmla="*/ 4934567 w 5828490"/>
                <a:gd name="connsiteY4" fmla="*/ 90897 h 836651"/>
                <a:gd name="connsiteX5" fmla="*/ 4250281 w 5828490"/>
                <a:gd name="connsiteY5" fmla="*/ 290732 h 836651"/>
                <a:gd name="connsiteX6" fmla="*/ 2947235 w 5828490"/>
                <a:gd name="connsiteY6" fmla="*/ 573594 h 836651"/>
                <a:gd name="connsiteX7" fmla="*/ 2248817 w 5828490"/>
                <a:gd name="connsiteY7" fmla="*/ 718053 h 836651"/>
                <a:gd name="connsiteX8" fmla="*/ 23453 w 5828490"/>
                <a:gd name="connsiteY8" fmla="*/ 799406 h 836651"/>
                <a:gd name="connsiteX9" fmla="*/ 3995946 w 5828490"/>
                <a:gd name="connsiteY9" fmla="*/ 793350 h 836651"/>
                <a:gd name="connsiteX10" fmla="*/ 4892179 w 5828490"/>
                <a:gd name="connsiteY10" fmla="*/ 835740 h 836651"/>
                <a:gd name="connsiteX11" fmla="*/ 5231294 w 5828490"/>
                <a:gd name="connsiteY11" fmla="*/ 817573 h 836651"/>
                <a:gd name="connsiteX12" fmla="*/ 5588493 w 5828490"/>
                <a:gd name="connsiteY12" fmla="*/ 762361 h 836651"/>
                <a:gd name="connsiteX13" fmla="*/ 5771121 w 5828490"/>
                <a:gd name="connsiteY13" fmla="*/ 578062 h 836651"/>
                <a:gd name="connsiteX14" fmla="*/ 5828254 w 5828490"/>
                <a:gd name="connsiteY14" fmla="*/ 364277 h 836651"/>
                <a:gd name="connsiteX0" fmla="*/ 3813466 w 3813702"/>
                <a:gd name="connsiteY0" fmla="*/ 364277 h 836651"/>
                <a:gd name="connsiteX1" fmla="*/ 3771953 w 3813702"/>
                <a:gd name="connsiteY1" fmla="*/ 184279 h 836651"/>
                <a:gd name="connsiteX2" fmla="*/ 3663829 w 3813702"/>
                <a:gd name="connsiteY2" fmla="*/ 77826 h 836651"/>
                <a:gd name="connsiteX3" fmla="*/ 3307341 w 3813702"/>
                <a:gd name="connsiteY3" fmla="*/ 63 h 836651"/>
                <a:gd name="connsiteX4" fmla="*/ 2919779 w 3813702"/>
                <a:gd name="connsiteY4" fmla="*/ 90897 h 836651"/>
                <a:gd name="connsiteX5" fmla="*/ 2235493 w 3813702"/>
                <a:gd name="connsiteY5" fmla="*/ 290732 h 836651"/>
                <a:gd name="connsiteX6" fmla="*/ 932447 w 3813702"/>
                <a:gd name="connsiteY6" fmla="*/ 573594 h 836651"/>
                <a:gd name="connsiteX7" fmla="*/ 234029 w 3813702"/>
                <a:gd name="connsiteY7" fmla="*/ 718053 h 836651"/>
                <a:gd name="connsiteX8" fmla="*/ 102312 w 3813702"/>
                <a:gd name="connsiteY8" fmla="*/ 792475 h 836651"/>
                <a:gd name="connsiteX9" fmla="*/ 1981158 w 3813702"/>
                <a:gd name="connsiteY9" fmla="*/ 793350 h 836651"/>
                <a:gd name="connsiteX10" fmla="*/ 2877391 w 3813702"/>
                <a:gd name="connsiteY10" fmla="*/ 835740 h 836651"/>
                <a:gd name="connsiteX11" fmla="*/ 3216506 w 3813702"/>
                <a:gd name="connsiteY11" fmla="*/ 817573 h 836651"/>
                <a:gd name="connsiteX12" fmla="*/ 3573705 w 3813702"/>
                <a:gd name="connsiteY12" fmla="*/ 762361 h 836651"/>
                <a:gd name="connsiteX13" fmla="*/ 3756333 w 3813702"/>
                <a:gd name="connsiteY13" fmla="*/ 578062 h 836651"/>
                <a:gd name="connsiteX14" fmla="*/ 3813466 w 3813702"/>
                <a:gd name="connsiteY14" fmla="*/ 364277 h 836651"/>
                <a:gd name="connsiteX0" fmla="*/ 3711155 w 3711391"/>
                <a:gd name="connsiteY0" fmla="*/ 364277 h 836651"/>
                <a:gd name="connsiteX1" fmla="*/ 3669642 w 3711391"/>
                <a:gd name="connsiteY1" fmla="*/ 184279 h 836651"/>
                <a:gd name="connsiteX2" fmla="*/ 3561518 w 3711391"/>
                <a:gd name="connsiteY2" fmla="*/ 77826 h 836651"/>
                <a:gd name="connsiteX3" fmla="*/ 3205030 w 3711391"/>
                <a:gd name="connsiteY3" fmla="*/ 63 h 836651"/>
                <a:gd name="connsiteX4" fmla="*/ 2817468 w 3711391"/>
                <a:gd name="connsiteY4" fmla="*/ 90897 h 836651"/>
                <a:gd name="connsiteX5" fmla="*/ 2133182 w 3711391"/>
                <a:gd name="connsiteY5" fmla="*/ 290732 h 836651"/>
                <a:gd name="connsiteX6" fmla="*/ 830136 w 3711391"/>
                <a:gd name="connsiteY6" fmla="*/ 573594 h 836651"/>
                <a:gd name="connsiteX7" fmla="*/ 131718 w 3711391"/>
                <a:gd name="connsiteY7" fmla="*/ 718053 h 836651"/>
                <a:gd name="connsiteX8" fmla="*/ 1 w 3711391"/>
                <a:gd name="connsiteY8" fmla="*/ 792475 h 836651"/>
                <a:gd name="connsiteX9" fmla="*/ 1878847 w 3711391"/>
                <a:gd name="connsiteY9" fmla="*/ 793350 h 836651"/>
                <a:gd name="connsiteX10" fmla="*/ 2775080 w 3711391"/>
                <a:gd name="connsiteY10" fmla="*/ 835740 h 836651"/>
                <a:gd name="connsiteX11" fmla="*/ 3114195 w 3711391"/>
                <a:gd name="connsiteY11" fmla="*/ 817573 h 836651"/>
                <a:gd name="connsiteX12" fmla="*/ 3471394 w 3711391"/>
                <a:gd name="connsiteY12" fmla="*/ 762361 h 836651"/>
                <a:gd name="connsiteX13" fmla="*/ 3654022 w 3711391"/>
                <a:gd name="connsiteY13" fmla="*/ 578062 h 836651"/>
                <a:gd name="connsiteX14" fmla="*/ 3711155 w 3711391"/>
                <a:gd name="connsiteY14" fmla="*/ 364277 h 836651"/>
                <a:gd name="connsiteX0" fmla="*/ 3870604 w 3870840"/>
                <a:gd name="connsiteY0" fmla="*/ 364277 h 836651"/>
                <a:gd name="connsiteX1" fmla="*/ 3829091 w 3870840"/>
                <a:gd name="connsiteY1" fmla="*/ 184279 h 836651"/>
                <a:gd name="connsiteX2" fmla="*/ 3720967 w 3870840"/>
                <a:gd name="connsiteY2" fmla="*/ 77826 h 836651"/>
                <a:gd name="connsiteX3" fmla="*/ 3364479 w 3870840"/>
                <a:gd name="connsiteY3" fmla="*/ 63 h 836651"/>
                <a:gd name="connsiteX4" fmla="*/ 2976917 w 3870840"/>
                <a:gd name="connsiteY4" fmla="*/ 90897 h 836651"/>
                <a:gd name="connsiteX5" fmla="*/ 2292631 w 3870840"/>
                <a:gd name="connsiteY5" fmla="*/ 290732 h 836651"/>
                <a:gd name="connsiteX6" fmla="*/ 989585 w 3870840"/>
                <a:gd name="connsiteY6" fmla="*/ 573594 h 836651"/>
                <a:gd name="connsiteX7" fmla="*/ 291167 w 3870840"/>
                <a:gd name="connsiteY7" fmla="*/ 718053 h 836651"/>
                <a:gd name="connsiteX8" fmla="*/ 0 w 3870840"/>
                <a:gd name="connsiteY8" fmla="*/ 799407 h 836651"/>
                <a:gd name="connsiteX9" fmla="*/ 2038296 w 3870840"/>
                <a:gd name="connsiteY9" fmla="*/ 793350 h 836651"/>
                <a:gd name="connsiteX10" fmla="*/ 2934529 w 3870840"/>
                <a:gd name="connsiteY10" fmla="*/ 835740 h 836651"/>
                <a:gd name="connsiteX11" fmla="*/ 3273644 w 3870840"/>
                <a:gd name="connsiteY11" fmla="*/ 817573 h 836651"/>
                <a:gd name="connsiteX12" fmla="*/ 3630843 w 3870840"/>
                <a:gd name="connsiteY12" fmla="*/ 762361 h 836651"/>
                <a:gd name="connsiteX13" fmla="*/ 3813471 w 3870840"/>
                <a:gd name="connsiteY13" fmla="*/ 578062 h 836651"/>
                <a:gd name="connsiteX14" fmla="*/ 3870604 w 3870840"/>
                <a:gd name="connsiteY14" fmla="*/ 364277 h 836651"/>
                <a:gd name="connsiteX0" fmla="*/ 3870604 w 3870840"/>
                <a:gd name="connsiteY0" fmla="*/ 364277 h 836651"/>
                <a:gd name="connsiteX1" fmla="*/ 3829091 w 3870840"/>
                <a:gd name="connsiteY1" fmla="*/ 184279 h 836651"/>
                <a:gd name="connsiteX2" fmla="*/ 3720967 w 3870840"/>
                <a:gd name="connsiteY2" fmla="*/ 77826 h 836651"/>
                <a:gd name="connsiteX3" fmla="*/ 3364479 w 3870840"/>
                <a:gd name="connsiteY3" fmla="*/ 63 h 836651"/>
                <a:gd name="connsiteX4" fmla="*/ 2976917 w 3870840"/>
                <a:gd name="connsiteY4" fmla="*/ 90897 h 836651"/>
                <a:gd name="connsiteX5" fmla="*/ 2292631 w 3870840"/>
                <a:gd name="connsiteY5" fmla="*/ 290732 h 836651"/>
                <a:gd name="connsiteX6" fmla="*/ 1287687 w 3870840"/>
                <a:gd name="connsiteY6" fmla="*/ 476537 h 836651"/>
                <a:gd name="connsiteX7" fmla="*/ 291167 w 3870840"/>
                <a:gd name="connsiteY7" fmla="*/ 718053 h 836651"/>
                <a:gd name="connsiteX8" fmla="*/ 0 w 3870840"/>
                <a:gd name="connsiteY8" fmla="*/ 799407 h 836651"/>
                <a:gd name="connsiteX9" fmla="*/ 2038296 w 3870840"/>
                <a:gd name="connsiteY9" fmla="*/ 793350 h 836651"/>
                <a:gd name="connsiteX10" fmla="*/ 2934529 w 3870840"/>
                <a:gd name="connsiteY10" fmla="*/ 835740 h 836651"/>
                <a:gd name="connsiteX11" fmla="*/ 3273644 w 3870840"/>
                <a:gd name="connsiteY11" fmla="*/ 817573 h 836651"/>
                <a:gd name="connsiteX12" fmla="*/ 3630843 w 3870840"/>
                <a:gd name="connsiteY12" fmla="*/ 762361 h 836651"/>
                <a:gd name="connsiteX13" fmla="*/ 3813471 w 3870840"/>
                <a:gd name="connsiteY13" fmla="*/ 578062 h 836651"/>
                <a:gd name="connsiteX14" fmla="*/ 3870604 w 3870840"/>
                <a:gd name="connsiteY14" fmla="*/ 364277 h 836651"/>
                <a:gd name="connsiteX0" fmla="*/ 3870604 w 3870840"/>
                <a:gd name="connsiteY0" fmla="*/ 364277 h 836651"/>
                <a:gd name="connsiteX1" fmla="*/ 3829091 w 3870840"/>
                <a:gd name="connsiteY1" fmla="*/ 184279 h 836651"/>
                <a:gd name="connsiteX2" fmla="*/ 3720967 w 3870840"/>
                <a:gd name="connsiteY2" fmla="*/ 77826 h 836651"/>
                <a:gd name="connsiteX3" fmla="*/ 3364479 w 3870840"/>
                <a:gd name="connsiteY3" fmla="*/ 63 h 836651"/>
                <a:gd name="connsiteX4" fmla="*/ 2976917 w 3870840"/>
                <a:gd name="connsiteY4" fmla="*/ 90897 h 836651"/>
                <a:gd name="connsiteX5" fmla="*/ 2361957 w 3870840"/>
                <a:gd name="connsiteY5" fmla="*/ 235271 h 836651"/>
                <a:gd name="connsiteX6" fmla="*/ 1287687 w 3870840"/>
                <a:gd name="connsiteY6" fmla="*/ 476537 h 836651"/>
                <a:gd name="connsiteX7" fmla="*/ 291167 w 3870840"/>
                <a:gd name="connsiteY7" fmla="*/ 718053 h 836651"/>
                <a:gd name="connsiteX8" fmla="*/ 0 w 3870840"/>
                <a:gd name="connsiteY8" fmla="*/ 799407 h 836651"/>
                <a:gd name="connsiteX9" fmla="*/ 2038296 w 3870840"/>
                <a:gd name="connsiteY9" fmla="*/ 793350 h 836651"/>
                <a:gd name="connsiteX10" fmla="*/ 2934529 w 3870840"/>
                <a:gd name="connsiteY10" fmla="*/ 835740 h 836651"/>
                <a:gd name="connsiteX11" fmla="*/ 3273644 w 3870840"/>
                <a:gd name="connsiteY11" fmla="*/ 817573 h 836651"/>
                <a:gd name="connsiteX12" fmla="*/ 3630843 w 3870840"/>
                <a:gd name="connsiteY12" fmla="*/ 762361 h 836651"/>
                <a:gd name="connsiteX13" fmla="*/ 3813471 w 3870840"/>
                <a:gd name="connsiteY13" fmla="*/ 578062 h 836651"/>
                <a:gd name="connsiteX14" fmla="*/ 3870604 w 3870840"/>
                <a:gd name="connsiteY14" fmla="*/ 364277 h 836651"/>
                <a:gd name="connsiteX0" fmla="*/ 3870604 w 3870840"/>
                <a:gd name="connsiteY0" fmla="*/ 364277 h 836651"/>
                <a:gd name="connsiteX1" fmla="*/ 3829091 w 3870840"/>
                <a:gd name="connsiteY1" fmla="*/ 184279 h 836651"/>
                <a:gd name="connsiteX2" fmla="*/ 3720967 w 3870840"/>
                <a:gd name="connsiteY2" fmla="*/ 77826 h 836651"/>
                <a:gd name="connsiteX3" fmla="*/ 3364479 w 3870840"/>
                <a:gd name="connsiteY3" fmla="*/ 63 h 836651"/>
                <a:gd name="connsiteX4" fmla="*/ 2976917 w 3870840"/>
                <a:gd name="connsiteY4" fmla="*/ 90897 h 836651"/>
                <a:gd name="connsiteX5" fmla="*/ 2313429 w 3870840"/>
                <a:gd name="connsiteY5" fmla="*/ 186742 h 836651"/>
                <a:gd name="connsiteX6" fmla="*/ 1287687 w 3870840"/>
                <a:gd name="connsiteY6" fmla="*/ 476537 h 836651"/>
                <a:gd name="connsiteX7" fmla="*/ 291167 w 3870840"/>
                <a:gd name="connsiteY7" fmla="*/ 718053 h 836651"/>
                <a:gd name="connsiteX8" fmla="*/ 0 w 3870840"/>
                <a:gd name="connsiteY8" fmla="*/ 799407 h 836651"/>
                <a:gd name="connsiteX9" fmla="*/ 2038296 w 3870840"/>
                <a:gd name="connsiteY9" fmla="*/ 793350 h 836651"/>
                <a:gd name="connsiteX10" fmla="*/ 2934529 w 3870840"/>
                <a:gd name="connsiteY10" fmla="*/ 835740 h 836651"/>
                <a:gd name="connsiteX11" fmla="*/ 3273644 w 3870840"/>
                <a:gd name="connsiteY11" fmla="*/ 817573 h 836651"/>
                <a:gd name="connsiteX12" fmla="*/ 3630843 w 3870840"/>
                <a:gd name="connsiteY12" fmla="*/ 762361 h 836651"/>
                <a:gd name="connsiteX13" fmla="*/ 3813471 w 3870840"/>
                <a:gd name="connsiteY13" fmla="*/ 578062 h 836651"/>
                <a:gd name="connsiteX14" fmla="*/ 3870604 w 3870840"/>
                <a:gd name="connsiteY14" fmla="*/ 364277 h 836651"/>
                <a:gd name="connsiteX0" fmla="*/ 3870604 w 3870840"/>
                <a:gd name="connsiteY0" fmla="*/ 364277 h 836651"/>
                <a:gd name="connsiteX1" fmla="*/ 3829091 w 3870840"/>
                <a:gd name="connsiteY1" fmla="*/ 184279 h 836651"/>
                <a:gd name="connsiteX2" fmla="*/ 3720967 w 3870840"/>
                <a:gd name="connsiteY2" fmla="*/ 77826 h 836651"/>
                <a:gd name="connsiteX3" fmla="*/ 3364479 w 3870840"/>
                <a:gd name="connsiteY3" fmla="*/ 63 h 836651"/>
                <a:gd name="connsiteX4" fmla="*/ 2976917 w 3870840"/>
                <a:gd name="connsiteY4" fmla="*/ 90897 h 836651"/>
                <a:gd name="connsiteX5" fmla="*/ 1287687 w 3870840"/>
                <a:gd name="connsiteY5" fmla="*/ 476537 h 836651"/>
                <a:gd name="connsiteX6" fmla="*/ 291167 w 3870840"/>
                <a:gd name="connsiteY6" fmla="*/ 718053 h 836651"/>
                <a:gd name="connsiteX7" fmla="*/ 0 w 3870840"/>
                <a:gd name="connsiteY7" fmla="*/ 799407 h 836651"/>
                <a:gd name="connsiteX8" fmla="*/ 2038296 w 3870840"/>
                <a:gd name="connsiteY8" fmla="*/ 793350 h 836651"/>
                <a:gd name="connsiteX9" fmla="*/ 2934529 w 3870840"/>
                <a:gd name="connsiteY9" fmla="*/ 835740 h 836651"/>
                <a:gd name="connsiteX10" fmla="*/ 3273644 w 3870840"/>
                <a:gd name="connsiteY10" fmla="*/ 817573 h 836651"/>
                <a:gd name="connsiteX11" fmla="*/ 3630843 w 3870840"/>
                <a:gd name="connsiteY11" fmla="*/ 762361 h 836651"/>
                <a:gd name="connsiteX12" fmla="*/ 3813471 w 3870840"/>
                <a:gd name="connsiteY12" fmla="*/ 578062 h 836651"/>
                <a:gd name="connsiteX13" fmla="*/ 3870604 w 3870840"/>
                <a:gd name="connsiteY13" fmla="*/ 364277 h 836651"/>
                <a:gd name="connsiteX0" fmla="*/ 3870604 w 3870840"/>
                <a:gd name="connsiteY0" fmla="*/ 350435 h 822809"/>
                <a:gd name="connsiteX1" fmla="*/ 3829091 w 3870840"/>
                <a:gd name="connsiteY1" fmla="*/ 170437 h 822809"/>
                <a:gd name="connsiteX2" fmla="*/ 3720967 w 3870840"/>
                <a:gd name="connsiteY2" fmla="*/ 63984 h 822809"/>
                <a:gd name="connsiteX3" fmla="*/ 3378345 w 3870840"/>
                <a:gd name="connsiteY3" fmla="*/ 86 h 822809"/>
                <a:gd name="connsiteX4" fmla="*/ 2976917 w 3870840"/>
                <a:gd name="connsiteY4" fmla="*/ 77055 h 822809"/>
                <a:gd name="connsiteX5" fmla="*/ 1287687 w 3870840"/>
                <a:gd name="connsiteY5" fmla="*/ 462695 h 822809"/>
                <a:gd name="connsiteX6" fmla="*/ 291167 w 3870840"/>
                <a:gd name="connsiteY6" fmla="*/ 704211 h 822809"/>
                <a:gd name="connsiteX7" fmla="*/ 0 w 3870840"/>
                <a:gd name="connsiteY7" fmla="*/ 785565 h 822809"/>
                <a:gd name="connsiteX8" fmla="*/ 2038296 w 3870840"/>
                <a:gd name="connsiteY8" fmla="*/ 779508 h 822809"/>
                <a:gd name="connsiteX9" fmla="*/ 2934529 w 3870840"/>
                <a:gd name="connsiteY9" fmla="*/ 821898 h 822809"/>
                <a:gd name="connsiteX10" fmla="*/ 3273644 w 3870840"/>
                <a:gd name="connsiteY10" fmla="*/ 803731 h 822809"/>
                <a:gd name="connsiteX11" fmla="*/ 3630843 w 3870840"/>
                <a:gd name="connsiteY11" fmla="*/ 748519 h 822809"/>
                <a:gd name="connsiteX12" fmla="*/ 3813471 w 3870840"/>
                <a:gd name="connsiteY12" fmla="*/ 564220 h 822809"/>
                <a:gd name="connsiteX13" fmla="*/ 3870604 w 3870840"/>
                <a:gd name="connsiteY13" fmla="*/ 350435 h 822809"/>
                <a:gd name="connsiteX0" fmla="*/ 3870604 w 3870840"/>
                <a:gd name="connsiteY0" fmla="*/ 350435 h 822809"/>
                <a:gd name="connsiteX1" fmla="*/ 3829091 w 3870840"/>
                <a:gd name="connsiteY1" fmla="*/ 170437 h 822809"/>
                <a:gd name="connsiteX2" fmla="*/ 3720967 w 3870840"/>
                <a:gd name="connsiteY2" fmla="*/ 63984 h 822809"/>
                <a:gd name="connsiteX3" fmla="*/ 3378345 w 3870840"/>
                <a:gd name="connsiteY3" fmla="*/ 86 h 822809"/>
                <a:gd name="connsiteX4" fmla="*/ 2976917 w 3870840"/>
                <a:gd name="connsiteY4" fmla="*/ 77055 h 822809"/>
                <a:gd name="connsiteX5" fmla="*/ 1287687 w 3870840"/>
                <a:gd name="connsiteY5" fmla="*/ 462695 h 822809"/>
                <a:gd name="connsiteX6" fmla="*/ 291167 w 3870840"/>
                <a:gd name="connsiteY6" fmla="*/ 704211 h 822809"/>
                <a:gd name="connsiteX7" fmla="*/ 0 w 3870840"/>
                <a:gd name="connsiteY7" fmla="*/ 785565 h 822809"/>
                <a:gd name="connsiteX8" fmla="*/ 2038296 w 3870840"/>
                <a:gd name="connsiteY8" fmla="*/ 779508 h 822809"/>
                <a:gd name="connsiteX9" fmla="*/ 2934529 w 3870840"/>
                <a:gd name="connsiteY9" fmla="*/ 821898 h 822809"/>
                <a:gd name="connsiteX10" fmla="*/ 3273644 w 3870840"/>
                <a:gd name="connsiteY10" fmla="*/ 803731 h 822809"/>
                <a:gd name="connsiteX11" fmla="*/ 3630843 w 3870840"/>
                <a:gd name="connsiteY11" fmla="*/ 748519 h 822809"/>
                <a:gd name="connsiteX12" fmla="*/ 3813471 w 3870840"/>
                <a:gd name="connsiteY12" fmla="*/ 564220 h 822809"/>
                <a:gd name="connsiteX13" fmla="*/ 3870604 w 3870840"/>
                <a:gd name="connsiteY13" fmla="*/ 350435 h 822809"/>
                <a:gd name="connsiteX0" fmla="*/ 3870604 w 3870840"/>
                <a:gd name="connsiteY0" fmla="*/ 357360 h 829734"/>
                <a:gd name="connsiteX1" fmla="*/ 3829091 w 3870840"/>
                <a:gd name="connsiteY1" fmla="*/ 177362 h 829734"/>
                <a:gd name="connsiteX2" fmla="*/ 3720967 w 3870840"/>
                <a:gd name="connsiteY2" fmla="*/ 70909 h 829734"/>
                <a:gd name="connsiteX3" fmla="*/ 3447671 w 3870840"/>
                <a:gd name="connsiteY3" fmla="*/ 78 h 829734"/>
                <a:gd name="connsiteX4" fmla="*/ 2976917 w 3870840"/>
                <a:gd name="connsiteY4" fmla="*/ 83980 h 829734"/>
                <a:gd name="connsiteX5" fmla="*/ 1287687 w 3870840"/>
                <a:gd name="connsiteY5" fmla="*/ 469620 h 829734"/>
                <a:gd name="connsiteX6" fmla="*/ 291167 w 3870840"/>
                <a:gd name="connsiteY6" fmla="*/ 711136 h 829734"/>
                <a:gd name="connsiteX7" fmla="*/ 0 w 3870840"/>
                <a:gd name="connsiteY7" fmla="*/ 792490 h 829734"/>
                <a:gd name="connsiteX8" fmla="*/ 2038296 w 3870840"/>
                <a:gd name="connsiteY8" fmla="*/ 786433 h 829734"/>
                <a:gd name="connsiteX9" fmla="*/ 2934529 w 3870840"/>
                <a:gd name="connsiteY9" fmla="*/ 828823 h 829734"/>
                <a:gd name="connsiteX10" fmla="*/ 3273644 w 3870840"/>
                <a:gd name="connsiteY10" fmla="*/ 810656 h 829734"/>
                <a:gd name="connsiteX11" fmla="*/ 3630843 w 3870840"/>
                <a:gd name="connsiteY11" fmla="*/ 755444 h 829734"/>
                <a:gd name="connsiteX12" fmla="*/ 3813471 w 3870840"/>
                <a:gd name="connsiteY12" fmla="*/ 571145 h 829734"/>
                <a:gd name="connsiteX13" fmla="*/ 3870604 w 3870840"/>
                <a:gd name="connsiteY13" fmla="*/ 357360 h 829734"/>
                <a:gd name="connsiteX0" fmla="*/ 3870604 w 3870840"/>
                <a:gd name="connsiteY0" fmla="*/ 357360 h 811324"/>
                <a:gd name="connsiteX1" fmla="*/ 3829091 w 3870840"/>
                <a:gd name="connsiteY1" fmla="*/ 177362 h 811324"/>
                <a:gd name="connsiteX2" fmla="*/ 3720967 w 3870840"/>
                <a:gd name="connsiteY2" fmla="*/ 70909 h 811324"/>
                <a:gd name="connsiteX3" fmla="*/ 3447671 w 3870840"/>
                <a:gd name="connsiteY3" fmla="*/ 78 h 811324"/>
                <a:gd name="connsiteX4" fmla="*/ 2976917 w 3870840"/>
                <a:gd name="connsiteY4" fmla="*/ 83980 h 811324"/>
                <a:gd name="connsiteX5" fmla="*/ 1287687 w 3870840"/>
                <a:gd name="connsiteY5" fmla="*/ 469620 h 811324"/>
                <a:gd name="connsiteX6" fmla="*/ 291167 w 3870840"/>
                <a:gd name="connsiteY6" fmla="*/ 711136 h 811324"/>
                <a:gd name="connsiteX7" fmla="*/ 0 w 3870840"/>
                <a:gd name="connsiteY7" fmla="*/ 792490 h 811324"/>
                <a:gd name="connsiteX8" fmla="*/ 2038296 w 3870840"/>
                <a:gd name="connsiteY8" fmla="*/ 786433 h 811324"/>
                <a:gd name="connsiteX9" fmla="*/ 3273644 w 3870840"/>
                <a:gd name="connsiteY9" fmla="*/ 810656 h 811324"/>
                <a:gd name="connsiteX10" fmla="*/ 3630843 w 3870840"/>
                <a:gd name="connsiteY10" fmla="*/ 755444 h 811324"/>
                <a:gd name="connsiteX11" fmla="*/ 3813471 w 3870840"/>
                <a:gd name="connsiteY11" fmla="*/ 571145 h 811324"/>
                <a:gd name="connsiteX12" fmla="*/ 3870604 w 3870840"/>
                <a:gd name="connsiteY12" fmla="*/ 357360 h 811324"/>
                <a:gd name="connsiteX0" fmla="*/ 3870604 w 3870840"/>
                <a:gd name="connsiteY0" fmla="*/ 357360 h 811324"/>
                <a:gd name="connsiteX1" fmla="*/ 3829091 w 3870840"/>
                <a:gd name="connsiteY1" fmla="*/ 177362 h 811324"/>
                <a:gd name="connsiteX2" fmla="*/ 3720967 w 3870840"/>
                <a:gd name="connsiteY2" fmla="*/ 70909 h 811324"/>
                <a:gd name="connsiteX3" fmla="*/ 3447671 w 3870840"/>
                <a:gd name="connsiteY3" fmla="*/ 78 h 811324"/>
                <a:gd name="connsiteX4" fmla="*/ 2976917 w 3870840"/>
                <a:gd name="connsiteY4" fmla="*/ 83980 h 811324"/>
                <a:gd name="connsiteX5" fmla="*/ 1273822 w 3870840"/>
                <a:gd name="connsiteY5" fmla="*/ 532013 h 811324"/>
                <a:gd name="connsiteX6" fmla="*/ 291167 w 3870840"/>
                <a:gd name="connsiteY6" fmla="*/ 711136 h 811324"/>
                <a:gd name="connsiteX7" fmla="*/ 0 w 3870840"/>
                <a:gd name="connsiteY7" fmla="*/ 792490 h 811324"/>
                <a:gd name="connsiteX8" fmla="*/ 2038296 w 3870840"/>
                <a:gd name="connsiteY8" fmla="*/ 786433 h 811324"/>
                <a:gd name="connsiteX9" fmla="*/ 3273644 w 3870840"/>
                <a:gd name="connsiteY9" fmla="*/ 810656 h 811324"/>
                <a:gd name="connsiteX10" fmla="*/ 3630843 w 3870840"/>
                <a:gd name="connsiteY10" fmla="*/ 755444 h 811324"/>
                <a:gd name="connsiteX11" fmla="*/ 3813471 w 3870840"/>
                <a:gd name="connsiteY11" fmla="*/ 571145 h 811324"/>
                <a:gd name="connsiteX12" fmla="*/ 3870604 w 3870840"/>
                <a:gd name="connsiteY12" fmla="*/ 357360 h 811324"/>
                <a:gd name="connsiteX0" fmla="*/ 3870604 w 3870840"/>
                <a:gd name="connsiteY0" fmla="*/ 357360 h 811324"/>
                <a:gd name="connsiteX1" fmla="*/ 3829091 w 3870840"/>
                <a:gd name="connsiteY1" fmla="*/ 177362 h 811324"/>
                <a:gd name="connsiteX2" fmla="*/ 3720967 w 3870840"/>
                <a:gd name="connsiteY2" fmla="*/ 70909 h 811324"/>
                <a:gd name="connsiteX3" fmla="*/ 3447671 w 3870840"/>
                <a:gd name="connsiteY3" fmla="*/ 78 h 811324"/>
                <a:gd name="connsiteX4" fmla="*/ 2976917 w 3870840"/>
                <a:gd name="connsiteY4" fmla="*/ 83980 h 811324"/>
                <a:gd name="connsiteX5" fmla="*/ 1273822 w 3870840"/>
                <a:gd name="connsiteY5" fmla="*/ 532013 h 811324"/>
                <a:gd name="connsiteX6" fmla="*/ 0 w 3870840"/>
                <a:gd name="connsiteY6" fmla="*/ 792490 h 811324"/>
                <a:gd name="connsiteX7" fmla="*/ 2038296 w 3870840"/>
                <a:gd name="connsiteY7" fmla="*/ 786433 h 811324"/>
                <a:gd name="connsiteX8" fmla="*/ 3273644 w 3870840"/>
                <a:gd name="connsiteY8" fmla="*/ 810656 h 811324"/>
                <a:gd name="connsiteX9" fmla="*/ 3630843 w 3870840"/>
                <a:gd name="connsiteY9" fmla="*/ 755444 h 811324"/>
                <a:gd name="connsiteX10" fmla="*/ 3813471 w 3870840"/>
                <a:gd name="connsiteY10" fmla="*/ 571145 h 811324"/>
                <a:gd name="connsiteX11" fmla="*/ 3870604 w 3870840"/>
                <a:gd name="connsiteY11" fmla="*/ 357360 h 811324"/>
                <a:gd name="connsiteX0" fmla="*/ 3614097 w 3614333"/>
                <a:gd name="connsiteY0" fmla="*/ 357360 h 811324"/>
                <a:gd name="connsiteX1" fmla="*/ 3572584 w 3614333"/>
                <a:gd name="connsiteY1" fmla="*/ 177362 h 811324"/>
                <a:gd name="connsiteX2" fmla="*/ 3464460 w 3614333"/>
                <a:gd name="connsiteY2" fmla="*/ 70909 h 811324"/>
                <a:gd name="connsiteX3" fmla="*/ 3191164 w 3614333"/>
                <a:gd name="connsiteY3" fmla="*/ 78 h 811324"/>
                <a:gd name="connsiteX4" fmla="*/ 2720410 w 3614333"/>
                <a:gd name="connsiteY4" fmla="*/ 83980 h 811324"/>
                <a:gd name="connsiteX5" fmla="*/ 1017315 w 3614333"/>
                <a:gd name="connsiteY5" fmla="*/ 532013 h 811324"/>
                <a:gd name="connsiteX6" fmla="*/ 0 w 3614333"/>
                <a:gd name="connsiteY6" fmla="*/ 785559 h 811324"/>
                <a:gd name="connsiteX7" fmla="*/ 1781789 w 3614333"/>
                <a:gd name="connsiteY7" fmla="*/ 786433 h 811324"/>
                <a:gd name="connsiteX8" fmla="*/ 3017137 w 3614333"/>
                <a:gd name="connsiteY8" fmla="*/ 810656 h 811324"/>
                <a:gd name="connsiteX9" fmla="*/ 3374336 w 3614333"/>
                <a:gd name="connsiteY9" fmla="*/ 755444 h 811324"/>
                <a:gd name="connsiteX10" fmla="*/ 3556964 w 3614333"/>
                <a:gd name="connsiteY10" fmla="*/ 571145 h 811324"/>
                <a:gd name="connsiteX11" fmla="*/ 3614097 w 3614333"/>
                <a:gd name="connsiteY11" fmla="*/ 357360 h 811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14333" h="811324">
                  <a:moveTo>
                    <a:pt x="3614097" y="357360"/>
                  </a:moveTo>
                  <a:cubicBezTo>
                    <a:pt x="3616700" y="291730"/>
                    <a:pt x="3597523" y="225104"/>
                    <a:pt x="3572584" y="177362"/>
                  </a:cubicBezTo>
                  <a:cubicBezTo>
                    <a:pt x="3547645" y="129620"/>
                    <a:pt x="3528030" y="100456"/>
                    <a:pt x="3464460" y="70909"/>
                  </a:cubicBezTo>
                  <a:cubicBezTo>
                    <a:pt x="3400890" y="41362"/>
                    <a:pt x="3315172" y="-2101"/>
                    <a:pt x="3191164" y="78"/>
                  </a:cubicBezTo>
                  <a:cubicBezTo>
                    <a:pt x="3067156" y="2257"/>
                    <a:pt x="3082718" y="-4676"/>
                    <a:pt x="2720410" y="83980"/>
                  </a:cubicBezTo>
                  <a:cubicBezTo>
                    <a:pt x="2358102" y="172636"/>
                    <a:pt x="1580392" y="403466"/>
                    <a:pt x="1017315" y="532013"/>
                  </a:cubicBezTo>
                  <a:lnTo>
                    <a:pt x="0" y="785559"/>
                  </a:lnTo>
                  <a:cubicBezTo>
                    <a:pt x="291188" y="798108"/>
                    <a:pt x="457625" y="788452"/>
                    <a:pt x="1781789" y="786433"/>
                  </a:cubicBezTo>
                  <a:cubicBezTo>
                    <a:pt x="2327396" y="789461"/>
                    <a:pt x="2751713" y="815821"/>
                    <a:pt x="3017137" y="810656"/>
                  </a:cubicBezTo>
                  <a:cubicBezTo>
                    <a:pt x="3133189" y="798426"/>
                    <a:pt x="3284365" y="795362"/>
                    <a:pt x="3374336" y="755444"/>
                  </a:cubicBezTo>
                  <a:cubicBezTo>
                    <a:pt x="3464307" y="715526"/>
                    <a:pt x="3517004" y="637492"/>
                    <a:pt x="3556964" y="571145"/>
                  </a:cubicBezTo>
                  <a:cubicBezTo>
                    <a:pt x="3596924" y="504798"/>
                    <a:pt x="3611494" y="422991"/>
                    <a:pt x="3614097" y="357360"/>
                  </a:cubicBez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5992E39-FAAF-425F-B6FD-74EA51BC8DD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>
              <a:off x="6707663" y="894736"/>
              <a:ext cx="875023" cy="645329"/>
            </a:xfrm>
            <a:prstGeom prst="rect">
              <a:avLst/>
            </a:prstGeom>
          </p:spPr>
        </p:pic>
      </p:grp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11579A1-E644-47E1-B382-8134073A5EB6}"/>
              </a:ext>
            </a:extLst>
          </p:cNvPr>
          <p:cNvSpPr/>
          <p:nvPr/>
        </p:nvSpPr>
        <p:spPr>
          <a:xfrm>
            <a:off x="781672" y="2354260"/>
            <a:ext cx="11302335" cy="1079373"/>
          </a:xfrm>
          <a:custGeom>
            <a:avLst/>
            <a:gdLst>
              <a:gd name="connsiteX0" fmla="*/ 11173098 w 11173098"/>
              <a:gd name="connsiteY0" fmla="*/ 217714 h 409302"/>
              <a:gd name="connsiteX1" fmla="*/ 10633166 w 11173098"/>
              <a:gd name="connsiteY1" fmla="*/ 217714 h 409302"/>
              <a:gd name="connsiteX2" fmla="*/ 10554789 w 11173098"/>
              <a:gd name="connsiteY2" fmla="*/ 113211 h 409302"/>
              <a:gd name="connsiteX3" fmla="*/ 10432869 w 11173098"/>
              <a:gd name="connsiteY3" fmla="*/ 8708 h 409302"/>
              <a:gd name="connsiteX4" fmla="*/ 10197738 w 11173098"/>
              <a:gd name="connsiteY4" fmla="*/ 0 h 409302"/>
              <a:gd name="connsiteX5" fmla="*/ 9875520 w 11173098"/>
              <a:gd name="connsiteY5" fmla="*/ 78377 h 409302"/>
              <a:gd name="connsiteX6" fmla="*/ 9396549 w 11173098"/>
              <a:gd name="connsiteY6" fmla="*/ 182880 h 409302"/>
              <a:gd name="connsiteX7" fmla="*/ 8769532 w 11173098"/>
              <a:gd name="connsiteY7" fmla="*/ 357051 h 409302"/>
              <a:gd name="connsiteX8" fmla="*/ 8525692 w 11173098"/>
              <a:gd name="connsiteY8" fmla="*/ 409302 h 409302"/>
              <a:gd name="connsiteX9" fmla="*/ 0 w 11173098"/>
              <a:gd name="connsiteY9" fmla="*/ 409302 h 409302"/>
              <a:gd name="connsiteX0" fmla="*/ 11173098 w 11173098"/>
              <a:gd name="connsiteY0" fmla="*/ 217714 h 409302"/>
              <a:gd name="connsiteX1" fmla="*/ 10633166 w 11173098"/>
              <a:gd name="connsiteY1" fmla="*/ 217714 h 409302"/>
              <a:gd name="connsiteX2" fmla="*/ 10554789 w 11173098"/>
              <a:gd name="connsiteY2" fmla="*/ 113211 h 409302"/>
              <a:gd name="connsiteX3" fmla="*/ 10432869 w 11173098"/>
              <a:gd name="connsiteY3" fmla="*/ 8708 h 409302"/>
              <a:gd name="connsiteX4" fmla="*/ 10197738 w 11173098"/>
              <a:gd name="connsiteY4" fmla="*/ 0 h 409302"/>
              <a:gd name="connsiteX5" fmla="*/ 9875520 w 11173098"/>
              <a:gd name="connsiteY5" fmla="*/ 78377 h 409302"/>
              <a:gd name="connsiteX6" fmla="*/ 9396549 w 11173098"/>
              <a:gd name="connsiteY6" fmla="*/ 182880 h 409302"/>
              <a:gd name="connsiteX7" fmla="*/ 8769532 w 11173098"/>
              <a:gd name="connsiteY7" fmla="*/ 357051 h 409302"/>
              <a:gd name="connsiteX8" fmla="*/ 8525692 w 11173098"/>
              <a:gd name="connsiteY8" fmla="*/ 409302 h 409302"/>
              <a:gd name="connsiteX9" fmla="*/ 0 w 11173098"/>
              <a:gd name="connsiteY9" fmla="*/ 409302 h 409302"/>
              <a:gd name="connsiteX0" fmla="*/ 11173098 w 11173098"/>
              <a:gd name="connsiteY0" fmla="*/ 217714 h 409302"/>
              <a:gd name="connsiteX1" fmla="*/ 10741450 w 11173098"/>
              <a:gd name="connsiteY1" fmla="*/ 221725 h 409302"/>
              <a:gd name="connsiteX2" fmla="*/ 10554789 w 11173098"/>
              <a:gd name="connsiteY2" fmla="*/ 113211 h 409302"/>
              <a:gd name="connsiteX3" fmla="*/ 10432869 w 11173098"/>
              <a:gd name="connsiteY3" fmla="*/ 8708 h 409302"/>
              <a:gd name="connsiteX4" fmla="*/ 10197738 w 11173098"/>
              <a:gd name="connsiteY4" fmla="*/ 0 h 409302"/>
              <a:gd name="connsiteX5" fmla="*/ 9875520 w 11173098"/>
              <a:gd name="connsiteY5" fmla="*/ 78377 h 409302"/>
              <a:gd name="connsiteX6" fmla="*/ 9396549 w 11173098"/>
              <a:gd name="connsiteY6" fmla="*/ 182880 h 409302"/>
              <a:gd name="connsiteX7" fmla="*/ 8769532 w 11173098"/>
              <a:gd name="connsiteY7" fmla="*/ 357051 h 409302"/>
              <a:gd name="connsiteX8" fmla="*/ 8525692 w 11173098"/>
              <a:gd name="connsiteY8" fmla="*/ 409302 h 409302"/>
              <a:gd name="connsiteX9" fmla="*/ 0 w 11173098"/>
              <a:gd name="connsiteY9" fmla="*/ 409302 h 409302"/>
              <a:gd name="connsiteX0" fmla="*/ 11173098 w 11173098"/>
              <a:gd name="connsiteY0" fmla="*/ 230843 h 422431"/>
              <a:gd name="connsiteX1" fmla="*/ 10741450 w 11173098"/>
              <a:gd name="connsiteY1" fmla="*/ 234854 h 422431"/>
              <a:gd name="connsiteX2" fmla="*/ 10554789 w 11173098"/>
              <a:gd name="connsiteY2" fmla="*/ 126340 h 422431"/>
              <a:gd name="connsiteX3" fmla="*/ 10432869 w 11173098"/>
              <a:gd name="connsiteY3" fmla="*/ 21837 h 422431"/>
              <a:gd name="connsiteX4" fmla="*/ 10197738 w 11173098"/>
              <a:gd name="connsiteY4" fmla="*/ 13129 h 422431"/>
              <a:gd name="connsiteX5" fmla="*/ 9875520 w 11173098"/>
              <a:gd name="connsiteY5" fmla="*/ 91506 h 422431"/>
              <a:gd name="connsiteX6" fmla="*/ 9396549 w 11173098"/>
              <a:gd name="connsiteY6" fmla="*/ 196009 h 422431"/>
              <a:gd name="connsiteX7" fmla="*/ 8769532 w 11173098"/>
              <a:gd name="connsiteY7" fmla="*/ 370180 h 422431"/>
              <a:gd name="connsiteX8" fmla="*/ 8525692 w 11173098"/>
              <a:gd name="connsiteY8" fmla="*/ 422431 h 422431"/>
              <a:gd name="connsiteX9" fmla="*/ 0 w 11173098"/>
              <a:gd name="connsiteY9" fmla="*/ 422431 h 422431"/>
              <a:gd name="connsiteX0" fmla="*/ 11173098 w 11173098"/>
              <a:gd name="connsiteY0" fmla="*/ 231414 h 423002"/>
              <a:gd name="connsiteX1" fmla="*/ 10741450 w 11173098"/>
              <a:gd name="connsiteY1" fmla="*/ 235425 h 423002"/>
              <a:gd name="connsiteX2" fmla="*/ 10554789 w 11173098"/>
              <a:gd name="connsiteY2" fmla="*/ 126911 h 423002"/>
              <a:gd name="connsiteX3" fmla="*/ 10432869 w 11173098"/>
              <a:gd name="connsiteY3" fmla="*/ 22408 h 423002"/>
              <a:gd name="connsiteX4" fmla="*/ 10197738 w 11173098"/>
              <a:gd name="connsiteY4" fmla="*/ 13700 h 423002"/>
              <a:gd name="connsiteX5" fmla="*/ 9875520 w 11173098"/>
              <a:gd name="connsiteY5" fmla="*/ 92077 h 423002"/>
              <a:gd name="connsiteX6" fmla="*/ 9396549 w 11173098"/>
              <a:gd name="connsiteY6" fmla="*/ 196580 h 423002"/>
              <a:gd name="connsiteX7" fmla="*/ 8769532 w 11173098"/>
              <a:gd name="connsiteY7" fmla="*/ 370751 h 423002"/>
              <a:gd name="connsiteX8" fmla="*/ 8525692 w 11173098"/>
              <a:gd name="connsiteY8" fmla="*/ 423002 h 423002"/>
              <a:gd name="connsiteX9" fmla="*/ 0 w 11173098"/>
              <a:gd name="connsiteY9" fmla="*/ 423002 h 423002"/>
              <a:gd name="connsiteX0" fmla="*/ 11173098 w 11173098"/>
              <a:gd name="connsiteY0" fmla="*/ 231414 h 423002"/>
              <a:gd name="connsiteX1" fmla="*/ 10741450 w 11173098"/>
              <a:gd name="connsiteY1" fmla="*/ 235425 h 423002"/>
              <a:gd name="connsiteX2" fmla="*/ 10554789 w 11173098"/>
              <a:gd name="connsiteY2" fmla="*/ 126911 h 423002"/>
              <a:gd name="connsiteX3" fmla="*/ 10432869 w 11173098"/>
              <a:gd name="connsiteY3" fmla="*/ 22408 h 423002"/>
              <a:gd name="connsiteX4" fmla="*/ 10197738 w 11173098"/>
              <a:gd name="connsiteY4" fmla="*/ 13700 h 423002"/>
              <a:gd name="connsiteX5" fmla="*/ 9875520 w 11173098"/>
              <a:gd name="connsiteY5" fmla="*/ 92077 h 423002"/>
              <a:gd name="connsiteX6" fmla="*/ 8769532 w 11173098"/>
              <a:gd name="connsiteY6" fmla="*/ 370751 h 423002"/>
              <a:gd name="connsiteX7" fmla="*/ 8525692 w 11173098"/>
              <a:gd name="connsiteY7" fmla="*/ 423002 h 423002"/>
              <a:gd name="connsiteX8" fmla="*/ 0 w 11173098"/>
              <a:gd name="connsiteY8" fmla="*/ 423002 h 423002"/>
              <a:gd name="connsiteX0" fmla="*/ 11173098 w 11173098"/>
              <a:gd name="connsiteY0" fmla="*/ 231414 h 423002"/>
              <a:gd name="connsiteX1" fmla="*/ 10741450 w 11173098"/>
              <a:gd name="connsiteY1" fmla="*/ 235425 h 423002"/>
              <a:gd name="connsiteX2" fmla="*/ 10554789 w 11173098"/>
              <a:gd name="connsiteY2" fmla="*/ 126911 h 423002"/>
              <a:gd name="connsiteX3" fmla="*/ 10432869 w 11173098"/>
              <a:gd name="connsiteY3" fmla="*/ 22408 h 423002"/>
              <a:gd name="connsiteX4" fmla="*/ 10197738 w 11173098"/>
              <a:gd name="connsiteY4" fmla="*/ 13700 h 423002"/>
              <a:gd name="connsiteX5" fmla="*/ 9875520 w 11173098"/>
              <a:gd name="connsiteY5" fmla="*/ 92077 h 423002"/>
              <a:gd name="connsiteX6" fmla="*/ 8769532 w 11173098"/>
              <a:gd name="connsiteY6" fmla="*/ 370751 h 423002"/>
              <a:gd name="connsiteX7" fmla="*/ 8525692 w 11173098"/>
              <a:gd name="connsiteY7" fmla="*/ 423002 h 423002"/>
              <a:gd name="connsiteX8" fmla="*/ 0 w 11173098"/>
              <a:gd name="connsiteY8" fmla="*/ 423002 h 423002"/>
              <a:gd name="connsiteX0" fmla="*/ 11173098 w 11173098"/>
              <a:gd name="connsiteY0" fmla="*/ 231414 h 423002"/>
              <a:gd name="connsiteX1" fmla="*/ 10741450 w 11173098"/>
              <a:gd name="connsiteY1" fmla="*/ 235425 h 423002"/>
              <a:gd name="connsiteX2" fmla="*/ 10554789 w 11173098"/>
              <a:gd name="connsiteY2" fmla="*/ 126911 h 423002"/>
              <a:gd name="connsiteX3" fmla="*/ 10432869 w 11173098"/>
              <a:gd name="connsiteY3" fmla="*/ 22408 h 423002"/>
              <a:gd name="connsiteX4" fmla="*/ 10197738 w 11173098"/>
              <a:gd name="connsiteY4" fmla="*/ 13700 h 423002"/>
              <a:gd name="connsiteX5" fmla="*/ 9875520 w 11173098"/>
              <a:gd name="connsiteY5" fmla="*/ 92077 h 423002"/>
              <a:gd name="connsiteX6" fmla="*/ 8769532 w 11173098"/>
              <a:gd name="connsiteY6" fmla="*/ 370751 h 423002"/>
              <a:gd name="connsiteX7" fmla="*/ 7422797 w 11173098"/>
              <a:gd name="connsiteY7" fmla="*/ 418992 h 423002"/>
              <a:gd name="connsiteX8" fmla="*/ 0 w 11173098"/>
              <a:gd name="connsiteY8" fmla="*/ 423002 h 423002"/>
              <a:gd name="connsiteX0" fmla="*/ 11173098 w 11173098"/>
              <a:gd name="connsiteY0" fmla="*/ 231414 h 423002"/>
              <a:gd name="connsiteX1" fmla="*/ 10741450 w 11173098"/>
              <a:gd name="connsiteY1" fmla="*/ 235425 h 423002"/>
              <a:gd name="connsiteX2" fmla="*/ 10554789 w 11173098"/>
              <a:gd name="connsiteY2" fmla="*/ 126911 h 423002"/>
              <a:gd name="connsiteX3" fmla="*/ 10432869 w 11173098"/>
              <a:gd name="connsiteY3" fmla="*/ 22408 h 423002"/>
              <a:gd name="connsiteX4" fmla="*/ 10197738 w 11173098"/>
              <a:gd name="connsiteY4" fmla="*/ 13700 h 423002"/>
              <a:gd name="connsiteX5" fmla="*/ 9875520 w 11173098"/>
              <a:gd name="connsiteY5" fmla="*/ 92077 h 423002"/>
              <a:gd name="connsiteX6" fmla="*/ 8769532 w 11173098"/>
              <a:gd name="connsiteY6" fmla="*/ 370751 h 423002"/>
              <a:gd name="connsiteX7" fmla="*/ 7422797 w 11173098"/>
              <a:gd name="connsiteY7" fmla="*/ 418992 h 423002"/>
              <a:gd name="connsiteX8" fmla="*/ 0 w 11173098"/>
              <a:gd name="connsiteY8" fmla="*/ 423002 h 423002"/>
              <a:gd name="connsiteX0" fmla="*/ 11173098 w 11173098"/>
              <a:gd name="connsiteY0" fmla="*/ 231414 h 427554"/>
              <a:gd name="connsiteX1" fmla="*/ 10741450 w 11173098"/>
              <a:gd name="connsiteY1" fmla="*/ 235425 h 427554"/>
              <a:gd name="connsiteX2" fmla="*/ 10554789 w 11173098"/>
              <a:gd name="connsiteY2" fmla="*/ 126911 h 427554"/>
              <a:gd name="connsiteX3" fmla="*/ 10432869 w 11173098"/>
              <a:gd name="connsiteY3" fmla="*/ 22408 h 427554"/>
              <a:gd name="connsiteX4" fmla="*/ 10197738 w 11173098"/>
              <a:gd name="connsiteY4" fmla="*/ 13700 h 427554"/>
              <a:gd name="connsiteX5" fmla="*/ 9875520 w 11173098"/>
              <a:gd name="connsiteY5" fmla="*/ 92077 h 427554"/>
              <a:gd name="connsiteX6" fmla="*/ 9014174 w 11173098"/>
              <a:gd name="connsiteY6" fmla="*/ 318614 h 427554"/>
              <a:gd name="connsiteX7" fmla="*/ 7422797 w 11173098"/>
              <a:gd name="connsiteY7" fmla="*/ 418992 h 427554"/>
              <a:gd name="connsiteX8" fmla="*/ 0 w 11173098"/>
              <a:gd name="connsiteY8" fmla="*/ 423002 h 427554"/>
              <a:gd name="connsiteX0" fmla="*/ 11173098 w 11173098"/>
              <a:gd name="connsiteY0" fmla="*/ 231414 h 429318"/>
              <a:gd name="connsiteX1" fmla="*/ 10741450 w 11173098"/>
              <a:gd name="connsiteY1" fmla="*/ 235425 h 429318"/>
              <a:gd name="connsiteX2" fmla="*/ 10554789 w 11173098"/>
              <a:gd name="connsiteY2" fmla="*/ 126911 h 429318"/>
              <a:gd name="connsiteX3" fmla="*/ 10432869 w 11173098"/>
              <a:gd name="connsiteY3" fmla="*/ 22408 h 429318"/>
              <a:gd name="connsiteX4" fmla="*/ 10197738 w 11173098"/>
              <a:gd name="connsiteY4" fmla="*/ 13700 h 429318"/>
              <a:gd name="connsiteX5" fmla="*/ 9875520 w 11173098"/>
              <a:gd name="connsiteY5" fmla="*/ 92077 h 429318"/>
              <a:gd name="connsiteX6" fmla="*/ 9110426 w 11173098"/>
              <a:gd name="connsiteY6" fmla="*/ 294551 h 429318"/>
              <a:gd name="connsiteX7" fmla="*/ 7422797 w 11173098"/>
              <a:gd name="connsiteY7" fmla="*/ 418992 h 429318"/>
              <a:gd name="connsiteX8" fmla="*/ 0 w 11173098"/>
              <a:gd name="connsiteY8" fmla="*/ 423002 h 429318"/>
              <a:gd name="connsiteX0" fmla="*/ 11150704 w 11150704"/>
              <a:gd name="connsiteY0" fmla="*/ 238878 h 429318"/>
              <a:gd name="connsiteX1" fmla="*/ 10741450 w 11150704"/>
              <a:gd name="connsiteY1" fmla="*/ 235425 h 429318"/>
              <a:gd name="connsiteX2" fmla="*/ 10554789 w 11150704"/>
              <a:gd name="connsiteY2" fmla="*/ 126911 h 429318"/>
              <a:gd name="connsiteX3" fmla="*/ 10432869 w 11150704"/>
              <a:gd name="connsiteY3" fmla="*/ 22408 h 429318"/>
              <a:gd name="connsiteX4" fmla="*/ 10197738 w 11150704"/>
              <a:gd name="connsiteY4" fmla="*/ 13700 h 429318"/>
              <a:gd name="connsiteX5" fmla="*/ 9875520 w 11150704"/>
              <a:gd name="connsiteY5" fmla="*/ 92077 h 429318"/>
              <a:gd name="connsiteX6" fmla="*/ 9110426 w 11150704"/>
              <a:gd name="connsiteY6" fmla="*/ 294551 h 429318"/>
              <a:gd name="connsiteX7" fmla="*/ 7422797 w 11150704"/>
              <a:gd name="connsiteY7" fmla="*/ 418992 h 429318"/>
              <a:gd name="connsiteX8" fmla="*/ 0 w 11150704"/>
              <a:gd name="connsiteY8" fmla="*/ 423002 h 429318"/>
              <a:gd name="connsiteX0" fmla="*/ 11150704 w 11150704"/>
              <a:gd name="connsiteY0" fmla="*/ 238878 h 429318"/>
              <a:gd name="connsiteX1" fmla="*/ 10741450 w 11150704"/>
              <a:gd name="connsiteY1" fmla="*/ 235425 h 429318"/>
              <a:gd name="connsiteX2" fmla="*/ 10554789 w 11150704"/>
              <a:gd name="connsiteY2" fmla="*/ 126911 h 429318"/>
              <a:gd name="connsiteX3" fmla="*/ 10432869 w 11150704"/>
              <a:gd name="connsiteY3" fmla="*/ 22408 h 429318"/>
              <a:gd name="connsiteX4" fmla="*/ 10197738 w 11150704"/>
              <a:gd name="connsiteY4" fmla="*/ 13700 h 429318"/>
              <a:gd name="connsiteX5" fmla="*/ 9875520 w 11150704"/>
              <a:gd name="connsiteY5" fmla="*/ 92077 h 429318"/>
              <a:gd name="connsiteX6" fmla="*/ 9110426 w 11150704"/>
              <a:gd name="connsiteY6" fmla="*/ 294551 h 429318"/>
              <a:gd name="connsiteX7" fmla="*/ 7422797 w 11150704"/>
              <a:gd name="connsiteY7" fmla="*/ 418992 h 429318"/>
              <a:gd name="connsiteX8" fmla="*/ 0 w 11150704"/>
              <a:gd name="connsiteY8" fmla="*/ 423002 h 429318"/>
              <a:gd name="connsiteX0" fmla="*/ 11158168 w 11158168"/>
              <a:gd name="connsiteY0" fmla="*/ 238878 h 429318"/>
              <a:gd name="connsiteX1" fmla="*/ 10741450 w 11158168"/>
              <a:gd name="connsiteY1" fmla="*/ 235425 h 429318"/>
              <a:gd name="connsiteX2" fmla="*/ 10554789 w 11158168"/>
              <a:gd name="connsiteY2" fmla="*/ 126911 h 429318"/>
              <a:gd name="connsiteX3" fmla="*/ 10432869 w 11158168"/>
              <a:gd name="connsiteY3" fmla="*/ 22408 h 429318"/>
              <a:gd name="connsiteX4" fmla="*/ 10197738 w 11158168"/>
              <a:gd name="connsiteY4" fmla="*/ 13700 h 429318"/>
              <a:gd name="connsiteX5" fmla="*/ 9875520 w 11158168"/>
              <a:gd name="connsiteY5" fmla="*/ 92077 h 429318"/>
              <a:gd name="connsiteX6" fmla="*/ 9110426 w 11158168"/>
              <a:gd name="connsiteY6" fmla="*/ 294551 h 429318"/>
              <a:gd name="connsiteX7" fmla="*/ 7422797 w 11158168"/>
              <a:gd name="connsiteY7" fmla="*/ 418992 h 429318"/>
              <a:gd name="connsiteX8" fmla="*/ 0 w 11158168"/>
              <a:gd name="connsiteY8" fmla="*/ 423002 h 429318"/>
              <a:gd name="connsiteX0" fmla="*/ 6454802 w 6454802"/>
              <a:gd name="connsiteY0" fmla="*/ 238878 h 426703"/>
              <a:gd name="connsiteX1" fmla="*/ 6038084 w 6454802"/>
              <a:gd name="connsiteY1" fmla="*/ 235425 h 426703"/>
              <a:gd name="connsiteX2" fmla="*/ 5851423 w 6454802"/>
              <a:gd name="connsiteY2" fmla="*/ 126911 h 426703"/>
              <a:gd name="connsiteX3" fmla="*/ 5729503 w 6454802"/>
              <a:gd name="connsiteY3" fmla="*/ 22408 h 426703"/>
              <a:gd name="connsiteX4" fmla="*/ 5494372 w 6454802"/>
              <a:gd name="connsiteY4" fmla="*/ 13700 h 426703"/>
              <a:gd name="connsiteX5" fmla="*/ 5172154 w 6454802"/>
              <a:gd name="connsiteY5" fmla="*/ 92077 h 426703"/>
              <a:gd name="connsiteX6" fmla="*/ 4407060 w 6454802"/>
              <a:gd name="connsiteY6" fmla="*/ 294551 h 426703"/>
              <a:gd name="connsiteX7" fmla="*/ 2719431 w 6454802"/>
              <a:gd name="connsiteY7" fmla="*/ 418992 h 426703"/>
              <a:gd name="connsiteX8" fmla="*/ 0 w 6454802"/>
              <a:gd name="connsiteY8" fmla="*/ 414844 h 426703"/>
              <a:gd name="connsiteX0" fmla="*/ 4386626 w 4386626"/>
              <a:gd name="connsiteY0" fmla="*/ 238878 h 427897"/>
              <a:gd name="connsiteX1" fmla="*/ 3969908 w 4386626"/>
              <a:gd name="connsiteY1" fmla="*/ 235425 h 427897"/>
              <a:gd name="connsiteX2" fmla="*/ 3783247 w 4386626"/>
              <a:gd name="connsiteY2" fmla="*/ 126911 h 427897"/>
              <a:gd name="connsiteX3" fmla="*/ 3661327 w 4386626"/>
              <a:gd name="connsiteY3" fmla="*/ 22408 h 427897"/>
              <a:gd name="connsiteX4" fmla="*/ 3426196 w 4386626"/>
              <a:gd name="connsiteY4" fmla="*/ 13700 h 427897"/>
              <a:gd name="connsiteX5" fmla="*/ 3103978 w 4386626"/>
              <a:gd name="connsiteY5" fmla="*/ 92077 h 427897"/>
              <a:gd name="connsiteX6" fmla="*/ 2338884 w 4386626"/>
              <a:gd name="connsiteY6" fmla="*/ 294551 h 427897"/>
              <a:gd name="connsiteX7" fmla="*/ 651255 w 4386626"/>
              <a:gd name="connsiteY7" fmla="*/ 418992 h 427897"/>
              <a:gd name="connsiteX8" fmla="*/ 0 w 4386626"/>
              <a:gd name="connsiteY8" fmla="*/ 418923 h 427897"/>
              <a:gd name="connsiteX0" fmla="*/ 4386626 w 4386626"/>
              <a:gd name="connsiteY0" fmla="*/ 238878 h 418923"/>
              <a:gd name="connsiteX1" fmla="*/ 3969908 w 4386626"/>
              <a:gd name="connsiteY1" fmla="*/ 235425 h 418923"/>
              <a:gd name="connsiteX2" fmla="*/ 3783247 w 4386626"/>
              <a:gd name="connsiteY2" fmla="*/ 126911 h 418923"/>
              <a:gd name="connsiteX3" fmla="*/ 3661327 w 4386626"/>
              <a:gd name="connsiteY3" fmla="*/ 22408 h 418923"/>
              <a:gd name="connsiteX4" fmla="*/ 3426196 w 4386626"/>
              <a:gd name="connsiteY4" fmla="*/ 13700 h 418923"/>
              <a:gd name="connsiteX5" fmla="*/ 3103978 w 4386626"/>
              <a:gd name="connsiteY5" fmla="*/ 92077 h 418923"/>
              <a:gd name="connsiteX6" fmla="*/ 2338884 w 4386626"/>
              <a:gd name="connsiteY6" fmla="*/ 294551 h 418923"/>
              <a:gd name="connsiteX7" fmla="*/ 0 w 4386626"/>
              <a:gd name="connsiteY7" fmla="*/ 418923 h 418923"/>
              <a:gd name="connsiteX0" fmla="*/ 4386626 w 4386626"/>
              <a:gd name="connsiteY0" fmla="*/ 238878 h 418923"/>
              <a:gd name="connsiteX1" fmla="*/ 3969908 w 4386626"/>
              <a:gd name="connsiteY1" fmla="*/ 235425 h 418923"/>
              <a:gd name="connsiteX2" fmla="*/ 3783247 w 4386626"/>
              <a:gd name="connsiteY2" fmla="*/ 126911 h 418923"/>
              <a:gd name="connsiteX3" fmla="*/ 3661327 w 4386626"/>
              <a:gd name="connsiteY3" fmla="*/ 22408 h 418923"/>
              <a:gd name="connsiteX4" fmla="*/ 3426196 w 4386626"/>
              <a:gd name="connsiteY4" fmla="*/ 13700 h 418923"/>
              <a:gd name="connsiteX5" fmla="*/ 3103978 w 4386626"/>
              <a:gd name="connsiteY5" fmla="*/ 92077 h 418923"/>
              <a:gd name="connsiteX6" fmla="*/ 2338884 w 4386626"/>
              <a:gd name="connsiteY6" fmla="*/ 294551 h 418923"/>
              <a:gd name="connsiteX7" fmla="*/ 1152909 w 4386626"/>
              <a:gd name="connsiteY7" fmla="*/ 367156 h 418923"/>
              <a:gd name="connsiteX8" fmla="*/ 0 w 4386626"/>
              <a:gd name="connsiteY8" fmla="*/ 418923 h 418923"/>
              <a:gd name="connsiteX0" fmla="*/ 4386626 w 4386626"/>
              <a:gd name="connsiteY0" fmla="*/ 238878 h 418923"/>
              <a:gd name="connsiteX1" fmla="*/ 3969908 w 4386626"/>
              <a:gd name="connsiteY1" fmla="*/ 235425 h 418923"/>
              <a:gd name="connsiteX2" fmla="*/ 3783247 w 4386626"/>
              <a:gd name="connsiteY2" fmla="*/ 126911 h 418923"/>
              <a:gd name="connsiteX3" fmla="*/ 3661327 w 4386626"/>
              <a:gd name="connsiteY3" fmla="*/ 22408 h 418923"/>
              <a:gd name="connsiteX4" fmla="*/ 3426196 w 4386626"/>
              <a:gd name="connsiteY4" fmla="*/ 13700 h 418923"/>
              <a:gd name="connsiteX5" fmla="*/ 3103978 w 4386626"/>
              <a:gd name="connsiteY5" fmla="*/ 92077 h 418923"/>
              <a:gd name="connsiteX6" fmla="*/ 2338884 w 4386626"/>
              <a:gd name="connsiteY6" fmla="*/ 294551 h 418923"/>
              <a:gd name="connsiteX7" fmla="*/ 1152909 w 4386626"/>
              <a:gd name="connsiteY7" fmla="*/ 399790 h 418923"/>
              <a:gd name="connsiteX8" fmla="*/ 0 w 4386626"/>
              <a:gd name="connsiteY8" fmla="*/ 418923 h 418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6626" h="418923">
                <a:moveTo>
                  <a:pt x="4386626" y="238878"/>
                </a:moveTo>
                <a:cubicBezTo>
                  <a:pt x="4247720" y="237727"/>
                  <a:pt x="4070471" y="254086"/>
                  <a:pt x="3969908" y="235425"/>
                </a:cubicBezTo>
                <a:cubicBezTo>
                  <a:pt x="3869345" y="216764"/>
                  <a:pt x="3816630" y="161745"/>
                  <a:pt x="3783247" y="126911"/>
                </a:cubicBezTo>
                <a:lnTo>
                  <a:pt x="3661327" y="22408"/>
                </a:lnTo>
                <a:cubicBezTo>
                  <a:pt x="3601819" y="3540"/>
                  <a:pt x="3533602" y="-12426"/>
                  <a:pt x="3426196" y="13700"/>
                </a:cubicBezTo>
                <a:lnTo>
                  <a:pt x="3103978" y="92077"/>
                </a:lnTo>
                <a:lnTo>
                  <a:pt x="2338884" y="294551"/>
                </a:lnTo>
                <a:cubicBezTo>
                  <a:pt x="2013706" y="340397"/>
                  <a:pt x="1542723" y="379061"/>
                  <a:pt x="1152909" y="399790"/>
                </a:cubicBezTo>
                <a:lnTo>
                  <a:pt x="0" y="418923"/>
                </a:lnTo>
              </a:path>
            </a:pathLst>
          </a:custGeom>
          <a:noFill/>
          <a:ln w="57150">
            <a:solidFill>
              <a:srgbClr val="CFB87C"/>
            </a:solidFill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A641FD0-9E5C-44C9-BB3A-A5EB36EABBDB}"/>
              </a:ext>
            </a:extLst>
          </p:cNvPr>
          <p:cNvSpPr/>
          <p:nvPr/>
        </p:nvSpPr>
        <p:spPr>
          <a:xfrm>
            <a:off x="1065538" y="3152453"/>
            <a:ext cx="11034497" cy="449589"/>
          </a:xfrm>
          <a:custGeom>
            <a:avLst/>
            <a:gdLst>
              <a:gd name="connsiteX0" fmla="*/ 11155680 w 11155680"/>
              <a:gd name="connsiteY0" fmla="*/ 0 h 174171"/>
              <a:gd name="connsiteX1" fmla="*/ 10755086 w 11155680"/>
              <a:gd name="connsiteY1" fmla="*/ 0 h 174171"/>
              <a:gd name="connsiteX2" fmla="*/ 10607040 w 11155680"/>
              <a:gd name="connsiteY2" fmla="*/ 26126 h 174171"/>
              <a:gd name="connsiteX3" fmla="*/ 10458994 w 11155680"/>
              <a:gd name="connsiteY3" fmla="*/ 104503 h 174171"/>
              <a:gd name="connsiteX4" fmla="*/ 10363200 w 11155680"/>
              <a:gd name="connsiteY4" fmla="*/ 165463 h 174171"/>
              <a:gd name="connsiteX5" fmla="*/ 10145486 w 11155680"/>
              <a:gd name="connsiteY5" fmla="*/ 174171 h 174171"/>
              <a:gd name="connsiteX6" fmla="*/ 9335589 w 11155680"/>
              <a:gd name="connsiteY6" fmla="*/ 165463 h 174171"/>
              <a:gd name="connsiteX7" fmla="*/ 8900160 w 11155680"/>
              <a:gd name="connsiteY7" fmla="*/ 148046 h 174171"/>
              <a:gd name="connsiteX8" fmla="*/ 0 w 11155680"/>
              <a:gd name="connsiteY8" fmla="*/ 148046 h 174171"/>
              <a:gd name="connsiteX0" fmla="*/ 11155680 w 11155680"/>
              <a:gd name="connsiteY0" fmla="*/ 0 h 174493"/>
              <a:gd name="connsiteX1" fmla="*/ 10755086 w 11155680"/>
              <a:gd name="connsiteY1" fmla="*/ 0 h 174493"/>
              <a:gd name="connsiteX2" fmla="*/ 10607040 w 11155680"/>
              <a:gd name="connsiteY2" fmla="*/ 26126 h 174493"/>
              <a:gd name="connsiteX3" fmla="*/ 10458994 w 11155680"/>
              <a:gd name="connsiteY3" fmla="*/ 104503 h 174493"/>
              <a:gd name="connsiteX4" fmla="*/ 10363200 w 11155680"/>
              <a:gd name="connsiteY4" fmla="*/ 165463 h 174493"/>
              <a:gd name="connsiteX5" fmla="*/ 10145486 w 11155680"/>
              <a:gd name="connsiteY5" fmla="*/ 174171 h 174493"/>
              <a:gd name="connsiteX6" fmla="*/ 9335589 w 11155680"/>
              <a:gd name="connsiteY6" fmla="*/ 165463 h 174493"/>
              <a:gd name="connsiteX7" fmla="*/ 8900160 w 11155680"/>
              <a:gd name="connsiteY7" fmla="*/ 148046 h 174493"/>
              <a:gd name="connsiteX8" fmla="*/ 0 w 11155680"/>
              <a:gd name="connsiteY8" fmla="*/ 148046 h 174493"/>
              <a:gd name="connsiteX0" fmla="*/ 11155680 w 11155680"/>
              <a:gd name="connsiteY0" fmla="*/ 0 h 174493"/>
              <a:gd name="connsiteX1" fmla="*/ 10755086 w 11155680"/>
              <a:gd name="connsiteY1" fmla="*/ 0 h 174493"/>
              <a:gd name="connsiteX2" fmla="*/ 10607040 w 11155680"/>
              <a:gd name="connsiteY2" fmla="*/ 26126 h 174493"/>
              <a:gd name="connsiteX3" fmla="*/ 10458994 w 11155680"/>
              <a:gd name="connsiteY3" fmla="*/ 104503 h 174493"/>
              <a:gd name="connsiteX4" fmla="*/ 10363200 w 11155680"/>
              <a:gd name="connsiteY4" fmla="*/ 165463 h 174493"/>
              <a:gd name="connsiteX5" fmla="*/ 10145486 w 11155680"/>
              <a:gd name="connsiteY5" fmla="*/ 174171 h 174493"/>
              <a:gd name="connsiteX6" fmla="*/ 9335589 w 11155680"/>
              <a:gd name="connsiteY6" fmla="*/ 165463 h 174493"/>
              <a:gd name="connsiteX7" fmla="*/ 8900160 w 11155680"/>
              <a:gd name="connsiteY7" fmla="*/ 148046 h 174493"/>
              <a:gd name="connsiteX8" fmla="*/ 0 w 11155680"/>
              <a:gd name="connsiteY8" fmla="*/ 148046 h 174493"/>
              <a:gd name="connsiteX0" fmla="*/ 11155680 w 11155680"/>
              <a:gd name="connsiteY0" fmla="*/ 0 h 174493"/>
              <a:gd name="connsiteX1" fmla="*/ 10755086 w 11155680"/>
              <a:gd name="connsiteY1" fmla="*/ 0 h 174493"/>
              <a:gd name="connsiteX2" fmla="*/ 10607040 w 11155680"/>
              <a:gd name="connsiteY2" fmla="*/ 26126 h 174493"/>
              <a:gd name="connsiteX3" fmla="*/ 10458994 w 11155680"/>
              <a:gd name="connsiteY3" fmla="*/ 104503 h 174493"/>
              <a:gd name="connsiteX4" fmla="*/ 10363200 w 11155680"/>
              <a:gd name="connsiteY4" fmla="*/ 165463 h 174493"/>
              <a:gd name="connsiteX5" fmla="*/ 10145486 w 11155680"/>
              <a:gd name="connsiteY5" fmla="*/ 174171 h 174493"/>
              <a:gd name="connsiteX6" fmla="*/ 9335589 w 11155680"/>
              <a:gd name="connsiteY6" fmla="*/ 165463 h 174493"/>
              <a:gd name="connsiteX7" fmla="*/ 8900160 w 11155680"/>
              <a:gd name="connsiteY7" fmla="*/ 148046 h 174493"/>
              <a:gd name="connsiteX8" fmla="*/ 0 w 11155680"/>
              <a:gd name="connsiteY8" fmla="*/ 155510 h 174493"/>
              <a:gd name="connsiteX0" fmla="*/ 11174341 w 11174341"/>
              <a:gd name="connsiteY0" fmla="*/ 0 h 174493"/>
              <a:gd name="connsiteX1" fmla="*/ 10773747 w 11174341"/>
              <a:gd name="connsiteY1" fmla="*/ 0 h 174493"/>
              <a:gd name="connsiteX2" fmla="*/ 10625701 w 11174341"/>
              <a:gd name="connsiteY2" fmla="*/ 26126 h 174493"/>
              <a:gd name="connsiteX3" fmla="*/ 10477655 w 11174341"/>
              <a:gd name="connsiteY3" fmla="*/ 104503 h 174493"/>
              <a:gd name="connsiteX4" fmla="*/ 10381861 w 11174341"/>
              <a:gd name="connsiteY4" fmla="*/ 165463 h 174493"/>
              <a:gd name="connsiteX5" fmla="*/ 10164147 w 11174341"/>
              <a:gd name="connsiteY5" fmla="*/ 174171 h 174493"/>
              <a:gd name="connsiteX6" fmla="*/ 9354250 w 11174341"/>
              <a:gd name="connsiteY6" fmla="*/ 165463 h 174493"/>
              <a:gd name="connsiteX7" fmla="*/ 8918821 w 11174341"/>
              <a:gd name="connsiteY7" fmla="*/ 148046 h 174493"/>
              <a:gd name="connsiteX8" fmla="*/ 0 w 11174341"/>
              <a:gd name="connsiteY8" fmla="*/ 159242 h 174493"/>
              <a:gd name="connsiteX0" fmla="*/ 11155680 w 11155680"/>
              <a:gd name="connsiteY0" fmla="*/ 0 h 174493"/>
              <a:gd name="connsiteX1" fmla="*/ 10755086 w 11155680"/>
              <a:gd name="connsiteY1" fmla="*/ 0 h 174493"/>
              <a:gd name="connsiteX2" fmla="*/ 10607040 w 11155680"/>
              <a:gd name="connsiteY2" fmla="*/ 26126 h 174493"/>
              <a:gd name="connsiteX3" fmla="*/ 10458994 w 11155680"/>
              <a:gd name="connsiteY3" fmla="*/ 104503 h 174493"/>
              <a:gd name="connsiteX4" fmla="*/ 10363200 w 11155680"/>
              <a:gd name="connsiteY4" fmla="*/ 165463 h 174493"/>
              <a:gd name="connsiteX5" fmla="*/ 10145486 w 11155680"/>
              <a:gd name="connsiteY5" fmla="*/ 174171 h 174493"/>
              <a:gd name="connsiteX6" fmla="*/ 9335589 w 11155680"/>
              <a:gd name="connsiteY6" fmla="*/ 165463 h 174493"/>
              <a:gd name="connsiteX7" fmla="*/ 8900160 w 11155680"/>
              <a:gd name="connsiteY7" fmla="*/ 148046 h 174493"/>
              <a:gd name="connsiteX8" fmla="*/ 0 w 11155680"/>
              <a:gd name="connsiteY8" fmla="*/ 159242 h 174493"/>
              <a:gd name="connsiteX0" fmla="*/ 11155680 w 11155680"/>
              <a:gd name="connsiteY0" fmla="*/ 0 h 174493"/>
              <a:gd name="connsiteX1" fmla="*/ 10755086 w 11155680"/>
              <a:gd name="connsiteY1" fmla="*/ 0 h 174493"/>
              <a:gd name="connsiteX2" fmla="*/ 10607040 w 11155680"/>
              <a:gd name="connsiteY2" fmla="*/ 26126 h 174493"/>
              <a:gd name="connsiteX3" fmla="*/ 10458994 w 11155680"/>
              <a:gd name="connsiteY3" fmla="*/ 104503 h 174493"/>
              <a:gd name="connsiteX4" fmla="*/ 10363200 w 11155680"/>
              <a:gd name="connsiteY4" fmla="*/ 165463 h 174493"/>
              <a:gd name="connsiteX5" fmla="*/ 10145486 w 11155680"/>
              <a:gd name="connsiteY5" fmla="*/ 174171 h 174493"/>
              <a:gd name="connsiteX6" fmla="*/ 9335589 w 11155680"/>
              <a:gd name="connsiteY6" fmla="*/ 165463 h 174493"/>
              <a:gd name="connsiteX7" fmla="*/ 8900160 w 11155680"/>
              <a:gd name="connsiteY7" fmla="*/ 148046 h 174493"/>
              <a:gd name="connsiteX8" fmla="*/ 0 w 11155680"/>
              <a:gd name="connsiteY8" fmla="*/ 159242 h 174493"/>
              <a:gd name="connsiteX0" fmla="*/ 11170609 w 11170609"/>
              <a:gd name="connsiteY0" fmla="*/ 0 h 174493"/>
              <a:gd name="connsiteX1" fmla="*/ 10770015 w 11170609"/>
              <a:gd name="connsiteY1" fmla="*/ 0 h 174493"/>
              <a:gd name="connsiteX2" fmla="*/ 10621969 w 11170609"/>
              <a:gd name="connsiteY2" fmla="*/ 26126 h 174493"/>
              <a:gd name="connsiteX3" fmla="*/ 10473923 w 11170609"/>
              <a:gd name="connsiteY3" fmla="*/ 104503 h 174493"/>
              <a:gd name="connsiteX4" fmla="*/ 10378129 w 11170609"/>
              <a:gd name="connsiteY4" fmla="*/ 165463 h 174493"/>
              <a:gd name="connsiteX5" fmla="*/ 10160415 w 11170609"/>
              <a:gd name="connsiteY5" fmla="*/ 174171 h 174493"/>
              <a:gd name="connsiteX6" fmla="*/ 9350518 w 11170609"/>
              <a:gd name="connsiteY6" fmla="*/ 165463 h 174493"/>
              <a:gd name="connsiteX7" fmla="*/ 8915089 w 11170609"/>
              <a:gd name="connsiteY7" fmla="*/ 148046 h 174493"/>
              <a:gd name="connsiteX8" fmla="*/ 0 w 11170609"/>
              <a:gd name="connsiteY8" fmla="*/ 159242 h 174493"/>
              <a:gd name="connsiteX0" fmla="*/ 11144484 w 11144484"/>
              <a:gd name="connsiteY0" fmla="*/ 0 h 174493"/>
              <a:gd name="connsiteX1" fmla="*/ 10743890 w 11144484"/>
              <a:gd name="connsiteY1" fmla="*/ 0 h 174493"/>
              <a:gd name="connsiteX2" fmla="*/ 10595844 w 11144484"/>
              <a:gd name="connsiteY2" fmla="*/ 26126 h 174493"/>
              <a:gd name="connsiteX3" fmla="*/ 10447798 w 11144484"/>
              <a:gd name="connsiteY3" fmla="*/ 104503 h 174493"/>
              <a:gd name="connsiteX4" fmla="*/ 10352004 w 11144484"/>
              <a:gd name="connsiteY4" fmla="*/ 165463 h 174493"/>
              <a:gd name="connsiteX5" fmla="*/ 10134290 w 11144484"/>
              <a:gd name="connsiteY5" fmla="*/ 174171 h 174493"/>
              <a:gd name="connsiteX6" fmla="*/ 9324393 w 11144484"/>
              <a:gd name="connsiteY6" fmla="*/ 165463 h 174493"/>
              <a:gd name="connsiteX7" fmla="*/ 8888964 w 11144484"/>
              <a:gd name="connsiteY7" fmla="*/ 148046 h 174493"/>
              <a:gd name="connsiteX8" fmla="*/ 0 w 11144484"/>
              <a:gd name="connsiteY8" fmla="*/ 159242 h 174493"/>
              <a:gd name="connsiteX0" fmla="*/ 11043713 w 11043713"/>
              <a:gd name="connsiteY0" fmla="*/ 0 h 174493"/>
              <a:gd name="connsiteX1" fmla="*/ 10643119 w 11043713"/>
              <a:gd name="connsiteY1" fmla="*/ 0 h 174493"/>
              <a:gd name="connsiteX2" fmla="*/ 10495073 w 11043713"/>
              <a:gd name="connsiteY2" fmla="*/ 26126 h 174493"/>
              <a:gd name="connsiteX3" fmla="*/ 10347027 w 11043713"/>
              <a:gd name="connsiteY3" fmla="*/ 104503 h 174493"/>
              <a:gd name="connsiteX4" fmla="*/ 10251233 w 11043713"/>
              <a:gd name="connsiteY4" fmla="*/ 165463 h 174493"/>
              <a:gd name="connsiteX5" fmla="*/ 10033519 w 11043713"/>
              <a:gd name="connsiteY5" fmla="*/ 174171 h 174493"/>
              <a:gd name="connsiteX6" fmla="*/ 9223622 w 11043713"/>
              <a:gd name="connsiteY6" fmla="*/ 165463 h 174493"/>
              <a:gd name="connsiteX7" fmla="*/ 8788193 w 11043713"/>
              <a:gd name="connsiteY7" fmla="*/ 148046 h 174493"/>
              <a:gd name="connsiteX8" fmla="*/ 0 w 11043713"/>
              <a:gd name="connsiteY8" fmla="*/ 159242 h 174493"/>
              <a:gd name="connsiteX0" fmla="*/ 11058642 w 11058642"/>
              <a:gd name="connsiteY0" fmla="*/ 0 h 174493"/>
              <a:gd name="connsiteX1" fmla="*/ 10658048 w 11058642"/>
              <a:gd name="connsiteY1" fmla="*/ 0 h 174493"/>
              <a:gd name="connsiteX2" fmla="*/ 10510002 w 11058642"/>
              <a:gd name="connsiteY2" fmla="*/ 26126 h 174493"/>
              <a:gd name="connsiteX3" fmla="*/ 10361956 w 11058642"/>
              <a:gd name="connsiteY3" fmla="*/ 104503 h 174493"/>
              <a:gd name="connsiteX4" fmla="*/ 10266162 w 11058642"/>
              <a:gd name="connsiteY4" fmla="*/ 165463 h 174493"/>
              <a:gd name="connsiteX5" fmla="*/ 10048448 w 11058642"/>
              <a:gd name="connsiteY5" fmla="*/ 174171 h 174493"/>
              <a:gd name="connsiteX6" fmla="*/ 9238551 w 11058642"/>
              <a:gd name="connsiteY6" fmla="*/ 165463 h 174493"/>
              <a:gd name="connsiteX7" fmla="*/ 8803122 w 11058642"/>
              <a:gd name="connsiteY7" fmla="*/ 148046 h 174493"/>
              <a:gd name="connsiteX8" fmla="*/ 0 w 11058642"/>
              <a:gd name="connsiteY8" fmla="*/ 159242 h 174493"/>
              <a:gd name="connsiteX0" fmla="*/ 11062374 w 11062374"/>
              <a:gd name="connsiteY0" fmla="*/ 0 h 174493"/>
              <a:gd name="connsiteX1" fmla="*/ 10661780 w 11062374"/>
              <a:gd name="connsiteY1" fmla="*/ 0 h 174493"/>
              <a:gd name="connsiteX2" fmla="*/ 10513734 w 11062374"/>
              <a:gd name="connsiteY2" fmla="*/ 26126 h 174493"/>
              <a:gd name="connsiteX3" fmla="*/ 10365688 w 11062374"/>
              <a:gd name="connsiteY3" fmla="*/ 104503 h 174493"/>
              <a:gd name="connsiteX4" fmla="*/ 10269894 w 11062374"/>
              <a:gd name="connsiteY4" fmla="*/ 165463 h 174493"/>
              <a:gd name="connsiteX5" fmla="*/ 10052180 w 11062374"/>
              <a:gd name="connsiteY5" fmla="*/ 174171 h 174493"/>
              <a:gd name="connsiteX6" fmla="*/ 9242283 w 11062374"/>
              <a:gd name="connsiteY6" fmla="*/ 165463 h 174493"/>
              <a:gd name="connsiteX7" fmla="*/ 8806854 w 11062374"/>
              <a:gd name="connsiteY7" fmla="*/ 148046 h 174493"/>
              <a:gd name="connsiteX8" fmla="*/ 0 w 11062374"/>
              <a:gd name="connsiteY8" fmla="*/ 159242 h 174493"/>
              <a:gd name="connsiteX0" fmla="*/ 11062374 w 11062374"/>
              <a:gd name="connsiteY0" fmla="*/ 0 h 174493"/>
              <a:gd name="connsiteX1" fmla="*/ 10661780 w 11062374"/>
              <a:gd name="connsiteY1" fmla="*/ 0 h 174493"/>
              <a:gd name="connsiteX2" fmla="*/ 10513734 w 11062374"/>
              <a:gd name="connsiteY2" fmla="*/ 26126 h 174493"/>
              <a:gd name="connsiteX3" fmla="*/ 10365688 w 11062374"/>
              <a:gd name="connsiteY3" fmla="*/ 104503 h 174493"/>
              <a:gd name="connsiteX4" fmla="*/ 10269894 w 11062374"/>
              <a:gd name="connsiteY4" fmla="*/ 165463 h 174493"/>
              <a:gd name="connsiteX5" fmla="*/ 10052180 w 11062374"/>
              <a:gd name="connsiteY5" fmla="*/ 174171 h 174493"/>
              <a:gd name="connsiteX6" fmla="*/ 8806854 w 11062374"/>
              <a:gd name="connsiteY6" fmla="*/ 148046 h 174493"/>
              <a:gd name="connsiteX7" fmla="*/ 0 w 11062374"/>
              <a:gd name="connsiteY7" fmla="*/ 159242 h 174493"/>
              <a:gd name="connsiteX0" fmla="*/ 6391642 w 6391642"/>
              <a:gd name="connsiteY0" fmla="*/ 0 h 174493"/>
              <a:gd name="connsiteX1" fmla="*/ 5991048 w 6391642"/>
              <a:gd name="connsiteY1" fmla="*/ 0 h 174493"/>
              <a:gd name="connsiteX2" fmla="*/ 5843002 w 6391642"/>
              <a:gd name="connsiteY2" fmla="*/ 26126 h 174493"/>
              <a:gd name="connsiteX3" fmla="*/ 5694956 w 6391642"/>
              <a:gd name="connsiteY3" fmla="*/ 104503 h 174493"/>
              <a:gd name="connsiteX4" fmla="*/ 5599162 w 6391642"/>
              <a:gd name="connsiteY4" fmla="*/ 165463 h 174493"/>
              <a:gd name="connsiteX5" fmla="*/ 5381448 w 6391642"/>
              <a:gd name="connsiteY5" fmla="*/ 174171 h 174493"/>
              <a:gd name="connsiteX6" fmla="*/ 4136122 w 6391642"/>
              <a:gd name="connsiteY6" fmla="*/ 148046 h 174493"/>
              <a:gd name="connsiteX7" fmla="*/ 0 w 6391642"/>
              <a:gd name="connsiteY7" fmla="*/ 151083 h 174493"/>
              <a:gd name="connsiteX0" fmla="*/ 4250040 w 4250040"/>
              <a:gd name="connsiteY0" fmla="*/ 0 h 174493"/>
              <a:gd name="connsiteX1" fmla="*/ 3849446 w 4250040"/>
              <a:gd name="connsiteY1" fmla="*/ 0 h 174493"/>
              <a:gd name="connsiteX2" fmla="*/ 3701400 w 4250040"/>
              <a:gd name="connsiteY2" fmla="*/ 26126 h 174493"/>
              <a:gd name="connsiteX3" fmla="*/ 3553354 w 4250040"/>
              <a:gd name="connsiteY3" fmla="*/ 104503 h 174493"/>
              <a:gd name="connsiteX4" fmla="*/ 3457560 w 4250040"/>
              <a:gd name="connsiteY4" fmla="*/ 165463 h 174493"/>
              <a:gd name="connsiteX5" fmla="*/ 3239846 w 4250040"/>
              <a:gd name="connsiteY5" fmla="*/ 174171 h 174493"/>
              <a:gd name="connsiteX6" fmla="*/ 1994520 w 4250040"/>
              <a:gd name="connsiteY6" fmla="*/ 148046 h 174493"/>
              <a:gd name="connsiteX7" fmla="*/ 0 w 4250040"/>
              <a:gd name="connsiteY7" fmla="*/ 142924 h 174493"/>
              <a:gd name="connsiteX0" fmla="*/ 4270436 w 4270436"/>
              <a:gd name="connsiteY0" fmla="*/ 0 h 174493"/>
              <a:gd name="connsiteX1" fmla="*/ 3869842 w 4270436"/>
              <a:gd name="connsiteY1" fmla="*/ 0 h 174493"/>
              <a:gd name="connsiteX2" fmla="*/ 3721796 w 4270436"/>
              <a:gd name="connsiteY2" fmla="*/ 26126 h 174493"/>
              <a:gd name="connsiteX3" fmla="*/ 3573750 w 4270436"/>
              <a:gd name="connsiteY3" fmla="*/ 104503 h 174493"/>
              <a:gd name="connsiteX4" fmla="*/ 3477956 w 4270436"/>
              <a:gd name="connsiteY4" fmla="*/ 165463 h 174493"/>
              <a:gd name="connsiteX5" fmla="*/ 3260242 w 4270436"/>
              <a:gd name="connsiteY5" fmla="*/ 174171 h 174493"/>
              <a:gd name="connsiteX6" fmla="*/ 2014916 w 4270436"/>
              <a:gd name="connsiteY6" fmla="*/ 148046 h 174493"/>
              <a:gd name="connsiteX7" fmla="*/ 0 w 4270436"/>
              <a:gd name="connsiteY7" fmla="*/ 151082 h 174493"/>
              <a:gd name="connsiteX0" fmla="*/ 4282674 w 4282674"/>
              <a:gd name="connsiteY0" fmla="*/ 0 h 174493"/>
              <a:gd name="connsiteX1" fmla="*/ 3882080 w 4282674"/>
              <a:gd name="connsiteY1" fmla="*/ 0 h 174493"/>
              <a:gd name="connsiteX2" fmla="*/ 3734034 w 4282674"/>
              <a:gd name="connsiteY2" fmla="*/ 26126 h 174493"/>
              <a:gd name="connsiteX3" fmla="*/ 3585988 w 4282674"/>
              <a:gd name="connsiteY3" fmla="*/ 104503 h 174493"/>
              <a:gd name="connsiteX4" fmla="*/ 3490194 w 4282674"/>
              <a:gd name="connsiteY4" fmla="*/ 165463 h 174493"/>
              <a:gd name="connsiteX5" fmla="*/ 3272480 w 4282674"/>
              <a:gd name="connsiteY5" fmla="*/ 174171 h 174493"/>
              <a:gd name="connsiteX6" fmla="*/ 2027154 w 4282674"/>
              <a:gd name="connsiteY6" fmla="*/ 148046 h 174493"/>
              <a:gd name="connsiteX7" fmla="*/ 0 w 4282674"/>
              <a:gd name="connsiteY7" fmla="*/ 151082 h 174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82674" h="174493">
                <a:moveTo>
                  <a:pt x="4282674" y="0"/>
                </a:moveTo>
                <a:lnTo>
                  <a:pt x="3882080" y="0"/>
                </a:lnTo>
                <a:cubicBezTo>
                  <a:pt x="3790640" y="4354"/>
                  <a:pt x="3783383" y="8709"/>
                  <a:pt x="3734034" y="26126"/>
                </a:cubicBezTo>
                <a:cubicBezTo>
                  <a:pt x="3684685" y="43543"/>
                  <a:pt x="3626628" y="81280"/>
                  <a:pt x="3585988" y="104503"/>
                </a:cubicBezTo>
                <a:cubicBezTo>
                  <a:pt x="3545348" y="127726"/>
                  <a:pt x="3542445" y="153852"/>
                  <a:pt x="3490194" y="165463"/>
                </a:cubicBezTo>
                <a:cubicBezTo>
                  <a:pt x="3437943" y="177074"/>
                  <a:pt x="3443748" y="174171"/>
                  <a:pt x="3272480" y="174171"/>
                </a:cubicBezTo>
                <a:cubicBezTo>
                  <a:pt x="2857371" y="165463"/>
                  <a:pt x="2572567" y="151894"/>
                  <a:pt x="2027154" y="148046"/>
                </a:cubicBezTo>
                <a:lnTo>
                  <a:pt x="0" y="151082"/>
                </a:lnTo>
              </a:path>
            </a:pathLst>
          </a:custGeom>
          <a:noFill/>
          <a:ln w="57150">
            <a:solidFill>
              <a:srgbClr val="CFB87C"/>
            </a:solidFill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1055D98-C87D-400A-80CF-18F00CE768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282704"/>
            <a:ext cx="7315200" cy="606425"/>
          </a:xfrm>
        </p:spPr>
        <p:txBody>
          <a:bodyPr anchor="b"/>
          <a:lstStyle>
            <a:lvl1pPr marL="0" indent="0">
              <a:buNone/>
              <a:defRPr b="1" i="1"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74850527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4158" y="585378"/>
            <a:ext cx="10635967" cy="576938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BDCB3EA-BD98-446D-8D63-B6D9F2C64FFC}" type="datetime1">
              <a:rPr lang="en-US" smtClean="0"/>
              <a:t>3/5/2025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967F07-FE2B-4BD4-93CB-234175A568E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0C13F92-5B73-4C0A-BEFA-0F437AD2B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1879" y="109127"/>
            <a:ext cx="10748244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University of Colorado - Boulder</a:t>
            </a:r>
          </a:p>
          <a:p>
            <a:r>
              <a:rPr lang="en-US"/>
              <a:t>Smead Aerospace Engineering Sciences</a:t>
            </a:r>
          </a:p>
        </p:txBody>
      </p:sp>
    </p:spTree>
    <p:extLst>
      <p:ext uri="{BB962C8B-B14F-4D97-AF65-F5344CB8AC3E}">
        <p14:creationId xmlns:p14="http://schemas.microsoft.com/office/powerpoint/2010/main" val="1966963144"/>
      </p:ext>
    </p:extLst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4158" y="585378"/>
            <a:ext cx="10635967" cy="576938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BDCB3EA-BD98-446D-8D63-B6D9F2C64FFC}" type="datetime1">
              <a:rPr lang="en-US" smtClean="0"/>
              <a:t>3/5/2025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967F07-FE2B-4BD4-93CB-234175A568E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0C13F92-5B73-4C0A-BEFA-0F437AD2B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1879" y="109127"/>
            <a:ext cx="10748244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University of Colorado - Boulder</a:t>
            </a:r>
          </a:p>
          <a:p>
            <a:r>
              <a:rPr lang="en-US"/>
              <a:t>Smead Aerospace Engineering Sciences</a:t>
            </a:r>
          </a:p>
        </p:txBody>
      </p:sp>
    </p:spTree>
    <p:extLst>
      <p:ext uri="{BB962C8B-B14F-4D97-AF65-F5344CB8AC3E}">
        <p14:creationId xmlns:p14="http://schemas.microsoft.com/office/powerpoint/2010/main" val="3081089778"/>
      </p:ext>
    </p:extLst>
  </p:cSld>
  <p:clrMapOvr>
    <a:masterClrMapping/>
  </p:clrMapOvr>
  <p:hf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4158" y="585378"/>
            <a:ext cx="10635967" cy="576938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BDCB3EA-BD98-446D-8D63-B6D9F2C64FFC}" type="datetime1">
              <a:rPr lang="en-US" smtClean="0"/>
              <a:t>3/5/2025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967F07-FE2B-4BD4-93CB-234175A568E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0C13F92-5B73-4C0A-BEFA-0F437AD2B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1879" y="109127"/>
            <a:ext cx="10748244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University of Colorado - Boulder</a:t>
            </a:r>
          </a:p>
          <a:p>
            <a:r>
              <a:rPr lang="en-US"/>
              <a:t>Smead Aerospace Engineering Sciences</a:t>
            </a:r>
          </a:p>
        </p:txBody>
      </p:sp>
    </p:spTree>
    <p:extLst>
      <p:ext uri="{BB962C8B-B14F-4D97-AF65-F5344CB8AC3E}">
        <p14:creationId xmlns:p14="http://schemas.microsoft.com/office/powerpoint/2010/main" val="2107628318"/>
      </p:ext>
    </p:extLst>
  </p:cSld>
  <p:clrMapOvr>
    <a:masterClrMapping/>
  </p:clrMapOvr>
  <p:hf hd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8159D-4A37-4505-B16A-3C77227D87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2" y="1891862"/>
            <a:ext cx="7315201" cy="1258056"/>
          </a:xfrm>
        </p:spPr>
        <p:txBody>
          <a:bodyPr anchor="t"/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C68CA4-1DB2-46E5-9E9A-42E3FCBAC3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2" y="3602038"/>
            <a:ext cx="9829801" cy="1655762"/>
          </a:xfrm>
        </p:spPr>
        <p:txBody>
          <a:bodyPr/>
          <a:lstStyle>
            <a:lvl1pPr marL="0" indent="0" algn="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D1CFC7-62DC-448D-B15F-A45B062A8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CB3EA-BD98-446D-8D63-B6D9F2C64FFC}" type="datetime1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20C97-4032-4B29-A1C5-638AC1B61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Colorado - Boulder</a:t>
            </a:r>
          </a:p>
          <a:p>
            <a:r>
              <a:rPr lang="en-US"/>
              <a:t>Smead Aerospace Engineering Sciences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36B85-CCB6-4A3E-8106-DAB39566E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67F07-FE2B-4BD4-93CB-234175A568EC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D66952-5E8D-445D-B639-6AE7D07284C2}"/>
              </a:ext>
            </a:extLst>
          </p:cNvPr>
          <p:cNvGrpSpPr/>
          <p:nvPr/>
        </p:nvGrpSpPr>
        <p:grpSpPr>
          <a:xfrm>
            <a:off x="6220612" y="2495403"/>
            <a:ext cx="4190963" cy="940761"/>
            <a:chOff x="4489635" y="858690"/>
            <a:chExt cx="3157118" cy="708691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C33BF4C-375E-472C-8F0C-9CA3E39CDDB0}"/>
                </a:ext>
              </a:extLst>
            </p:cNvPr>
            <p:cNvSpPr/>
            <p:nvPr userDrawn="1"/>
          </p:nvSpPr>
          <p:spPr>
            <a:xfrm>
              <a:off x="4489635" y="858690"/>
              <a:ext cx="3157118" cy="708691"/>
            </a:xfrm>
            <a:custGeom>
              <a:avLst/>
              <a:gdLst>
                <a:gd name="connsiteX0" fmla="*/ 5777070 w 5777070"/>
                <a:gd name="connsiteY0" fmla="*/ 357282 h 835677"/>
                <a:gd name="connsiteX1" fmla="*/ 5728625 w 5777070"/>
                <a:gd name="connsiteY1" fmla="*/ 211947 h 835677"/>
                <a:gd name="connsiteX2" fmla="*/ 5613568 w 5777070"/>
                <a:gd name="connsiteY2" fmla="*/ 133224 h 835677"/>
                <a:gd name="connsiteX3" fmla="*/ 5528789 w 5777070"/>
                <a:gd name="connsiteY3" fmla="*/ 121113 h 835677"/>
                <a:gd name="connsiteX4" fmla="*/ 5450066 w 5777070"/>
                <a:gd name="connsiteY4" fmla="*/ 48445 h 835677"/>
                <a:gd name="connsiteX5" fmla="*/ 5298676 w 5777070"/>
                <a:gd name="connsiteY5" fmla="*/ 0 h 835677"/>
                <a:gd name="connsiteX6" fmla="*/ 5086728 w 5777070"/>
                <a:gd name="connsiteY6" fmla="*/ 42389 h 835677"/>
                <a:gd name="connsiteX7" fmla="*/ 4923226 w 5777070"/>
                <a:gd name="connsiteY7" fmla="*/ 163502 h 835677"/>
                <a:gd name="connsiteX8" fmla="*/ 4662834 w 5777070"/>
                <a:gd name="connsiteY8" fmla="*/ 302781 h 835677"/>
                <a:gd name="connsiteX9" fmla="*/ 4251052 w 5777070"/>
                <a:gd name="connsiteY9" fmla="*/ 448117 h 835677"/>
                <a:gd name="connsiteX10" fmla="*/ 3451709 w 5777070"/>
                <a:gd name="connsiteY10" fmla="*/ 623730 h 835677"/>
                <a:gd name="connsiteX11" fmla="*/ 968901 w 5777070"/>
                <a:gd name="connsiteY11" fmla="*/ 696397 h 835677"/>
                <a:gd name="connsiteX12" fmla="*/ 0 w 5777070"/>
                <a:gd name="connsiteY12" fmla="*/ 738787 h 835677"/>
                <a:gd name="connsiteX13" fmla="*/ 0 w 5777070"/>
                <a:gd name="connsiteY13" fmla="*/ 799343 h 835677"/>
                <a:gd name="connsiteX14" fmla="*/ 4232885 w 5777070"/>
                <a:gd name="connsiteY14" fmla="*/ 781176 h 835677"/>
                <a:gd name="connsiteX15" fmla="*/ 4717335 w 5777070"/>
                <a:gd name="connsiteY15" fmla="*/ 811454 h 835677"/>
                <a:gd name="connsiteX16" fmla="*/ 4868726 w 5777070"/>
                <a:gd name="connsiteY16" fmla="*/ 835677 h 835677"/>
                <a:gd name="connsiteX17" fmla="*/ 5207841 w 5777070"/>
                <a:gd name="connsiteY17" fmla="*/ 817510 h 835677"/>
                <a:gd name="connsiteX18" fmla="*/ 5383454 w 5777070"/>
                <a:gd name="connsiteY18" fmla="*/ 781176 h 835677"/>
                <a:gd name="connsiteX19" fmla="*/ 5498511 w 5777070"/>
                <a:gd name="connsiteY19" fmla="*/ 702453 h 835677"/>
                <a:gd name="connsiteX20" fmla="*/ 5613568 w 5777070"/>
                <a:gd name="connsiteY20" fmla="*/ 672175 h 835677"/>
                <a:gd name="connsiteX21" fmla="*/ 5740736 w 5777070"/>
                <a:gd name="connsiteY21" fmla="*/ 508673 h 835677"/>
                <a:gd name="connsiteX22" fmla="*/ 5777070 w 5777070"/>
                <a:gd name="connsiteY22" fmla="*/ 357282 h 835677"/>
                <a:gd name="connsiteX0" fmla="*/ 5777070 w 5777070"/>
                <a:gd name="connsiteY0" fmla="*/ 357326 h 835721"/>
                <a:gd name="connsiteX1" fmla="*/ 5728625 w 5777070"/>
                <a:gd name="connsiteY1" fmla="*/ 211991 h 835721"/>
                <a:gd name="connsiteX2" fmla="*/ 5613568 w 5777070"/>
                <a:gd name="connsiteY2" fmla="*/ 133268 h 835721"/>
                <a:gd name="connsiteX3" fmla="*/ 5528789 w 5777070"/>
                <a:gd name="connsiteY3" fmla="*/ 121157 h 835721"/>
                <a:gd name="connsiteX4" fmla="*/ 5450066 w 5777070"/>
                <a:gd name="connsiteY4" fmla="*/ 48489 h 835721"/>
                <a:gd name="connsiteX5" fmla="*/ 5298676 w 5777070"/>
                <a:gd name="connsiteY5" fmla="*/ 44 h 835721"/>
                <a:gd name="connsiteX6" fmla="*/ 5086728 w 5777070"/>
                <a:gd name="connsiteY6" fmla="*/ 42433 h 835721"/>
                <a:gd name="connsiteX7" fmla="*/ 4923226 w 5777070"/>
                <a:gd name="connsiteY7" fmla="*/ 163546 h 835721"/>
                <a:gd name="connsiteX8" fmla="*/ 4662834 w 5777070"/>
                <a:gd name="connsiteY8" fmla="*/ 302825 h 835721"/>
                <a:gd name="connsiteX9" fmla="*/ 4251052 w 5777070"/>
                <a:gd name="connsiteY9" fmla="*/ 448161 h 835721"/>
                <a:gd name="connsiteX10" fmla="*/ 3451709 w 5777070"/>
                <a:gd name="connsiteY10" fmla="*/ 623774 h 835721"/>
                <a:gd name="connsiteX11" fmla="*/ 968901 w 5777070"/>
                <a:gd name="connsiteY11" fmla="*/ 696441 h 835721"/>
                <a:gd name="connsiteX12" fmla="*/ 0 w 5777070"/>
                <a:gd name="connsiteY12" fmla="*/ 738831 h 835721"/>
                <a:gd name="connsiteX13" fmla="*/ 0 w 5777070"/>
                <a:gd name="connsiteY13" fmla="*/ 799387 h 835721"/>
                <a:gd name="connsiteX14" fmla="*/ 4232885 w 5777070"/>
                <a:gd name="connsiteY14" fmla="*/ 781220 h 835721"/>
                <a:gd name="connsiteX15" fmla="*/ 4717335 w 5777070"/>
                <a:gd name="connsiteY15" fmla="*/ 811498 h 835721"/>
                <a:gd name="connsiteX16" fmla="*/ 4868726 w 5777070"/>
                <a:gd name="connsiteY16" fmla="*/ 835721 h 835721"/>
                <a:gd name="connsiteX17" fmla="*/ 5207841 w 5777070"/>
                <a:gd name="connsiteY17" fmla="*/ 817554 h 835721"/>
                <a:gd name="connsiteX18" fmla="*/ 5383454 w 5777070"/>
                <a:gd name="connsiteY18" fmla="*/ 781220 h 835721"/>
                <a:gd name="connsiteX19" fmla="*/ 5498511 w 5777070"/>
                <a:gd name="connsiteY19" fmla="*/ 702497 h 835721"/>
                <a:gd name="connsiteX20" fmla="*/ 5613568 w 5777070"/>
                <a:gd name="connsiteY20" fmla="*/ 672219 h 835721"/>
                <a:gd name="connsiteX21" fmla="*/ 5740736 w 5777070"/>
                <a:gd name="connsiteY21" fmla="*/ 508717 h 835721"/>
                <a:gd name="connsiteX22" fmla="*/ 5777070 w 5777070"/>
                <a:gd name="connsiteY22" fmla="*/ 357326 h 835721"/>
                <a:gd name="connsiteX0" fmla="*/ 5777070 w 5777070"/>
                <a:gd name="connsiteY0" fmla="*/ 357432 h 835827"/>
                <a:gd name="connsiteX1" fmla="*/ 5728625 w 5777070"/>
                <a:gd name="connsiteY1" fmla="*/ 212097 h 835827"/>
                <a:gd name="connsiteX2" fmla="*/ 5613568 w 5777070"/>
                <a:gd name="connsiteY2" fmla="*/ 133374 h 835827"/>
                <a:gd name="connsiteX3" fmla="*/ 5528789 w 5777070"/>
                <a:gd name="connsiteY3" fmla="*/ 121263 h 835827"/>
                <a:gd name="connsiteX4" fmla="*/ 5450066 w 5777070"/>
                <a:gd name="connsiteY4" fmla="*/ 48595 h 835827"/>
                <a:gd name="connsiteX5" fmla="*/ 5298676 w 5777070"/>
                <a:gd name="connsiteY5" fmla="*/ 150 h 835827"/>
                <a:gd name="connsiteX6" fmla="*/ 5086728 w 5777070"/>
                <a:gd name="connsiteY6" fmla="*/ 42539 h 835827"/>
                <a:gd name="connsiteX7" fmla="*/ 4923226 w 5777070"/>
                <a:gd name="connsiteY7" fmla="*/ 163652 h 835827"/>
                <a:gd name="connsiteX8" fmla="*/ 4662834 w 5777070"/>
                <a:gd name="connsiteY8" fmla="*/ 302931 h 835827"/>
                <a:gd name="connsiteX9" fmla="*/ 4251052 w 5777070"/>
                <a:gd name="connsiteY9" fmla="*/ 448267 h 835827"/>
                <a:gd name="connsiteX10" fmla="*/ 3451709 w 5777070"/>
                <a:gd name="connsiteY10" fmla="*/ 623880 h 835827"/>
                <a:gd name="connsiteX11" fmla="*/ 968901 w 5777070"/>
                <a:gd name="connsiteY11" fmla="*/ 696547 h 835827"/>
                <a:gd name="connsiteX12" fmla="*/ 0 w 5777070"/>
                <a:gd name="connsiteY12" fmla="*/ 738937 h 835827"/>
                <a:gd name="connsiteX13" fmla="*/ 0 w 5777070"/>
                <a:gd name="connsiteY13" fmla="*/ 799493 h 835827"/>
                <a:gd name="connsiteX14" fmla="*/ 4232885 w 5777070"/>
                <a:gd name="connsiteY14" fmla="*/ 781326 h 835827"/>
                <a:gd name="connsiteX15" fmla="*/ 4717335 w 5777070"/>
                <a:gd name="connsiteY15" fmla="*/ 811604 h 835827"/>
                <a:gd name="connsiteX16" fmla="*/ 4868726 w 5777070"/>
                <a:gd name="connsiteY16" fmla="*/ 835827 h 835827"/>
                <a:gd name="connsiteX17" fmla="*/ 5207841 w 5777070"/>
                <a:gd name="connsiteY17" fmla="*/ 817660 h 835827"/>
                <a:gd name="connsiteX18" fmla="*/ 5383454 w 5777070"/>
                <a:gd name="connsiteY18" fmla="*/ 781326 h 835827"/>
                <a:gd name="connsiteX19" fmla="*/ 5498511 w 5777070"/>
                <a:gd name="connsiteY19" fmla="*/ 702603 h 835827"/>
                <a:gd name="connsiteX20" fmla="*/ 5613568 w 5777070"/>
                <a:gd name="connsiteY20" fmla="*/ 672325 h 835827"/>
                <a:gd name="connsiteX21" fmla="*/ 5740736 w 5777070"/>
                <a:gd name="connsiteY21" fmla="*/ 508823 h 835827"/>
                <a:gd name="connsiteX22" fmla="*/ 5777070 w 5777070"/>
                <a:gd name="connsiteY22" fmla="*/ 357432 h 835827"/>
                <a:gd name="connsiteX0" fmla="*/ 5777070 w 5777070"/>
                <a:gd name="connsiteY0" fmla="*/ 357432 h 835827"/>
                <a:gd name="connsiteX1" fmla="*/ 5728625 w 5777070"/>
                <a:gd name="connsiteY1" fmla="*/ 212097 h 835827"/>
                <a:gd name="connsiteX2" fmla="*/ 5613568 w 5777070"/>
                <a:gd name="connsiteY2" fmla="*/ 133374 h 835827"/>
                <a:gd name="connsiteX3" fmla="*/ 5528789 w 5777070"/>
                <a:gd name="connsiteY3" fmla="*/ 121263 h 835827"/>
                <a:gd name="connsiteX4" fmla="*/ 5450066 w 5777070"/>
                <a:gd name="connsiteY4" fmla="*/ 48595 h 835827"/>
                <a:gd name="connsiteX5" fmla="*/ 5298676 w 5777070"/>
                <a:gd name="connsiteY5" fmla="*/ 150 h 835827"/>
                <a:gd name="connsiteX6" fmla="*/ 5086728 w 5777070"/>
                <a:gd name="connsiteY6" fmla="*/ 42539 h 835827"/>
                <a:gd name="connsiteX7" fmla="*/ 4923226 w 5777070"/>
                <a:gd name="connsiteY7" fmla="*/ 163652 h 835827"/>
                <a:gd name="connsiteX8" fmla="*/ 4662834 w 5777070"/>
                <a:gd name="connsiteY8" fmla="*/ 302931 h 835827"/>
                <a:gd name="connsiteX9" fmla="*/ 4251052 w 5777070"/>
                <a:gd name="connsiteY9" fmla="*/ 448267 h 835827"/>
                <a:gd name="connsiteX10" fmla="*/ 3451709 w 5777070"/>
                <a:gd name="connsiteY10" fmla="*/ 623880 h 835827"/>
                <a:gd name="connsiteX11" fmla="*/ 968901 w 5777070"/>
                <a:gd name="connsiteY11" fmla="*/ 696547 h 835827"/>
                <a:gd name="connsiteX12" fmla="*/ 0 w 5777070"/>
                <a:gd name="connsiteY12" fmla="*/ 738937 h 835827"/>
                <a:gd name="connsiteX13" fmla="*/ 0 w 5777070"/>
                <a:gd name="connsiteY13" fmla="*/ 799493 h 835827"/>
                <a:gd name="connsiteX14" fmla="*/ 4232885 w 5777070"/>
                <a:gd name="connsiteY14" fmla="*/ 781326 h 835827"/>
                <a:gd name="connsiteX15" fmla="*/ 4717335 w 5777070"/>
                <a:gd name="connsiteY15" fmla="*/ 811604 h 835827"/>
                <a:gd name="connsiteX16" fmla="*/ 4868726 w 5777070"/>
                <a:gd name="connsiteY16" fmla="*/ 835827 h 835827"/>
                <a:gd name="connsiteX17" fmla="*/ 5207841 w 5777070"/>
                <a:gd name="connsiteY17" fmla="*/ 817660 h 835827"/>
                <a:gd name="connsiteX18" fmla="*/ 5383454 w 5777070"/>
                <a:gd name="connsiteY18" fmla="*/ 781326 h 835827"/>
                <a:gd name="connsiteX19" fmla="*/ 5498511 w 5777070"/>
                <a:gd name="connsiteY19" fmla="*/ 702603 h 835827"/>
                <a:gd name="connsiteX20" fmla="*/ 5613568 w 5777070"/>
                <a:gd name="connsiteY20" fmla="*/ 672325 h 835827"/>
                <a:gd name="connsiteX21" fmla="*/ 5740736 w 5777070"/>
                <a:gd name="connsiteY21" fmla="*/ 508823 h 835827"/>
                <a:gd name="connsiteX22" fmla="*/ 5777070 w 5777070"/>
                <a:gd name="connsiteY22" fmla="*/ 357432 h 835827"/>
                <a:gd name="connsiteX0" fmla="*/ 5777070 w 5777070"/>
                <a:gd name="connsiteY0" fmla="*/ 357432 h 835827"/>
                <a:gd name="connsiteX1" fmla="*/ 5728625 w 5777070"/>
                <a:gd name="connsiteY1" fmla="*/ 212097 h 835827"/>
                <a:gd name="connsiteX2" fmla="*/ 5613568 w 5777070"/>
                <a:gd name="connsiteY2" fmla="*/ 133374 h 835827"/>
                <a:gd name="connsiteX3" fmla="*/ 5528789 w 5777070"/>
                <a:gd name="connsiteY3" fmla="*/ 121263 h 835827"/>
                <a:gd name="connsiteX4" fmla="*/ 5450066 w 5777070"/>
                <a:gd name="connsiteY4" fmla="*/ 48595 h 835827"/>
                <a:gd name="connsiteX5" fmla="*/ 5298676 w 5777070"/>
                <a:gd name="connsiteY5" fmla="*/ 150 h 835827"/>
                <a:gd name="connsiteX6" fmla="*/ 5086728 w 5777070"/>
                <a:gd name="connsiteY6" fmla="*/ 42539 h 835827"/>
                <a:gd name="connsiteX7" fmla="*/ 4923226 w 5777070"/>
                <a:gd name="connsiteY7" fmla="*/ 163652 h 835827"/>
                <a:gd name="connsiteX8" fmla="*/ 4662834 w 5777070"/>
                <a:gd name="connsiteY8" fmla="*/ 302931 h 835827"/>
                <a:gd name="connsiteX9" fmla="*/ 4251052 w 5777070"/>
                <a:gd name="connsiteY9" fmla="*/ 448267 h 835827"/>
                <a:gd name="connsiteX10" fmla="*/ 3451709 w 5777070"/>
                <a:gd name="connsiteY10" fmla="*/ 623880 h 835827"/>
                <a:gd name="connsiteX11" fmla="*/ 968901 w 5777070"/>
                <a:gd name="connsiteY11" fmla="*/ 696547 h 835827"/>
                <a:gd name="connsiteX12" fmla="*/ 0 w 5777070"/>
                <a:gd name="connsiteY12" fmla="*/ 738937 h 835827"/>
                <a:gd name="connsiteX13" fmla="*/ 0 w 5777070"/>
                <a:gd name="connsiteY13" fmla="*/ 799493 h 835827"/>
                <a:gd name="connsiteX14" fmla="*/ 4232885 w 5777070"/>
                <a:gd name="connsiteY14" fmla="*/ 781326 h 835827"/>
                <a:gd name="connsiteX15" fmla="*/ 4717335 w 5777070"/>
                <a:gd name="connsiteY15" fmla="*/ 811604 h 835827"/>
                <a:gd name="connsiteX16" fmla="*/ 4868726 w 5777070"/>
                <a:gd name="connsiteY16" fmla="*/ 835827 h 835827"/>
                <a:gd name="connsiteX17" fmla="*/ 5207841 w 5777070"/>
                <a:gd name="connsiteY17" fmla="*/ 817660 h 835827"/>
                <a:gd name="connsiteX18" fmla="*/ 5383454 w 5777070"/>
                <a:gd name="connsiteY18" fmla="*/ 781326 h 835827"/>
                <a:gd name="connsiteX19" fmla="*/ 5498511 w 5777070"/>
                <a:gd name="connsiteY19" fmla="*/ 702603 h 835827"/>
                <a:gd name="connsiteX20" fmla="*/ 5613568 w 5777070"/>
                <a:gd name="connsiteY20" fmla="*/ 672325 h 835827"/>
                <a:gd name="connsiteX21" fmla="*/ 5740736 w 5777070"/>
                <a:gd name="connsiteY21" fmla="*/ 508823 h 835827"/>
                <a:gd name="connsiteX22" fmla="*/ 5777070 w 5777070"/>
                <a:gd name="connsiteY22" fmla="*/ 357432 h 835827"/>
                <a:gd name="connsiteX0" fmla="*/ 5777070 w 5777070"/>
                <a:gd name="connsiteY0" fmla="*/ 357432 h 835827"/>
                <a:gd name="connsiteX1" fmla="*/ 5728625 w 5777070"/>
                <a:gd name="connsiteY1" fmla="*/ 212097 h 835827"/>
                <a:gd name="connsiteX2" fmla="*/ 5613568 w 5777070"/>
                <a:gd name="connsiteY2" fmla="*/ 133374 h 835827"/>
                <a:gd name="connsiteX3" fmla="*/ 5528789 w 5777070"/>
                <a:gd name="connsiteY3" fmla="*/ 121263 h 835827"/>
                <a:gd name="connsiteX4" fmla="*/ 5450066 w 5777070"/>
                <a:gd name="connsiteY4" fmla="*/ 48595 h 835827"/>
                <a:gd name="connsiteX5" fmla="*/ 5298676 w 5777070"/>
                <a:gd name="connsiteY5" fmla="*/ 150 h 835827"/>
                <a:gd name="connsiteX6" fmla="*/ 5086728 w 5777070"/>
                <a:gd name="connsiteY6" fmla="*/ 42539 h 835827"/>
                <a:gd name="connsiteX7" fmla="*/ 4923226 w 5777070"/>
                <a:gd name="connsiteY7" fmla="*/ 163652 h 835827"/>
                <a:gd name="connsiteX8" fmla="*/ 4662834 w 5777070"/>
                <a:gd name="connsiteY8" fmla="*/ 302931 h 835827"/>
                <a:gd name="connsiteX9" fmla="*/ 4251052 w 5777070"/>
                <a:gd name="connsiteY9" fmla="*/ 448267 h 835827"/>
                <a:gd name="connsiteX10" fmla="*/ 3451709 w 5777070"/>
                <a:gd name="connsiteY10" fmla="*/ 623880 h 835827"/>
                <a:gd name="connsiteX11" fmla="*/ 968901 w 5777070"/>
                <a:gd name="connsiteY11" fmla="*/ 696547 h 835827"/>
                <a:gd name="connsiteX12" fmla="*/ 0 w 5777070"/>
                <a:gd name="connsiteY12" fmla="*/ 738937 h 835827"/>
                <a:gd name="connsiteX13" fmla="*/ 0 w 5777070"/>
                <a:gd name="connsiteY13" fmla="*/ 799493 h 835827"/>
                <a:gd name="connsiteX14" fmla="*/ 4232885 w 5777070"/>
                <a:gd name="connsiteY14" fmla="*/ 781326 h 835827"/>
                <a:gd name="connsiteX15" fmla="*/ 4717335 w 5777070"/>
                <a:gd name="connsiteY15" fmla="*/ 811604 h 835827"/>
                <a:gd name="connsiteX16" fmla="*/ 4868726 w 5777070"/>
                <a:gd name="connsiteY16" fmla="*/ 835827 h 835827"/>
                <a:gd name="connsiteX17" fmla="*/ 5207841 w 5777070"/>
                <a:gd name="connsiteY17" fmla="*/ 817660 h 835827"/>
                <a:gd name="connsiteX18" fmla="*/ 5383454 w 5777070"/>
                <a:gd name="connsiteY18" fmla="*/ 781326 h 835827"/>
                <a:gd name="connsiteX19" fmla="*/ 5498511 w 5777070"/>
                <a:gd name="connsiteY19" fmla="*/ 702603 h 835827"/>
                <a:gd name="connsiteX20" fmla="*/ 5613568 w 5777070"/>
                <a:gd name="connsiteY20" fmla="*/ 672325 h 835827"/>
                <a:gd name="connsiteX21" fmla="*/ 5740736 w 5777070"/>
                <a:gd name="connsiteY21" fmla="*/ 508823 h 835827"/>
                <a:gd name="connsiteX22" fmla="*/ 5777070 w 5777070"/>
                <a:gd name="connsiteY22" fmla="*/ 357432 h 835827"/>
                <a:gd name="connsiteX0" fmla="*/ 5777070 w 5777070"/>
                <a:gd name="connsiteY0" fmla="*/ 357432 h 835827"/>
                <a:gd name="connsiteX1" fmla="*/ 5728625 w 5777070"/>
                <a:gd name="connsiteY1" fmla="*/ 212097 h 835827"/>
                <a:gd name="connsiteX2" fmla="*/ 5613568 w 5777070"/>
                <a:gd name="connsiteY2" fmla="*/ 133374 h 835827"/>
                <a:gd name="connsiteX3" fmla="*/ 5528789 w 5777070"/>
                <a:gd name="connsiteY3" fmla="*/ 121263 h 835827"/>
                <a:gd name="connsiteX4" fmla="*/ 5450066 w 5777070"/>
                <a:gd name="connsiteY4" fmla="*/ 48595 h 835827"/>
                <a:gd name="connsiteX5" fmla="*/ 5298676 w 5777070"/>
                <a:gd name="connsiteY5" fmla="*/ 150 h 835827"/>
                <a:gd name="connsiteX6" fmla="*/ 5086728 w 5777070"/>
                <a:gd name="connsiteY6" fmla="*/ 42539 h 835827"/>
                <a:gd name="connsiteX7" fmla="*/ 4923226 w 5777070"/>
                <a:gd name="connsiteY7" fmla="*/ 163652 h 835827"/>
                <a:gd name="connsiteX8" fmla="*/ 4662834 w 5777070"/>
                <a:gd name="connsiteY8" fmla="*/ 302931 h 835827"/>
                <a:gd name="connsiteX9" fmla="*/ 4251052 w 5777070"/>
                <a:gd name="connsiteY9" fmla="*/ 448267 h 835827"/>
                <a:gd name="connsiteX10" fmla="*/ 3451709 w 5777070"/>
                <a:gd name="connsiteY10" fmla="*/ 623880 h 835827"/>
                <a:gd name="connsiteX11" fmla="*/ 968901 w 5777070"/>
                <a:gd name="connsiteY11" fmla="*/ 696547 h 835827"/>
                <a:gd name="connsiteX12" fmla="*/ 0 w 5777070"/>
                <a:gd name="connsiteY12" fmla="*/ 738937 h 835827"/>
                <a:gd name="connsiteX13" fmla="*/ 0 w 5777070"/>
                <a:gd name="connsiteY13" fmla="*/ 799493 h 835827"/>
                <a:gd name="connsiteX14" fmla="*/ 4232885 w 5777070"/>
                <a:gd name="connsiteY14" fmla="*/ 781326 h 835827"/>
                <a:gd name="connsiteX15" fmla="*/ 4717335 w 5777070"/>
                <a:gd name="connsiteY15" fmla="*/ 811604 h 835827"/>
                <a:gd name="connsiteX16" fmla="*/ 4868726 w 5777070"/>
                <a:gd name="connsiteY16" fmla="*/ 835827 h 835827"/>
                <a:gd name="connsiteX17" fmla="*/ 5207841 w 5777070"/>
                <a:gd name="connsiteY17" fmla="*/ 817660 h 835827"/>
                <a:gd name="connsiteX18" fmla="*/ 5383454 w 5777070"/>
                <a:gd name="connsiteY18" fmla="*/ 781326 h 835827"/>
                <a:gd name="connsiteX19" fmla="*/ 5498511 w 5777070"/>
                <a:gd name="connsiteY19" fmla="*/ 702603 h 835827"/>
                <a:gd name="connsiteX20" fmla="*/ 5613568 w 5777070"/>
                <a:gd name="connsiteY20" fmla="*/ 672325 h 835827"/>
                <a:gd name="connsiteX21" fmla="*/ 5740736 w 5777070"/>
                <a:gd name="connsiteY21" fmla="*/ 508823 h 835827"/>
                <a:gd name="connsiteX22" fmla="*/ 5777070 w 5777070"/>
                <a:gd name="connsiteY22" fmla="*/ 357432 h 835827"/>
                <a:gd name="connsiteX0" fmla="*/ 5777070 w 5777301"/>
                <a:gd name="connsiteY0" fmla="*/ 357432 h 835827"/>
                <a:gd name="connsiteX1" fmla="*/ 5728625 w 5777301"/>
                <a:gd name="connsiteY1" fmla="*/ 212097 h 835827"/>
                <a:gd name="connsiteX2" fmla="*/ 5613568 w 5777301"/>
                <a:gd name="connsiteY2" fmla="*/ 133374 h 835827"/>
                <a:gd name="connsiteX3" fmla="*/ 5528789 w 5777301"/>
                <a:gd name="connsiteY3" fmla="*/ 121263 h 835827"/>
                <a:gd name="connsiteX4" fmla="*/ 5450066 w 5777301"/>
                <a:gd name="connsiteY4" fmla="*/ 48595 h 835827"/>
                <a:gd name="connsiteX5" fmla="*/ 5298676 w 5777301"/>
                <a:gd name="connsiteY5" fmla="*/ 150 h 835827"/>
                <a:gd name="connsiteX6" fmla="*/ 5086728 w 5777301"/>
                <a:gd name="connsiteY6" fmla="*/ 42539 h 835827"/>
                <a:gd name="connsiteX7" fmla="*/ 4923226 w 5777301"/>
                <a:gd name="connsiteY7" fmla="*/ 163652 h 835827"/>
                <a:gd name="connsiteX8" fmla="*/ 4662834 w 5777301"/>
                <a:gd name="connsiteY8" fmla="*/ 302931 h 835827"/>
                <a:gd name="connsiteX9" fmla="*/ 4251052 w 5777301"/>
                <a:gd name="connsiteY9" fmla="*/ 448267 h 835827"/>
                <a:gd name="connsiteX10" fmla="*/ 3451709 w 5777301"/>
                <a:gd name="connsiteY10" fmla="*/ 623880 h 835827"/>
                <a:gd name="connsiteX11" fmla="*/ 968901 w 5777301"/>
                <a:gd name="connsiteY11" fmla="*/ 696547 h 835827"/>
                <a:gd name="connsiteX12" fmla="*/ 0 w 5777301"/>
                <a:gd name="connsiteY12" fmla="*/ 738937 h 835827"/>
                <a:gd name="connsiteX13" fmla="*/ 0 w 5777301"/>
                <a:gd name="connsiteY13" fmla="*/ 799493 h 835827"/>
                <a:gd name="connsiteX14" fmla="*/ 4232885 w 5777301"/>
                <a:gd name="connsiteY14" fmla="*/ 781326 h 835827"/>
                <a:gd name="connsiteX15" fmla="*/ 4717335 w 5777301"/>
                <a:gd name="connsiteY15" fmla="*/ 811604 h 835827"/>
                <a:gd name="connsiteX16" fmla="*/ 4868726 w 5777301"/>
                <a:gd name="connsiteY16" fmla="*/ 835827 h 835827"/>
                <a:gd name="connsiteX17" fmla="*/ 5207841 w 5777301"/>
                <a:gd name="connsiteY17" fmla="*/ 817660 h 835827"/>
                <a:gd name="connsiteX18" fmla="*/ 5383454 w 5777301"/>
                <a:gd name="connsiteY18" fmla="*/ 781326 h 835827"/>
                <a:gd name="connsiteX19" fmla="*/ 5498511 w 5777301"/>
                <a:gd name="connsiteY19" fmla="*/ 702603 h 835827"/>
                <a:gd name="connsiteX20" fmla="*/ 5613568 w 5777301"/>
                <a:gd name="connsiteY20" fmla="*/ 672325 h 835827"/>
                <a:gd name="connsiteX21" fmla="*/ 5740736 w 5777301"/>
                <a:gd name="connsiteY21" fmla="*/ 508823 h 835827"/>
                <a:gd name="connsiteX22" fmla="*/ 5777070 w 5777301"/>
                <a:gd name="connsiteY22" fmla="*/ 357432 h 835827"/>
                <a:gd name="connsiteX0" fmla="*/ 5777070 w 5777301"/>
                <a:gd name="connsiteY0" fmla="*/ 357432 h 835827"/>
                <a:gd name="connsiteX1" fmla="*/ 5728625 w 5777301"/>
                <a:gd name="connsiteY1" fmla="*/ 212097 h 835827"/>
                <a:gd name="connsiteX2" fmla="*/ 5613568 w 5777301"/>
                <a:gd name="connsiteY2" fmla="*/ 133374 h 835827"/>
                <a:gd name="connsiteX3" fmla="*/ 5528789 w 5777301"/>
                <a:gd name="connsiteY3" fmla="*/ 121263 h 835827"/>
                <a:gd name="connsiteX4" fmla="*/ 5450066 w 5777301"/>
                <a:gd name="connsiteY4" fmla="*/ 48595 h 835827"/>
                <a:gd name="connsiteX5" fmla="*/ 5298676 w 5777301"/>
                <a:gd name="connsiteY5" fmla="*/ 150 h 835827"/>
                <a:gd name="connsiteX6" fmla="*/ 5086728 w 5777301"/>
                <a:gd name="connsiteY6" fmla="*/ 42539 h 835827"/>
                <a:gd name="connsiteX7" fmla="*/ 4923226 w 5777301"/>
                <a:gd name="connsiteY7" fmla="*/ 163652 h 835827"/>
                <a:gd name="connsiteX8" fmla="*/ 4662834 w 5777301"/>
                <a:gd name="connsiteY8" fmla="*/ 302931 h 835827"/>
                <a:gd name="connsiteX9" fmla="*/ 4251052 w 5777301"/>
                <a:gd name="connsiteY9" fmla="*/ 448267 h 835827"/>
                <a:gd name="connsiteX10" fmla="*/ 3451709 w 5777301"/>
                <a:gd name="connsiteY10" fmla="*/ 623880 h 835827"/>
                <a:gd name="connsiteX11" fmla="*/ 968901 w 5777301"/>
                <a:gd name="connsiteY11" fmla="*/ 696547 h 835827"/>
                <a:gd name="connsiteX12" fmla="*/ 0 w 5777301"/>
                <a:gd name="connsiteY12" fmla="*/ 738937 h 835827"/>
                <a:gd name="connsiteX13" fmla="*/ 0 w 5777301"/>
                <a:gd name="connsiteY13" fmla="*/ 799493 h 835827"/>
                <a:gd name="connsiteX14" fmla="*/ 4232885 w 5777301"/>
                <a:gd name="connsiteY14" fmla="*/ 781326 h 835827"/>
                <a:gd name="connsiteX15" fmla="*/ 4717335 w 5777301"/>
                <a:gd name="connsiteY15" fmla="*/ 811604 h 835827"/>
                <a:gd name="connsiteX16" fmla="*/ 4868726 w 5777301"/>
                <a:gd name="connsiteY16" fmla="*/ 835827 h 835827"/>
                <a:gd name="connsiteX17" fmla="*/ 5207841 w 5777301"/>
                <a:gd name="connsiteY17" fmla="*/ 817660 h 835827"/>
                <a:gd name="connsiteX18" fmla="*/ 5383454 w 5777301"/>
                <a:gd name="connsiteY18" fmla="*/ 781326 h 835827"/>
                <a:gd name="connsiteX19" fmla="*/ 5498511 w 5777301"/>
                <a:gd name="connsiteY19" fmla="*/ 702603 h 835827"/>
                <a:gd name="connsiteX20" fmla="*/ 5613568 w 5777301"/>
                <a:gd name="connsiteY20" fmla="*/ 672325 h 835827"/>
                <a:gd name="connsiteX21" fmla="*/ 5740736 w 5777301"/>
                <a:gd name="connsiteY21" fmla="*/ 508823 h 835827"/>
                <a:gd name="connsiteX22" fmla="*/ 5777070 w 5777301"/>
                <a:gd name="connsiteY22" fmla="*/ 357432 h 835827"/>
                <a:gd name="connsiteX0" fmla="*/ 5777070 w 5777301"/>
                <a:gd name="connsiteY0" fmla="*/ 357432 h 835827"/>
                <a:gd name="connsiteX1" fmla="*/ 5728625 w 5777301"/>
                <a:gd name="connsiteY1" fmla="*/ 212097 h 835827"/>
                <a:gd name="connsiteX2" fmla="*/ 5613568 w 5777301"/>
                <a:gd name="connsiteY2" fmla="*/ 133374 h 835827"/>
                <a:gd name="connsiteX3" fmla="*/ 5528789 w 5777301"/>
                <a:gd name="connsiteY3" fmla="*/ 121263 h 835827"/>
                <a:gd name="connsiteX4" fmla="*/ 5450066 w 5777301"/>
                <a:gd name="connsiteY4" fmla="*/ 48595 h 835827"/>
                <a:gd name="connsiteX5" fmla="*/ 5298676 w 5777301"/>
                <a:gd name="connsiteY5" fmla="*/ 150 h 835827"/>
                <a:gd name="connsiteX6" fmla="*/ 5086728 w 5777301"/>
                <a:gd name="connsiteY6" fmla="*/ 42539 h 835827"/>
                <a:gd name="connsiteX7" fmla="*/ 4923226 w 5777301"/>
                <a:gd name="connsiteY7" fmla="*/ 163652 h 835827"/>
                <a:gd name="connsiteX8" fmla="*/ 4662834 w 5777301"/>
                <a:gd name="connsiteY8" fmla="*/ 302931 h 835827"/>
                <a:gd name="connsiteX9" fmla="*/ 4251052 w 5777301"/>
                <a:gd name="connsiteY9" fmla="*/ 448267 h 835827"/>
                <a:gd name="connsiteX10" fmla="*/ 3451709 w 5777301"/>
                <a:gd name="connsiteY10" fmla="*/ 623880 h 835827"/>
                <a:gd name="connsiteX11" fmla="*/ 968901 w 5777301"/>
                <a:gd name="connsiteY11" fmla="*/ 696547 h 835827"/>
                <a:gd name="connsiteX12" fmla="*/ 0 w 5777301"/>
                <a:gd name="connsiteY12" fmla="*/ 738937 h 835827"/>
                <a:gd name="connsiteX13" fmla="*/ 0 w 5777301"/>
                <a:gd name="connsiteY13" fmla="*/ 799493 h 835827"/>
                <a:gd name="connsiteX14" fmla="*/ 4232885 w 5777301"/>
                <a:gd name="connsiteY14" fmla="*/ 781326 h 835827"/>
                <a:gd name="connsiteX15" fmla="*/ 4717335 w 5777301"/>
                <a:gd name="connsiteY15" fmla="*/ 811604 h 835827"/>
                <a:gd name="connsiteX16" fmla="*/ 4868726 w 5777301"/>
                <a:gd name="connsiteY16" fmla="*/ 835827 h 835827"/>
                <a:gd name="connsiteX17" fmla="*/ 5207841 w 5777301"/>
                <a:gd name="connsiteY17" fmla="*/ 817660 h 835827"/>
                <a:gd name="connsiteX18" fmla="*/ 5383454 w 5777301"/>
                <a:gd name="connsiteY18" fmla="*/ 781326 h 835827"/>
                <a:gd name="connsiteX19" fmla="*/ 5498511 w 5777301"/>
                <a:gd name="connsiteY19" fmla="*/ 702603 h 835827"/>
                <a:gd name="connsiteX20" fmla="*/ 5613568 w 5777301"/>
                <a:gd name="connsiteY20" fmla="*/ 672325 h 835827"/>
                <a:gd name="connsiteX21" fmla="*/ 5740736 w 5777301"/>
                <a:gd name="connsiteY21" fmla="*/ 508823 h 835827"/>
                <a:gd name="connsiteX22" fmla="*/ 5777070 w 5777301"/>
                <a:gd name="connsiteY22" fmla="*/ 357432 h 835827"/>
                <a:gd name="connsiteX0" fmla="*/ 5777070 w 5777301"/>
                <a:gd name="connsiteY0" fmla="*/ 357432 h 835827"/>
                <a:gd name="connsiteX1" fmla="*/ 5728625 w 5777301"/>
                <a:gd name="connsiteY1" fmla="*/ 212097 h 835827"/>
                <a:gd name="connsiteX2" fmla="*/ 5613568 w 5777301"/>
                <a:gd name="connsiteY2" fmla="*/ 133374 h 835827"/>
                <a:gd name="connsiteX3" fmla="*/ 5528789 w 5777301"/>
                <a:gd name="connsiteY3" fmla="*/ 121263 h 835827"/>
                <a:gd name="connsiteX4" fmla="*/ 5450066 w 5777301"/>
                <a:gd name="connsiteY4" fmla="*/ 48595 h 835827"/>
                <a:gd name="connsiteX5" fmla="*/ 5298676 w 5777301"/>
                <a:gd name="connsiteY5" fmla="*/ 150 h 835827"/>
                <a:gd name="connsiteX6" fmla="*/ 5086728 w 5777301"/>
                <a:gd name="connsiteY6" fmla="*/ 42539 h 835827"/>
                <a:gd name="connsiteX7" fmla="*/ 4923226 w 5777301"/>
                <a:gd name="connsiteY7" fmla="*/ 163652 h 835827"/>
                <a:gd name="connsiteX8" fmla="*/ 4662834 w 5777301"/>
                <a:gd name="connsiteY8" fmla="*/ 302931 h 835827"/>
                <a:gd name="connsiteX9" fmla="*/ 4251052 w 5777301"/>
                <a:gd name="connsiteY9" fmla="*/ 448267 h 835827"/>
                <a:gd name="connsiteX10" fmla="*/ 3451709 w 5777301"/>
                <a:gd name="connsiteY10" fmla="*/ 623880 h 835827"/>
                <a:gd name="connsiteX11" fmla="*/ 968901 w 5777301"/>
                <a:gd name="connsiteY11" fmla="*/ 696547 h 835827"/>
                <a:gd name="connsiteX12" fmla="*/ 0 w 5777301"/>
                <a:gd name="connsiteY12" fmla="*/ 738937 h 835827"/>
                <a:gd name="connsiteX13" fmla="*/ 0 w 5777301"/>
                <a:gd name="connsiteY13" fmla="*/ 799493 h 835827"/>
                <a:gd name="connsiteX14" fmla="*/ 4232885 w 5777301"/>
                <a:gd name="connsiteY14" fmla="*/ 781326 h 835827"/>
                <a:gd name="connsiteX15" fmla="*/ 4717335 w 5777301"/>
                <a:gd name="connsiteY15" fmla="*/ 811604 h 835827"/>
                <a:gd name="connsiteX16" fmla="*/ 4868726 w 5777301"/>
                <a:gd name="connsiteY16" fmla="*/ 835827 h 835827"/>
                <a:gd name="connsiteX17" fmla="*/ 5207841 w 5777301"/>
                <a:gd name="connsiteY17" fmla="*/ 817660 h 835827"/>
                <a:gd name="connsiteX18" fmla="*/ 5383454 w 5777301"/>
                <a:gd name="connsiteY18" fmla="*/ 781326 h 835827"/>
                <a:gd name="connsiteX19" fmla="*/ 5498511 w 5777301"/>
                <a:gd name="connsiteY19" fmla="*/ 702603 h 835827"/>
                <a:gd name="connsiteX20" fmla="*/ 5613568 w 5777301"/>
                <a:gd name="connsiteY20" fmla="*/ 672325 h 835827"/>
                <a:gd name="connsiteX21" fmla="*/ 5740736 w 5777301"/>
                <a:gd name="connsiteY21" fmla="*/ 508823 h 835827"/>
                <a:gd name="connsiteX22" fmla="*/ 5777070 w 5777301"/>
                <a:gd name="connsiteY22" fmla="*/ 357432 h 835827"/>
                <a:gd name="connsiteX0" fmla="*/ 5777070 w 5777301"/>
                <a:gd name="connsiteY0" fmla="*/ 357432 h 835896"/>
                <a:gd name="connsiteX1" fmla="*/ 5728625 w 5777301"/>
                <a:gd name="connsiteY1" fmla="*/ 212097 h 835896"/>
                <a:gd name="connsiteX2" fmla="*/ 5613568 w 5777301"/>
                <a:gd name="connsiteY2" fmla="*/ 133374 h 835896"/>
                <a:gd name="connsiteX3" fmla="*/ 5528789 w 5777301"/>
                <a:gd name="connsiteY3" fmla="*/ 121263 h 835896"/>
                <a:gd name="connsiteX4" fmla="*/ 5450066 w 5777301"/>
                <a:gd name="connsiteY4" fmla="*/ 48595 h 835896"/>
                <a:gd name="connsiteX5" fmla="*/ 5298676 w 5777301"/>
                <a:gd name="connsiteY5" fmla="*/ 150 h 835896"/>
                <a:gd name="connsiteX6" fmla="*/ 5086728 w 5777301"/>
                <a:gd name="connsiteY6" fmla="*/ 42539 h 835896"/>
                <a:gd name="connsiteX7" fmla="*/ 4923226 w 5777301"/>
                <a:gd name="connsiteY7" fmla="*/ 163652 h 835896"/>
                <a:gd name="connsiteX8" fmla="*/ 4662834 w 5777301"/>
                <a:gd name="connsiteY8" fmla="*/ 302931 h 835896"/>
                <a:gd name="connsiteX9" fmla="*/ 4251052 w 5777301"/>
                <a:gd name="connsiteY9" fmla="*/ 448267 h 835896"/>
                <a:gd name="connsiteX10" fmla="*/ 3451709 w 5777301"/>
                <a:gd name="connsiteY10" fmla="*/ 623880 h 835896"/>
                <a:gd name="connsiteX11" fmla="*/ 968901 w 5777301"/>
                <a:gd name="connsiteY11" fmla="*/ 696547 h 835896"/>
                <a:gd name="connsiteX12" fmla="*/ 0 w 5777301"/>
                <a:gd name="connsiteY12" fmla="*/ 738937 h 835896"/>
                <a:gd name="connsiteX13" fmla="*/ 0 w 5777301"/>
                <a:gd name="connsiteY13" fmla="*/ 799493 h 835896"/>
                <a:gd name="connsiteX14" fmla="*/ 4232885 w 5777301"/>
                <a:gd name="connsiteY14" fmla="*/ 781326 h 835896"/>
                <a:gd name="connsiteX15" fmla="*/ 4717335 w 5777301"/>
                <a:gd name="connsiteY15" fmla="*/ 811604 h 835896"/>
                <a:gd name="connsiteX16" fmla="*/ 4868726 w 5777301"/>
                <a:gd name="connsiteY16" fmla="*/ 835827 h 835896"/>
                <a:gd name="connsiteX17" fmla="*/ 5207841 w 5777301"/>
                <a:gd name="connsiteY17" fmla="*/ 817660 h 835896"/>
                <a:gd name="connsiteX18" fmla="*/ 5383454 w 5777301"/>
                <a:gd name="connsiteY18" fmla="*/ 781326 h 835896"/>
                <a:gd name="connsiteX19" fmla="*/ 5498511 w 5777301"/>
                <a:gd name="connsiteY19" fmla="*/ 702603 h 835896"/>
                <a:gd name="connsiteX20" fmla="*/ 5613568 w 5777301"/>
                <a:gd name="connsiteY20" fmla="*/ 672325 h 835896"/>
                <a:gd name="connsiteX21" fmla="*/ 5740736 w 5777301"/>
                <a:gd name="connsiteY21" fmla="*/ 508823 h 835896"/>
                <a:gd name="connsiteX22" fmla="*/ 5777070 w 5777301"/>
                <a:gd name="connsiteY22" fmla="*/ 357432 h 835896"/>
                <a:gd name="connsiteX0" fmla="*/ 5777070 w 5777301"/>
                <a:gd name="connsiteY0" fmla="*/ 357432 h 835896"/>
                <a:gd name="connsiteX1" fmla="*/ 5728625 w 5777301"/>
                <a:gd name="connsiteY1" fmla="*/ 212097 h 835896"/>
                <a:gd name="connsiteX2" fmla="*/ 5613568 w 5777301"/>
                <a:gd name="connsiteY2" fmla="*/ 133374 h 835896"/>
                <a:gd name="connsiteX3" fmla="*/ 5528789 w 5777301"/>
                <a:gd name="connsiteY3" fmla="*/ 121263 h 835896"/>
                <a:gd name="connsiteX4" fmla="*/ 5450066 w 5777301"/>
                <a:gd name="connsiteY4" fmla="*/ 48595 h 835896"/>
                <a:gd name="connsiteX5" fmla="*/ 5298676 w 5777301"/>
                <a:gd name="connsiteY5" fmla="*/ 150 h 835896"/>
                <a:gd name="connsiteX6" fmla="*/ 5086728 w 5777301"/>
                <a:gd name="connsiteY6" fmla="*/ 42539 h 835896"/>
                <a:gd name="connsiteX7" fmla="*/ 4923226 w 5777301"/>
                <a:gd name="connsiteY7" fmla="*/ 163652 h 835896"/>
                <a:gd name="connsiteX8" fmla="*/ 4662834 w 5777301"/>
                <a:gd name="connsiteY8" fmla="*/ 302931 h 835896"/>
                <a:gd name="connsiteX9" fmla="*/ 4251052 w 5777301"/>
                <a:gd name="connsiteY9" fmla="*/ 448267 h 835896"/>
                <a:gd name="connsiteX10" fmla="*/ 3451709 w 5777301"/>
                <a:gd name="connsiteY10" fmla="*/ 623880 h 835896"/>
                <a:gd name="connsiteX11" fmla="*/ 968901 w 5777301"/>
                <a:gd name="connsiteY11" fmla="*/ 696547 h 835896"/>
                <a:gd name="connsiteX12" fmla="*/ 0 w 5777301"/>
                <a:gd name="connsiteY12" fmla="*/ 738937 h 835896"/>
                <a:gd name="connsiteX13" fmla="*/ 0 w 5777301"/>
                <a:gd name="connsiteY13" fmla="*/ 799493 h 835896"/>
                <a:gd name="connsiteX14" fmla="*/ 4232885 w 5777301"/>
                <a:gd name="connsiteY14" fmla="*/ 781326 h 835896"/>
                <a:gd name="connsiteX15" fmla="*/ 4717335 w 5777301"/>
                <a:gd name="connsiteY15" fmla="*/ 811604 h 835896"/>
                <a:gd name="connsiteX16" fmla="*/ 4868726 w 5777301"/>
                <a:gd name="connsiteY16" fmla="*/ 835827 h 835896"/>
                <a:gd name="connsiteX17" fmla="*/ 5207841 w 5777301"/>
                <a:gd name="connsiteY17" fmla="*/ 817660 h 835896"/>
                <a:gd name="connsiteX18" fmla="*/ 5383454 w 5777301"/>
                <a:gd name="connsiteY18" fmla="*/ 781326 h 835896"/>
                <a:gd name="connsiteX19" fmla="*/ 5498511 w 5777301"/>
                <a:gd name="connsiteY19" fmla="*/ 702603 h 835896"/>
                <a:gd name="connsiteX20" fmla="*/ 5613568 w 5777301"/>
                <a:gd name="connsiteY20" fmla="*/ 672325 h 835896"/>
                <a:gd name="connsiteX21" fmla="*/ 5740736 w 5777301"/>
                <a:gd name="connsiteY21" fmla="*/ 508823 h 835896"/>
                <a:gd name="connsiteX22" fmla="*/ 5777070 w 5777301"/>
                <a:gd name="connsiteY22" fmla="*/ 357432 h 835896"/>
                <a:gd name="connsiteX0" fmla="*/ 5777070 w 5777301"/>
                <a:gd name="connsiteY0" fmla="*/ 357432 h 835896"/>
                <a:gd name="connsiteX1" fmla="*/ 5728625 w 5777301"/>
                <a:gd name="connsiteY1" fmla="*/ 212097 h 835896"/>
                <a:gd name="connsiteX2" fmla="*/ 5613568 w 5777301"/>
                <a:gd name="connsiteY2" fmla="*/ 133374 h 835896"/>
                <a:gd name="connsiteX3" fmla="*/ 5528789 w 5777301"/>
                <a:gd name="connsiteY3" fmla="*/ 121263 h 835896"/>
                <a:gd name="connsiteX4" fmla="*/ 5450066 w 5777301"/>
                <a:gd name="connsiteY4" fmla="*/ 48595 h 835896"/>
                <a:gd name="connsiteX5" fmla="*/ 5298676 w 5777301"/>
                <a:gd name="connsiteY5" fmla="*/ 150 h 835896"/>
                <a:gd name="connsiteX6" fmla="*/ 5086728 w 5777301"/>
                <a:gd name="connsiteY6" fmla="*/ 42539 h 835896"/>
                <a:gd name="connsiteX7" fmla="*/ 4923226 w 5777301"/>
                <a:gd name="connsiteY7" fmla="*/ 163652 h 835896"/>
                <a:gd name="connsiteX8" fmla="*/ 4662834 w 5777301"/>
                <a:gd name="connsiteY8" fmla="*/ 302931 h 835896"/>
                <a:gd name="connsiteX9" fmla="*/ 4251052 w 5777301"/>
                <a:gd name="connsiteY9" fmla="*/ 448267 h 835896"/>
                <a:gd name="connsiteX10" fmla="*/ 3451709 w 5777301"/>
                <a:gd name="connsiteY10" fmla="*/ 623880 h 835896"/>
                <a:gd name="connsiteX11" fmla="*/ 968901 w 5777301"/>
                <a:gd name="connsiteY11" fmla="*/ 696547 h 835896"/>
                <a:gd name="connsiteX12" fmla="*/ 0 w 5777301"/>
                <a:gd name="connsiteY12" fmla="*/ 738937 h 835896"/>
                <a:gd name="connsiteX13" fmla="*/ 0 w 5777301"/>
                <a:gd name="connsiteY13" fmla="*/ 799493 h 835896"/>
                <a:gd name="connsiteX14" fmla="*/ 4232885 w 5777301"/>
                <a:gd name="connsiteY14" fmla="*/ 781326 h 835896"/>
                <a:gd name="connsiteX15" fmla="*/ 4717335 w 5777301"/>
                <a:gd name="connsiteY15" fmla="*/ 811604 h 835896"/>
                <a:gd name="connsiteX16" fmla="*/ 4868726 w 5777301"/>
                <a:gd name="connsiteY16" fmla="*/ 835827 h 835896"/>
                <a:gd name="connsiteX17" fmla="*/ 5207841 w 5777301"/>
                <a:gd name="connsiteY17" fmla="*/ 817660 h 835896"/>
                <a:gd name="connsiteX18" fmla="*/ 5383454 w 5777301"/>
                <a:gd name="connsiteY18" fmla="*/ 781326 h 835896"/>
                <a:gd name="connsiteX19" fmla="*/ 5498511 w 5777301"/>
                <a:gd name="connsiteY19" fmla="*/ 702603 h 835896"/>
                <a:gd name="connsiteX20" fmla="*/ 5613568 w 5777301"/>
                <a:gd name="connsiteY20" fmla="*/ 672325 h 835896"/>
                <a:gd name="connsiteX21" fmla="*/ 5740736 w 5777301"/>
                <a:gd name="connsiteY21" fmla="*/ 508823 h 835896"/>
                <a:gd name="connsiteX22" fmla="*/ 5777070 w 5777301"/>
                <a:gd name="connsiteY22" fmla="*/ 357432 h 835896"/>
                <a:gd name="connsiteX0" fmla="*/ 5777070 w 5777301"/>
                <a:gd name="connsiteY0" fmla="*/ 357432 h 836578"/>
                <a:gd name="connsiteX1" fmla="*/ 5728625 w 5777301"/>
                <a:gd name="connsiteY1" fmla="*/ 212097 h 836578"/>
                <a:gd name="connsiteX2" fmla="*/ 5613568 w 5777301"/>
                <a:gd name="connsiteY2" fmla="*/ 133374 h 836578"/>
                <a:gd name="connsiteX3" fmla="*/ 5528789 w 5777301"/>
                <a:gd name="connsiteY3" fmla="*/ 121263 h 836578"/>
                <a:gd name="connsiteX4" fmla="*/ 5450066 w 5777301"/>
                <a:gd name="connsiteY4" fmla="*/ 48595 h 836578"/>
                <a:gd name="connsiteX5" fmla="*/ 5298676 w 5777301"/>
                <a:gd name="connsiteY5" fmla="*/ 150 h 836578"/>
                <a:gd name="connsiteX6" fmla="*/ 5086728 w 5777301"/>
                <a:gd name="connsiteY6" fmla="*/ 42539 h 836578"/>
                <a:gd name="connsiteX7" fmla="*/ 4923226 w 5777301"/>
                <a:gd name="connsiteY7" fmla="*/ 163652 h 836578"/>
                <a:gd name="connsiteX8" fmla="*/ 4662834 w 5777301"/>
                <a:gd name="connsiteY8" fmla="*/ 302931 h 836578"/>
                <a:gd name="connsiteX9" fmla="*/ 4251052 w 5777301"/>
                <a:gd name="connsiteY9" fmla="*/ 448267 h 836578"/>
                <a:gd name="connsiteX10" fmla="*/ 3451709 w 5777301"/>
                <a:gd name="connsiteY10" fmla="*/ 623880 h 836578"/>
                <a:gd name="connsiteX11" fmla="*/ 968901 w 5777301"/>
                <a:gd name="connsiteY11" fmla="*/ 696547 h 836578"/>
                <a:gd name="connsiteX12" fmla="*/ 0 w 5777301"/>
                <a:gd name="connsiteY12" fmla="*/ 738937 h 836578"/>
                <a:gd name="connsiteX13" fmla="*/ 0 w 5777301"/>
                <a:gd name="connsiteY13" fmla="*/ 799493 h 836578"/>
                <a:gd name="connsiteX14" fmla="*/ 4232885 w 5777301"/>
                <a:gd name="connsiteY14" fmla="*/ 781326 h 836578"/>
                <a:gd name="connsiteX15" fmla="*/ 4584111 w 5777301"/>
                <a:gd name="connsiteY15" fmla="*/ 793437 h 836578"/>
                <a:gd name="connsiteX16" fmla="*/ 4868726 w 5777301"/>
                <a:gd name="connsiteY16" fmla="*/ 835827 h 836578"/>
                <a:gd name="connsiteX17" fmla="*/ 5207841 w 5777301"/>
                <a:gd name="connsiteY17" fmla="*/ 817660 h 836578"/>
                <a:gd name="connsiteX18" fmla="*/ 5383454 w 5777301"/>
                <a:gd name="connsiteY18" fmla="*/ 781326 h 836578"/>
                <a:gd name="connsiteX19" fmla="*/ 5498511 w 5777301"/>
                <a:gd name="connsiteY19" fmla="*/ 702603 h 836578"/>
                <a:gd name="connsiteX20" fmla="*/ 5613568 w 5777301"/>
                <a:gd name="connsiteY20" fmla="*/ 672325 h 836578"/>
                <a:gd name="connsiteX21" fmla="*/ 5740736 w 5777301"/>
                <a:gd name="connsiteY21" fmla="*/ 508823 h 836578"/>
                <a:gd name="connsiteX22" fmla="*/ 5777070 w 5777301"/>
                <a:gd name="connsiteY22" fmla="*/ 357432 h 836578"/>
                <a:gd name="connsiteX0" fmla="*/ 5777070 w 5777301"/>
                <a:gd name="connsiteY0" fmla="*/ 357432 h 837217"/>
                <a:gd name="connsiteX1" fmla="*/ 5728625 w 5777301"/>
                <a:gd name="connsiteY1" fmla="*/ 212097 h 837217"/>
                <a:gd name="connsiteX2" fmla="*/ 5613568 w 5777301"/>
                <a:gd name="connsiteY2" fmla="*/ 133374 h 837217"/>
                <a:gd name="connsiteX3" fmla="*/ 5528789 w 5777301"/>
                <a:gd name="connsiteY3" fmla="*/ 121263 h 837217"/>
                <a:gd name="connsiteX4" fmla="*/ 5450066 w 5777301"/>
                <a:gd name="connsiteY4" fmla="*/ 48595 h 837217"/>
                <a:gd name="connsiteX5" fmla="*/ 5298676 w 5777301"/>
                <a:gd name="connsiteY5" fmla="*/ 150 h 837217"/>
                <a:gd name="connsiteX6" fmla="*/ 5086728 w 5777301"/>
                <a:gd name="connsiteY6" fmla="*/ 42539 h 837217"/>
                <a:gd name="connsiteX7" fmla="*/ 4923226 w 5777301"/>
                <a:gd name="connsiteY7" fmla="*/ 163652 h 837217"/>
                <a:gd name="connsiteX8" fmla="*/ 4662834 w 5777301"/>
                <a:gd name="connsiteY8" fmla="*/ 302931 h 837217"/>
                <a:gd name="connsiteX9" fmla="*/ 4251052 w 5777301"/>
                <a:gd name="connsiteY9" fmla="*/ 448267 h 837217"/>
                <a:gd name="connsiteX10" fmla="*/ 3451709 w 5777301"/>
                <a:gd name="connsiteY10" fmla="*/ 623880 h 837217"/>
                <a:gd name="connsiteX11" fmla="*/ 968901 w 5777301"/>
                <a:gd name="connsiteY11" fmla="*/ 696547 h 837217"/>
                <a:gd name="connsiteX12" fmla="*/ 0 w 5777301"/>
                <a:gd name="connsiteY12" fmla="*/ 738937 h 837217"/>
                <a:gd name="connsiteX13" fmla="*/ 0 w 5777301"/>
                <a:gd name="connsiteY13" fmla="*/ 799493 h 837217"/>
                <a:gd name="connsiteX14" fmla="*/ 4232885 w 5777301"/>
                <a:gd name="connsiteY14" fmla="*/ 781326 h 837217"/>
                <a:gd name="connsiteX15" fmla="*/ 4868726 w 5777301"/>
                <a:gd name="connsiteY15" fmla="*/ 835827 h 837217"/>
                <a:gd name="connsiteX16" fmla="*/ 5207841 w 5777301"/>
                <a:gd name="connsiteY16" fmla="*/ 817660 h 837217"/>
                <a:gd name="connsiteX17" fmla="*/ 5383454 w 5777301"/>
                <a:gd name="connsiteY17" fmla="*/ 781326 h 837217"/>
                <a:gd name="connsiteX18" fmla="*/ 5498511 w 5777301"/>
                <a:gd name="connsiteY18" fmla="*/ 702603 h 837217"/>
                <a:gd name="connsiteX19" fmla="*/ 5613568 w 5777301"/>
                <a:gd name="connsiteY19" fmla="*/ 672325 h 837217"/>
                <a:gd name="connsiteX20" fmla="*/ 5740736 w 5777301"/>
                <a:gd name="connsiteY20" fmla="*/ 508823 h 837217"/>
                <a:gd name="connsiteX21" fmla="*/ 5777070 w 5777301"/>
                <a:gd name="connsiteY21" fmla="*/ 357432 h 837217"/>
                <a:gd name="connsiteX0" fmla="*/ 6071328 w 6071559"/>
                <a:gd name="connsiteY0" fmla="*/ 357432 h 836578"/>
                <a:gd name="connsiteX1" fmla="*/ 6022883 w 6071559"/>
                <a:gd name="connsiteY1" fmla="*/ 212097 h 836578"/>
                <a:gd name="connsiteX2" fmla="*/ 5907826 w 6071559"/>
                <a:gd name="connsiteY2" fmla="*/ 133374 h 836578"/>
                <a:gd name="connsiteX3" fmla="*/ 5823047 w 6071559"/>
                <a:gd name="connsiteY3" fmla="*/ 121263 h 836578"/>
                <a:gd name="connsiteX4" fmla="*/ 5744324 w 6071559"/>
                <a:gd name="connsiteY4" fmla="*/ 48595 h 836578"/>
                <a:gd name="connsiteX5" fmla="*/ 5592934 w 6071559"/>
                <a:gd name="connsiteY5" fmla="*/ 150 h 836578"/>
                <a:gd name="connsiteX6" fmla="*/ 5380986 w 6071559"/>
                <a:gd name="connsiteY6" fmla="*/ 42539 h 836578"/>
                <a:gd name="connsiteX7" fmla="*/ 5217484 w 6071559"/>
                <a:gd name="connsiteY7" fmla="*/ 163652 h 836578"/>
                <a:gd name="connsiteX8" fmla="*/ 4957092 w 6071559"/>
                <a:gd name="connsiteY8" fmla="*/ 302931 h 836578"/>
                <a:gd name="connsiteX9" fmla="*/ 4545310 w 6071559"/>
                <a:gd name="connsiteY9" fmla="*/ 448267 h 836578"/>
                <a:gd name="connsiteX10" fmla="*/ 3745967 w 6071559"/>
                <a:gd name="connsiteY10" fmla="*/ 623880 h 836578"/>
                <a:gd name="connsiteX11" fmla="*/ 1263159 w 6071559"/>
                <a:gd name="connsiteY11" fmla="*/ 696547 h 836578"/>
                <a:gd name="connsiteX12" fmla="*/ 294258 w 6071559"/>
                <a:gd name="connsiteY12" fmla="*/ 738937 h 836578"/>
                <a:gd name="connsiteX13" fmla="*/ 294258 w 6071559"/>
                <a:gd name="connsiteY13" fmla="*/ 799493 h 836578"/>
                <a:gd name="connsiteX14" fmla="*/ 4266751 w 6071559"/>
                <a:gd name="connsiteY14" fmla="*/ 793437 h 836578"/>
                <a:gd name="connsiteX15" fmla="*/ 5162984 w 6071559"/>
                <a:gd name="connsiteY15" fmla="*/ 835827 h 836578"/>
                <a:gd name="connsiteX16" fmla="*/ 5502099 w 6071559"/>
                <a:gd name="connsiteY16" fmla="*/ 817660 h 836578"/>
                <a:gd name="connsiteX17" fmla="*/ 5677712 w 6071559"/>
                <a:gd name="connsiteY17" fmla="*/ 781326 h 836578"/>
                <a:gd name="connsiteX18" fmla="*/ 5792769 w 6071559"/>
                <a:gd name="connsiteY18" fmla="*/ 702603 h 836578"/>
                <a:gd name="connsiteX19" fmla="*/ 5907826 w 6071559"/>
                <a:gd name="connsiteY19" fmla="*/ 672325 h 836578"/>
                <a:gd name="connsiteX20" fmla="*/ 6034994 w 6071559"/>
                <a:gd name="connsiteY20" fmla="*/ 508823 h 836578"/>
                <a:gd name="connsiteX21" fmla="*/ 6071328 w 6071559"/>
                <a:gd name="connsiteY21" fmla="*/ 357432 h 836578"/>
                <a:gd name="connsiteX0" fmla="*/ 6071328 w 6071559"/>
                <a:gd name="connsiteY0" fmla="*/ 357432 h 836578"/>
                <a:gd name="connsiteX1" fmla="*/ 6022883 w 6071559"/>
                <a:gd name="connsiteY1" fmla="*/ 212097 h 836578"/>
                <a:gd name="connsiteX2" fmla="*/ 5907826 w 6071559"/>
                <a:gd name="connsiteY2" fmla="*/ 133374 h 836578"/>
                <a:gd name="connsiteX3" fmla="*/ 5823047 w 6071559"/>
                <a:gd name="connsiteY3" fmla="*/ 121263 h 836578"/>
                <a:gd name="connsiteX4" fmla="*/ 5744324 w 6071559"/>
                <a:gd name="connsiteY4" fmla="*/ 48595 h 836578"/>
                <a:gd name="connsiteX5" fmla="*/ 5592934 w 6071559"/>
                <a:gd name="connsiteY5" fmla="*/ 150 h 836578"/>
                <a:gd name="connsiteX6" fmla="*/ 5380986 w 6071559"/>
                <a:gd name="connsiteY6" fmla="*/ 42539 h 836578"/>
                <a:gd name="connsiteX7" fmla="*/ 5217484 w 6071559"/>
                <a:gd name="connsiteY7" fmla="*/ 163652 h 836578"/>
                <a:gd name="connsiteX8" fmla="*/ 4521086 w 6071559"/>
                <a:gd name="connsiteY8" fmla="*/ 315042 h 836578"/>
                <a:gd name="connsiteX9" fmla="*/ 4545310 w 6071559"/>
                <a:gd name="connsiteY9" fmla="*/ 448267 h 836578"/>
                <a:gd name="connsiteX10" fmla="*/ 3745967 w 6071559"/>
                <a:gd name="connsiteY10" fmla="*/ 623880 h 836578"/>
                <a:gd name="connsiteX11" fmla="*/ 1263159 w 6071559"/>
                <a:gd name="connsiteY11" fmla="*/ 696547 h 836578"/>
                <a:gd name="connsiteX12" fmla="*/ 294258 w 6071559"/>
                <a:gd name="connsiteY12" fmla="*/ 738937 h 836578"/>
                <a:gd name="connsiteX13" fmla="*/ 294258 w 6071559"/>
                <a:gd name="connsiteY13" fmla="*/ 799493 h 836578"/>
                <a:gd name="connsiteX14" fmla="*/ 4266751 w 6071559"/>
                <a:gd name="connsiteY14" fmla="*/ 793437 h 836578"/>
                <a:gd name="connsiteX15" fmla="*/ 5162984 w 6071559"/>
                <a:gd name="connsiteY15" fmla="*/ 835827 h 836578"/>
                <a:gd name="connsiteX16" fmla="*/ 5502099 w 6071559"/>
                <a:gd name="connsiteY16" fmla="*/ 817660 h 836578"/>
                <a:gd name="connsiteX17" fmla="*/ 5677712 w 6071559"/>
                <a:gd name="connsiteY17" fmla="*/ 781326 h 836578"/>
                <a:gd name="connsiteX18" fmla="*/ 5792769 w 6071559"/>
                <a:gd name="connsiteY18" fmla="*/ 702603 h 836578"/>
                <a:gd name="connsiteX19" fmla="*/ 5907826 w 6071559"/>
                <a:gd name="connsiteY19" fmla="*/ 672325 h 836578"/>
                <a:gd name="connsiteX20" fmla="*/ 6034994 w 6071559"/>
                <a:gd name="connsiteY20" fmla="*/ 508823 h 836578"/>
                <a:gd name="connsiteX21" fmla="*/ 6071328 w 6071559"/>
                <a:gd name="connsiteY21" fmla="*/ 357432 h 836578"/>
                <a:gd name="connsiteX0" fmla="*/ 6071328 w 6071559"/>
                <a:gd name="connsiteY0" fmla="*/ 358201 h 837347"/>
                <a:gd name="connsiteX1" fmla="*/ 6022883 w 6071559"/>
                <a:gd name="connsiteY1" fmla="*/ 212866 h 837347"/>
                <a:gd name="connsiteX2" fmla="*/ 5907826 w 6071559"/>
                <a:gd name="connsiteY2" fmla="*/ 134143 h 837347"/>
                <a:gd name="connsiteX3" fmla="*/ 5823047 w 6071559"/>
                <a:gd name="connsiteY3" fmla="*/ 122032 h 837347"/>
                <a:gd name="connsiteX4" fmla="*/ 5744324 w 6071559"/>
                <a:gd name="connsiteY4" fmla="*/ 49364 h 837347"/>
                <a:gd name="connsiteX5" fmla="*/ 5592934 w 6071559"/>
                <a:gd name="connsiteY5" fmla="*/ 919 h 837347"/>
                <a:gd name="connsiteX6" fmla="*/ 5205372 w 6071559"/>
                <a:gd name="connsiteY6" fmla="*/ 91753 h 837347"/>
                <a:gd name="connsiteX7" fmla="*/ 5217484 w 6071559"/>
                <a:gd name="connsiteY7" fmla="*/ 164421 h 837347"/>
                <a:gd name="connsiteX8" fmla="*/ 4521086 w 6071559"/>
                <a:gd name="connsiteY8" fmla="*/ 315811 h 837347"/>
                <a:gd name="connsiteX9" fmla="*/ 4545310 w 6071559"/>
                <a:gd name="connsiteY9" fmla="*/ 449036 h 837347"/>
                <a:gd name="connsiteX10" fmla="*/ 3745967 w 6071559"/>
                <a:gd name="connsiteY10" fmla="*/ 624649 h 837347"/>
                <a:gd name="connsiteX11" fmla="*/ 1263159 w 6071559"/>
                <a:gd name="connsiteY11" fmla="*/ 697316 h 837347"/>
                <a:gd name="connsiteX12" fmla="*/ 294258 w 6071559"/>
                <a:gd name="connsiteY12" fmla="*/ 739706 h 837347"/>
                <a:gd name="connsiteX13" fmla="*/ 294258 w 6071559"/>
                <a:gd name="connsiteY13" fmla="*/ 800262 h 837347"/>
                <a:gd name="connsiteX14" fmla="*/ 4266751 w 6071559"/>
                <a:gd name="connsiteY14" fmla="*/ 794206 h 837347"/>
                <a:gd name="connsiteX15" fmla="*/ 5162984 w 6071559"/>
                <a:gd name="connsiteY15" fmla="*/ 836596 h 837347"/>
                <a:gd name="connsiteX16" fmla="*/ 5502099 w 6071559"/>
                <a:gd name="connsiteY16" fmla="*/ 818429 h 837347"/>
                <a:gd name="connsiteX17" fmla="*/ 5677712 w 6071559"/>
                <a:gd name="connsiteY17" fmla="*/ 782095 h 837347"/>
                <a:gd name="connsiteX18" fmla="*/ 5792769 w 6071559"/>
                <a:gd name="connsiteY18" fmla="*/ 703372 h 837347"/>
                <a:gd name="connsiteX19" fmla="*/ 5907826 w 6071559"/>
                <a:gd name="connsiteY19" fmla="*/ 673094 h 837347"/>
                <a:gd name="connsiteX20" fmla="*/ 6034994 w 6071559"/>
                <a:gd name="connsiteY20" fmla="*/ 509592 h 837347"/>
                <a:gd name="connsiteX21" fmla="*/ 6071328 w 6071559"/>
                <a:gd name="connsiteY21" fmla="*/ 358201 h 837347"/>
                <a:gd name="connsiteX0" fmla="*/ 6071328 w 6071559"/>
                <a:gd name="connsiteY0" fmla="*/ 358201 h 837347"/>
                <a:gd name="connsiteX1" fmla="*/ 6022883 w 6071559"/>
                <a:gd name="connsiteY1" fmla="*/ 212866 h 837347"/>
                <a:gd name="connsiteX2" fmla="*/ 5907826 w 6071559"/>
                <a:gd name="connsiteY2" fmla="*/ 134143 h 837347"/>
                <a:gd name="connsiteX3" fmla="*/ 5823047 w 6071559"/>
                <a:gd name="connsiteY3" fmla="*/ 122032 h 837347"/>
                <a:gd name="connsiteX4" fmla="*/ 5744324 w 6071559"/>
                <a:gd name="connsiteY4" fmla="*/ 49364 h 837347"/>
                <a:gd name="connsiteX5" fmla="*/ 5592934 w 6071559"/>
                <a:gd name="connsiteY5" fmla="*/ 919 h 837347"/>
                <a:gd name="connsiteX6" fmla="*/ 5205372 w 6071559"/>
                <a:gd name="connsiteY6" fmla="*/ 91753 h 837347"/>
                <a:gd name="connsiteX7" fmla="*/ 4521086 w 6071559"/>
                <a:gd name="connsiteY7" fmla="*/ 315811 h 837347"/>
                <a:gd name="connsiteX8" fmla="*/ 4545310 w 6071559"/>
                <a:gd name="connsiteY8" fmla="*/ 449036 h 837347"/>
                <a:gd name="connsiteX9" fmla="*/ 3745967 w 6071559"/>
                <a:gd name="connsiteY9" fmla="*/ 624649 h 837347"/>
                <a:gd name="connsiteX10" fmla="*/ 1263159 w 6071559"/>
                <a:gd name="connsiteY10" fmla="*/ 697316 h 837347"/>
                <a:gd name="connsiteX11" fmla="*/ 294258 w 6071559"/>
                <a:gd name="connsiteY11" fmla="*/ 739706 h 837347"/>
                <a:gd name="connsiteX12" fmla="*/ 294258 w 6071559"/>
                <a:gd name="connsiteY12" fmla="*/ 800262 h 837347"/>
                <a:gd name="connsiteX13" fmla="*/ 4266751 w 6071559"/>
                <a:gd name="connsiteY13" fmla="*/ 794206 h 837347"/>
                <a:gd name="connsiteX14" fmla="*/ 5162984 w 6071559"/>
                <a:gd name="connsiteY14" fmla="*/ 836596 h 837347"/>
                <a:gd name="connsiteX15" fmla="*/ 5502099 w 6071559"/>
                <a:gd name="connsiteY15" fmla="*/ 818429 h 837347"/>
                <a:gd name="connsiteX16" fmla="*/ 5677712 w 6071559"/>
                <a:gd name="connsiteY16" fmla="*/ 782095 h 837347"/>
                <a:gd name="connsiteX17" fmla="*/ 5792769 w 6071559"/>
                <a:gd name="connsiteY17" fmla="*/ 703372 h 837347"/>
                <a:gd name="connsiteX18" fmla="*/ 5907826 w 6071559"/>
                <a:gd name="connsiteY18" fmla="*/ 673094 h 837347"/>
                <a:gd name="connsiteX19" fmla="*/ 6034994 w 6071559"/>
                <a:gd name="connsiteY19" fmla="*/ 509592 h 837347"/>
                <a:gd name="connsiteX20" fmla="*/ 6071328 w 6071559"/>
                <a:gd name="connsiteY20" fmla="*/ 358201 h 837347"/>
                <a:gd name="connsiteX0" fmla="*/ 6071328 w 6071559"/>
                <a:gd name="connsiteY0" fmla="*/ 358201 h 837347"/>
                <a:gd name="connsiteX1" fmla="*/ 6022883 w 6071559"/>
                <a:gd name="connsiteY1" fmla="*/ 212866 h 837347"/>
                <a:gd name="connsiteX2" fmla="*/ 5907826 w 6071559"/>
                <a:gd name="connsiteY2" fmla="*/ 134143 h 837347"/>
                <a:gd name="connsiteX3" fmla="*/ 5823047 w 6071559"/>
                <a:gd name="connsiteY3" fmla="*/ 122032 h 837347"/>
                <a:gd name="connsiteX4" fmla="*/ 5744324 w 6071559"/>
                <a:gd name="connsiteY4" fmla="*/ 49364 h 837347"/>
                <a:gd name="connsiteX5" fmla="*/ 5592934 w 6071559"/>
                <a:gd name="connsiteY5" fmla="*/ 919 h 837347"/>
                <a:gd name="connsiteX6" fmla="*/ 5205372 w 6071559"/>
                <a:gd name="connsiteY6" fmla="*/ 91753 h 837347"/>
                <a:gd name="connsiteX7" fmla="*/ 4521086 w 6071559"/>
                <a:gd name="connsiteY7" fmla="*/ 315811 h 837347"/>
                <a:gd name="connsiteX8" fmla="*/ 3745967 w 6071559"/>
                <a:gd name="connsiteY8" fmla="*/ 624649 h 837347"/>
                <a:gd name="connsiteX9" fmla="*/ 1263159 w 6071559"/>
                <a:gd name="connsiteY9" fmla="*/ 697316 h 837347"/>
                <a:gd name="connsiteX10" fmla="*/ 294258 w 6071559"/>
                <a:gd name="connsiteY10" fmla="*/ 739706 h 837347"/>
                <a:gd name="connsiteX11" fmla="*/ 294258 w 6071559"/>
                <a:gd name="connsiteY11" fmla="*/ 800262 h 837347"/>
                <a:gd name="connsiteX12" fmla="*/ 4266751 w 6071559"/>
                <a:gd name="connsiteY12" fmla="*/ 794206 h 837347"/>
                <a:gd name="connsiteX13" fmla="*/ 5162984 w 6071559"/>
                <a:gd name="connsiteY13" fmla="*/ 836596 h 837347"/>
                <a:gd name="connsiteX14" fmla="*/ 5502099 w 6071559"/>
                <a:gd name="connsiteY14" fmla="*/ 818429 h 837347"/>
                <a:gd name="connsiteX15" fmla="*/ 5677712 w 6071559"/>
                <a:gd name="connsiteY15" fmla="*/ 782095 h 837347"/>
                <a:gd name="connsiteX16" fmla="*/ 5792769 w 6071559"/>
                <a:gd name="connsiteY16" fmla="*/ 703372 h 837347"/>
                <a:gd name="connsiteX17" fmla="*/ 5907826 w 6071559"/>
                <a:gd name="connsiteY17" fmla="*/ 673094 h 837347"/>
                <a:gd name="connsiteX18" fmla="*/ 6034994 w 6071559"/>
                <a:gd name="connsiteY18" fmla="*/ 509592 h 837347"/>
                <a:gd name="connsiteX19" fmla="*/ 6071328 w 6071559"/>
                <a:gd name="connsiteY19" fmla="*/ 358201 h 837347"/>
                <a:gd name="connsiteX0" fmla="*/ 6071328 w 6071559"/>
                <a:gd name="connsiteY0" fmla="*/ 358201 h 837347"/>
                <a:gd name="connsiteX1" fmla="*/ 6022883 w 6071559"/>
                <a:gd name="connsiteY1" fmla="*/ 212866 h 837347"/>
                <a:gd name="connsiteX2" fmla="*/ 5907826 w 6071559"/>
                <a:gd name="connsiteY2" fmla="*/ 134143 h 837347"/>
                <a:gd name="connsiteX3" fmla="*/ 5823047 w 6071559"/>
                <a:gd name="connsiteY3" fmla="*/ 122032 h 837347"/>
                <a:gd name="connsiteX4" fmla="*/ 5744324 w 6071559"/>
                <a:gd name="connsiteY4" fmla="*/ 49364 h 837347"/>
                <a:gd name="connsiteX5" fmla="*/ 5592934 w 6071559"/>
                <a:gd name="connsiteY5" fmla="*/ 919 h 837347"/>
                <a:gd name="connsiteX6" fmla="*/ 5205372 w 6071559"/>
                <a:gd name="connsiteY6" fmla="*/ 91753 h 837347"/>
                <a:gd name="connsiteX7" fmla="*/ 4521086 w 6071559"/>
                <a:gd name="connsiteY7" fmla="*/ 315811 h 837347"/>
                <a:gd name="connsiteX8" fmla="*/ 2843679 w 6071559"/>
                <a:gd name="connsiteY8" fmla="*/ 618593 h 837347"/>
                <a:gd name="connsiteX9" fmla="*/ 1263159 w 6071559"/>
                <a:gd name="connsiteY9" fmla="*/ 697316 h 837347"/>
                <a:gd name="connsiteX10" fmla="*/ 294258 w 6071559"/>
                <a:gd name="connsiteY10" fmla="*/ 739706 h 837347"/>
                <a:gd name="connsiteX11" fmla="*/ 294258 w 6071559"/>
                <a:gd name="connsiteY11" fmla="*/ 800262 h 837347"/>
                <a:gd name="connsiteX12" fmla="*/ 4266751 w 6071559"/>
                <a:gd name="connsiteY12" fmla="*/ 794206 h 837347"/>
                <a:gd name="connsiteX13" fmla="*/ 5162984 w 6071559"/>
                <a:gd name="connsiteY13" fmla="*/ 836596 h 837347"/>
                <a:gd name="connsiteX14" fmla="*/ 5502099 w 6071559"/>
                <a:gd name="connsiteY14" fmla="*/ 818429 h 837347"/>
                <a:gd name="connsiteX15" fmla="*/ 5677712 w 6071559"/>
                <a:gd name="connsiteY15" fmla="*/ 782095 h 837347"/>
                <a:gd name="connsiteX16" fmla="*/ 5792769 w 6071559"/>
                <a:gd name="connsiteY16" fmla="*/ 703372 h 837347"/>
                <a:gd name="connsiteX17" fmla="*/ 5907826 w 6071559"/>
                <a:gd name="connsiteY17" fmla="*/ 673094 h 837347"/>
                <a:gd name="connsiteX18" fmla="*/ 6034994 w 6071559"/>
                <a:gd name="connsiteY18" fmla="*/ 509592 h 837347"/>
                <a:gd name="connsiteX19" fmla="*/ 6071328 w 6071559"/>
                <a:gd name="connsiteY19" fmla="*/ 358201 h 837347"/>
                <a:gd name="connsiteX0" fmla="*/ 6071328 w 6071559"/>
                <a:gd name="connsiteY0" fmla="*/ 358201 h 837347"/>
                <a:gd name="connsiteX1" fmla="*/ 6022883 w 6071559"/>
                <a:gd name="connsiteY1" fmla="*/ 212866 h 837347"/>
                <a:gd name="connsiteX2" fmla="*/ 5907826 w 6071559"/>
                <a:gd name="connsiteY2" fmla="*/ 134143 h 837347"/>
                <a:gd name="connsiteX3" fmla="*/ 5823047 w 6071559"/>
                <a:gd name="connsiteY3" fmla="*/ 122032 h 837347"/>
                <a:gd name="connsiteX4" fmla="*/ 5744324 w 6071559"/>
                <a:gd name="connsiteY4" fmla="*/ 49364 h 837347"/>
                <a:gd name="connsiteX5" fmla="*/ 5592934 w 6071559"/>
                <a:gd name="connsiteY5" fmla="*/ 919 h 837347"/>
                <a:gd name="connsiteX6" fmla="*/ 5205372 w 6071559"/>
                <a:gd name="connsiteY6" fmla="*/ 91753 h 837347"/>
                <a:gd name="connsiteX7" fmla="*/ 4521086 w 6071559"/>
                <a:gd name="connsiteY7" fmla="*/ 315811 h 837347"/>
                <a:gd name="connsiteX8" fmla="*/ 2843679 w 6071559"/>
                <a:gd name="connsiteY8" fmla="*/ 588315 h 837347"/>
                <a:gd name="connsiteX9" fmla="*/ 1263159 w 6071559"/>
                <a:gd name="connsiteY9" fmla="*/ 697316 h 837347"/>
                <a:gd name="connsiteX10" fmla="*/ 294258 w 6071559"/>
                <a:gd name="connsiteY10" fmla="*/ 739706 h 837347"/>
                <a:gd name="connsiteX11" fmla="*/ 294258 w 6071559"/>
                <a:gd name="connsiteY11" fmla="*/ 800262 h 837347"/>
                <a:gd name="connsiteX12" fmla="*/ 4266751 w 6071559"/>
                <a:gd name="connsiteY12" fmla="*/ 794206 h 837347"/>
                <a:gd name="connsiteX13" fmla="*/ 5162984 w 6071559"/>
                <a:gd name="connsiteY13" fmla="*/ 836596 h 837347"/>
                <a:gd name="connsiteX14" fmla="*/ 5502099 w 6071559"/>
                <a:gd name="connsiteY14" fmla="*/ 818429 h 837347"/>
                <a:gd name="connsiteX15" fmla="*/ 5677712 w 6071559"/>
                <a:gd name="connsiteY15" fmla="*/ 782095 h 837347"/>
                <a:gd name="connsiteX16" fmla="*/ 5792769 w 6071559"/>
                <a:gd name="connsiteY16" fmla="*/ 703372 h 837347"/>
                <a:gd name="connsiteX17" fmla="*/ 5907826 w 6071559"/>
                <a:gd name="connsiteY17" fmla="*/ 673094 h 837347"/>
                <a:gd name="connsiteX18" fmla="*/ 6034994 w 6071559"/>
                <a:gd name="connsiteY18" fmla="*/ 509592 h 837347"/>
                <a:gd name="connsiteX19" fmla="*/ 6071328 w 6071559"/>
                <a:gd name="connsiteY19" fmla="*/ 358201 h 837347"/>
                <a:gd name="connsiteX0" fmla="*/ 6071328 w 6071559"/>
                <a:gd name="connsiteY0" fmla="*/ 358201 h 837347"/>
                <a:gd name="connsiteX1" fmla="*/ 6022883 w 6071559"/>
                <a:gd name="connsiteY1" fmla="*/ 212866 h 837347"/>
                <a:gd name="connsiteX2" fmla="*/ 5907826 w 6071559"/>
                <a:gd name="connsiteY2" fmla="*/ 134143 h 837347"/>
                <a:gd name="connsiteX3" fmla="*/ 5823047 w 6071559"/>
                <a:gd name="connsiteY3" fmla="*/ 122032 h 837347"/>
                <a:gd name="connsiteX4" fmla="*/ 5744324 w 6071559"/>
                <a:gd name="connsiteY4" fmla="*/ 49364 h 837347"/>
                <a:gd name="connsiteX5" fmla="*/ 5592934 w 6071559"/>
                <a:gd name="connsiteY5" fmla="*/ 919 h 837347"/>
                <a:gd name="connsiteX6" fmla="*/ 5205372 w 6071559"/>
                <a:gd name="connsiteY6" fmla="*/ 91753 h 837347"/>
                <a:gd name="connsiteX7" fmla="*/ 4521086 w 6071559"/>
                <a:gd name="connsiteY7" fmla="*/ 291588 h 837347"/>
                <a:gd name="connsiteX8" fmla="*/ 2843679 w 6071559"/>
                <a:gd name="connsiteY8" fmla="*/ 588315 h 837347"/>
                <a:gd name="connsiteX9" fmla="*/ 1263159 w 6071559"/>
                <a:gd name="connsiteY9" fmla="*/ 697316 h 837347"/>
                <a:gd name="connsiteX10" fmla="*/ 294258 w 6071559"/>
                <a:gd name="connsiteY10" fmla="*/ 739706 h 837347"/>
                <a:gd name="connsiteX11" fmla="*/ 294258 w 6071559"/>
                <a:gd name="connsiteY11" fmla="*/ 800262 h 837347"/>
                <a:gd name="connsiteX12" fmla="*/ 4266751 w 6071559"/>
                <a:gd name="connsiteY12" fmla="*/ 794206 h 837347"/>
                <a:gd name="connsiteX13" fmla="*/ 5162984 w 6071559"/>
                <a:gd name="connsiteY13" fmla="*/ 836596 h 837347"/>
                <a:gd name="connsiteX14" fmla="*/ 5502099 w 6071559"/>
                <a:gd name="connsiteY14" fmla="*/ 818429 h 837347"/>
                <a:gd name="connsiteX15" fmla="*/ 5677712 w 6071559"/>
                <a:gd name="connsiteY15" fmla="*/ 782095 h 837347"/>
                <a:gd name="connsiteX16" fmla="*/ 5792769 w 6071559"/>
                <a:gd name="connsiteY16" fmla="*/ 703372 h 837347"/>
                <a:gd name="connsiteX17" fmla="*/ 5907826 w 6071559"/>
                <a:gd name="connsiteY17" fmla="*/ 673094 h 837347"/>
                <a:gd name="connsiteX18" fmla="*/ 6034994 w 6071559"/>
                <a:gd name="connsiteY18" fmla="*/ 509592 h 837347"/>
                <a:gd name="connsiteX19" fmla="*/ 6071328 w 6071559"/>
                <a:gd name="connsiteY19" fmla="*/ 358201 h 837347"/>
                <a:gd name="connsiteX0" fmla="*/ 6071328 w 6071559"/>
                <a:gd name="connsiteY0" fmla="*/ 357282 h 836428"/>
                <a:gd name="connsiteX1" fmla="*/ 6022883 w 6071559"/>
                <a:gd name="connsiteY1" fmla="*/ 211947 h 836428"/>
                <a:gd name="connsiteX2" fmla="*/ 5907826 w 6071559"/>
                <a:gd name="connsiteY2" fmla="*/ 133224 h 836428"/>
                <a:gd name="connsiteX3" fmla="*/ 5823047 w 6071559"/>
                <a:gd name="connsiteY3" fmla="*/ 121113 h 836428"/>
                <a:gd name="connsiteX4" fmla="*/ 5592934 w 6071559"/>
                <a:gd name="connsiteY4" fmla="*/ 0 h 836428"/>
                <a:gd name="connsiteX5" fmla="*/ 5205372 w 6071559"/>
                <a:gd name="connsiteY5" fmla="*/ 90834 h 836428"/>
                <a:gd name="connsiteX6" fmla="*/ 4521086 w 6071559"/>
                <a:gd name="connsiteY6" fmla="*/ 290669 h 836428"/>
                <a:gd name="connsiteX7" fmla="*/ 2843679 w 6071559"/>
                <a:gd name="connsiteY7" fmla="*/ 587396 h 836428"/>
                <a:gd name="connsiteX8" fmla="*/ 1263159 w 6071559"/>
                <a:gd name="connsiteY8" fmla="*/ 696397 h 836428"/>
                <a:gd name="connsiteX9" fmla="*/ 294258 w 6071559"/>
                <a:gd name="connsiteY9" fmla="*/ 738787 h 836428"/>
                <a:gd name="connsiteX10" fmla="*/ 294258 w 6071559"/>
                <a:gd name="connsiteY10" fmla="*/ 799343 h 836428"/>
                <a:gd name="connsiteX11" fmla="*/ 4266751 w 6071559"/>
                <a:gd name="connsiteY11" fmla="*/ 793287 h 836428"/>
                <a:gd name="connsiteX12" fmla="*/ 5162984 w 6071559"/>
                <a:gd name="connsiteY12" fmla="*/ 835677 h 836428"/>
                <a:gd name="connsiteX13" fmla="*/ 5502099 w 6071559"/>
                <a:gd name="connsiteY13" fmla="*/ 817510 h 836428"/>
                <a:gd name="connsiteX14" fmla="*/ 5677712 w 6071559"/>
                <a:gd name="connsiteY14" fmla="*/ 781176 h 836428"/>
                <a:gd name="connsiteX15" fmla="*/ 5792769 w 6071559"/>
                <a:gd name="connsiteY15" fmla="*/ 702453 h 836428"/>
                <a:gd name="connsiteX16" fmla="*/ 5907826 w 6071559"/>
                <a:gd name="connsiteY16" fmla="*/ 672175 h 836428"/>
                <a:gd name="connsiteX17" fmla="*/ 6034994 w 6071559"/>
                <a:gd name="connsiteY17" fmla="*/ 508673 h 836428"/>
                <a:gd name="connsiteX18" fmla="*/ 6071328 w 6071559"/>
                <a:gd name="connsiteY18" fmla="*/ 357282 h 836428"/>
                <a:gd name="connsiteX0" fmla="*/ 6071328 w 6071559"/>
                <a:gd name="connsiteY0" fmla="*/ 357282 h 836428"/>
                <a:gd name="connsiteX1" fmla="*/ 6022883 w 6071559"/>
                <a:gd name="connsiteY1" fmla="*/ 211947 h 836428"/>
                <a:gd name="connsiteX2" fmla="*/ 5907826 w 6071559"/>
                <a:gd name="connsiteY2" fmla="*/ 133224 h 836428"/>
                <a:gd name="connsiteX3" fmla="*/ 5592934 w 6071559"/>
                <a:gd name="connsiteY3" fmla="*/ 0 h 836428"/>
                <a:gd name="connsiteX4" fmla="*/ 5205372 w 6071559"/>
                <a:gd name="connsiteY4" fmla="*/ 90834 h 836428"/>
                <a:gd name="connsiteX5" fmla="*/ 4521086 w 6071559"/>
                <a:gd name="connsiteY5" fmla="*/ 290669 h 836428"/>
                <a:gd name="connsiteX6" fmla="*/ 2843679 w 6071559"/>
                <a:gd name="connsiteY6" fmla="*/ 587396 h 836428"/>
                <a:gd name="connsiteX7" fmla="*/ 1263159 w 6071559"/>
                <a:gd name="connsiteY7" fmla="*/ 696397 h 836428"/>
                <a:gd name="connsiteX8" fmla="*/ 294258 w 6071559"/>
                <a:gd name="connsiteY8" fmla="*/ 738787 h 836428"/>
                <a:gd name="connsiteX9" fmla="*/ 294258 w 6071559"/>
                <a:gd name="connsiteY9" fmla="*/ 799343 h 836428"/>
                <a:gd name="connsiteX10" fmla="*/ 4266751 w 6071559"/>
                <a:gd name="connsiteY10" fmla="*/ 793287 h 836428"/>
                <a:gd name="connsiteX11" fmla="*/ 5162984 w 6071559"/>
                <a:gd name="connsiteY11" fmla="*/ 835677 h 836428"/>
                <a:gd name="connsiteX12" fmla="*/ 5502099 w 6071559"/>
                <a:gd name="connsiteY12" fmla="*/ 817510 h 836428"/>
                <a:gd name="connsiteX13" fmla="*/ 5677712 w 6071559"/>
                <a:gd name="connsiteY13" fmla="*/ 781176 h 836428"/>
                <a:gd name="connsiteX14" fmla="*/ 5792769 w 6071559"/>
                <a:gd name="connsiteY14" fmla="*/ 702453 h 836428"/>
                <a:gd name="connsiteX15" fmla="*/ 5907826 w 6071559"/>
                <a:gd name="connsiteY15" fmla="*/ 672175 h 836428"/>
                <a:gd name="connsiteX16" fmla="*/ 6034994 w 6071559"/>
                <a:gd name="connsiteY16" fmla="*/ 508673 h 836428"/>
                <a:gd name="connsiteX17" fmla="*/ 6071328 w 6071559"/>
                <a:gd name="connsiteY17" fmla="*/ 357282 h 836428"/>
                <a:gd name="connsiteX0" fmla="*/ 6071328 w 6071559"/>
                <a:gd name="connsiteY0" fmla="*/ 357345 h 836491"/>
                <a:gd name="connsiteX1" fmla="*/ 6022883 w 6071559"/>
                <a:gd name="connsiteY1" fmla="*/ 212010 h 836491"/>
                <a:gd name="connsiteX2" fmla="*/ 5949422 w 6071559"/>
                <a:gd name="connsiteY2" fmla="*/ 77826 h 836491"/>
                <a:gd name="connsiteX3" fmla="*/ 5592934 w 6071559"/>
                <a:gd name="connsiteY3" fmla="*/ 63 h 836491"/>
                <a:gd name="connsiteX4" fmla="*/ 5205372 w 6071559"/>
                <a:gd name="connsiteY4" fmla="*/ 90897 h 836491"/>
                <a:gd name="connsiteX5" fmla="*/ 4521086 w 6071559"/>
                <a:gd name="connsiteY5" fmla="*/ 290732 h 836491"/>
                <a:gd name="connsiteX6" fmla="*/ 2843679 w 6071559"/>
                <a:gd name="connsiteY6" fmla="*/ 587459 h 836491"/>
                <a:gd name="connsiteX7" fmla="*/ 1263159 w 6071559"/>
                <a:gd name="connsiteY7" fmla="*/ 696460 h 836491"/>
                <a:gd name="connsiteX8" fmla="*/ 294258 w 6071559"/>
                <a:gd name="connsiteY8" fmla="*/ 738850 h 836491"/>
                <a:gd name="connsiteX9" fmla="*/ 294258 w 6071559"/>
                <a:gd name="connsiteY9" fmla="*/ 799406 h 836491"/>
                <a:gd name="connsiteX10" fmla="*/ 4266751 w 6071559"/>
                <a:gd name="connsiteY10" fmla="*/ 793350 h 836491"/>
                <a:gd name="connsiteX11" fmla="*/ 5162984 w 6071559"/>
                <a:gd name="connsiteY11" fmla="*/ 835740 h 836491"/>
                <a:gd name="connsiteX12" fmla="*/ 5502099 w 6071559"/>
                <a:gd name="connsiteY12" fmla="*/ 817573 h 836491"/>
                <a:gd name="connsiteX13" fmla="*/ 5677712 w 6071559"/>
                <a:gd name="connsiteY13" fmla="*/ 781239 h 836491"/>
                <a:gd name="connsiteX14" fmla="*/ 5792769 w 6071559"/>
                <a:gd name="connsiteY14" fmla="*/ 702516 h 836491"/>
                <a:gd name="connsiteX15" fmla="*/ 5907826 w 6071559"/>
                <a:gd name="connsiteY15" fmla="*/ 672238 h 836491"/>
                <a:gd name="connsiteX16" fmla="*/ 6034994 w 6071559"/>
                <a:gd name="connsiteY16" fmla="*/ 508736 h 836491"/>
                <a:gd name="connsiteX17" fmla="*/ 6071328 w 6071559"/>
                <a:gd name="connsiteY17" fmla="*/ 357345 h 836491"/>
                <a:gd name="connsiteX0" fmla="*/ 6071328 w 6071559"/>
                <a:gd name="connsiteY0" fmla="*/ 357345 h 836491"/>
                <a:gd name="connsiteX1" fmla="*/ 6022883 w 6071559"/>
                <a:gd name="connsiteY1" fmla="*/ 212010 h 836491"/>
                <a:gd name="connsiteX2" fmla="*/ 5949422 w 6071559"/>
                <a:gd name="connsiteY2" fmla="*/ 77826 h 836491"/>
                <a:gd name="connsiteX3" fmla="*/ 5592934 w 6071559"/>
                <a:gd name="connsiteY3" fmla="*/ 63 h 836491"/>
                <a:gd name="connsiteX4" fmla="*/ 5205372 w 6071559"/>
                <a:gd name="connsiteY4" fmla="*/ 90897 h 836491"/>
                <a:gd name="connsiteX5" fmla="*/ 4521086 w 6071559"/>
                <a:gd name="connsiteY5" fmla="*/ 290732 h 836491"/>
                <a:gd name="connsiteX6" fmla="*/ 2843679 w 6071559"/>
                <a:gd name="connsiteY6" fmla="*/ 587459 h 836491"/>
                <a:gd name="connsiteX7" fmla="*/ 1263159 w 6071559"/>
                <a:gd name="connsiteY7" fmla="*/ 696460 h 836491"/>
                <a:gd name="connsiteX8" fmla="*/ 294258 w 6071559"/>
                <a:gd name="connsiteY8" fmla="*/ 738850 h 836491"/>
                <a:gd name="connsiteX9" fmla="*/ 294258 w 6071559"/>
                <a:gd name="connsiteY9" fmla="*/ 799406 h 836491"/>
                <a:gd name="connsiteX10" fmla="*/ 4266751 w 6071559"/>
                <a:gd name="connsiteY10" fmla="*/ 793350 h 836491"/>
                <a:gd name="connsiteX11" fmla="*/ 5162984 w 6071559"/>
                <a:gd name="connsiteY11" fmla="*/ 835740 h 836491"/>
                <a:gd name="connsiteX12" fmla="*/ 5502099 w 6071559"/>
                <a:gd name="connsiteY12" fmla="*/ 817573 h 836491"/>
                <a:gd name="connsiteX13" fmla="*/ 5677712 w 6071559"/>
                <a:gd name="connsiteY13" fmla="*/ 781239 h 836491"/>
                <a:gd name="connsiteX14" fmla="*/ 5907826 w 6071559"/>
                <a:gd name="connsiteY14" fmla="*/ 672238 h 836491"/>
                <a:gd name="connsiteX15" fmla="*/ 6034994 w 6071559"/>
                <a:gd name="connsiteY15" fmla="*/ 508736 h 836491"/>
                <a:gd name="connsiteX16" fmla="*/ 6071328 w 6071559"/>
                <a:gd name="connsiteY16" fmla="*/ 357345 h 836491"/>
                <a:gd name="connsiteX0" fmla="*/ 6071328 w 6071559"/>
                <a:gd name="connsiteY0" fmla="*/ 357345 h 838951"/>
                <a:gd name="connsiteX1" fmla="*/ 6022883 w 6071559"/>
                <a:gd name="connsiteY1" fmla="*/ 212010 h 838951"/>
                <a:gd name="connsiteX2" fmla="*/ 5949422 w 6071559"/>
                <a:gd name="connsiteY2" fmla="*/ 77826 h 838951"/>
                <a:gd name="connsiteX3" fmla="*/ 5592934 w 6071559"/>
                <a:gd name="connsiteY3" fmla="*/ 63 h 838951"/>
                <a:gd name="connsiteX4" fmla="*/ 5205372 w 6071559"/>
                <a:gd name="connsiteY4" fmla="*/ 90897 h 838951"/>
                <a:gd name="connsiteX5" fmla="*/ 4521086 w 6071559"/>
                <a:gd name="connsiteY5" fmla="*/ 290732 h 838951"/>
                <a:gd name="connsiteX6" fmla="*/ 2843679 w 6071559"/>
                <a:gd name="connsiteY6" fmla="*/ 587459 h 838951"/>
                <a:gd name="connsiteX7" fmla="*/ 1263159 w 6071559"/>
                <a:gd name="connsiteY7" fmla="*/ 696460 h 838951"/>
                <a:gd name="connsiteX8" fmla="*/ 294258 w 6071559"/>
                <a:gd name="connsiteY8" fmla="*/ 738850 h 838951"/>
                <a:gd name="connsiteX9" fmla="*/ 294258 w 6071559"/>
                <a:gd name="connsiteY9" fmla="*/ 799406 h 838951"/>
                <a:gd name="connsiteX10" fmla="*/ 4266751 w 6071559"/>
                <a:gd name="connsiteY10" fmla="*/ 793350 h 838951"/>
                <a:gd name="connsiteX11" fmla="*/ 5162984 w 6071559"/>
                <a:gd name="connsiteY11" fmla="*/ 835740 h 838951"/>
                <a:gd name="connsiteX12" fmla="*/ 5502099 w 6071559"/>
                <a:gd name="connsiteY12" fmla="*/ 817573 h 838951"/>
                <a:gd name="connsiteX13" fmla="*/ 5907826 w 6071559"/>
                <a:gd name="connsiteY13" fmla="*/ 672238 h 838951"/>
                <a:gd name="connsiteX14" fmla="*/ 6034994 w 6071559"/>
                <a:gd name="connsiteY14" fmla="*/ 508736 h 838951"/>
                <a:gd name="connsiteX15" fmla="*/ 6071328 w 6071559"/>
                <a:gd name="connsiteY15" fmla="*/ 357345 h 838951"/>
                <a:gd name="connsiteX0" fmla="*/ 6071328 w 6071559"/>
                <a:gd name="connsiteY0" fmla="*/ 357345 h 837151"/>
                <a:gd name="connsiteX1" fmla="*/ 6022883 w 6071559"/>
                <a:gd name="connsiteY1" fmla="*/ 212010 h 837151"/>
                <a:gd name="connsiteX2" fmla="*/ 5949422 w 6071559"/>
                <a:gd name="connsiteY2" fmla="*/ 77826 h 837151"/>
                <a:gd name="connsiteX3" fmla="*/ 5592934 w 6071559"/>
                <a:gd name="connsiteY3" fmla="*/ 63 h 837151"/>
                <a:gd name="connsiteX4" fmla="*/ 5205372 w 6071559"/>
                <a:gd name="connsiteY4" fmla="*/ 90897 h 837151"/>
                <a:gd name="connsiteX5" fmla="*/ 4521086 w 6071559"/>
                <a:gd name="connsiteY5" fmla="*/ 290732 h 837151"/>
                <a:gd name="connsiteX6" fmla="*/ 2843679 w 6071559"/>
                <a:gd name="connsiteY6" fmla="*/ 587459 h 837151"/>
                <a:gd name="connsiteX7" fmla="*/ 1263159 w 6071559"/>
                <a:gd name="connsiteY7" fmla="*/ 696460 h 837151"/>
                <a:gd name="connsiteX8" fmla="*/ 294258 w 6071559"/>
                <a:gd name="connsiteY8" fmla="*/ 738850 h 837151"/>
                <a:gd name="connsiteX9" fmla="*/ 294258 w 6071559"/>
                <a:gd name="connsiteY9" fmla="*/ 799406 h 837151"/>
                <a:gd name="connsiteX10" fmla="*/ 4266751 w 6071559"/>
                <a:gd name="connsiteY10" fmla="*/ 793350 h 837151"/>
                <a:gd name="connsiteX11" fmla="*/ 5162984 w 6071559"/>
                <a:gd name="connsiteY11" fmla="*/ 835740 h 837151"/>
                <a:gd name="connsiteX12" fmla="*/ 5502099 w 6071559"/>
                <a:gd name="connsiteY12" fmla="*/ 817573 h 837151"/>
                <a:gd name="connsiteX13" fmla="*/ 5907827 w 6071559"/>
                <a:gd name="connsiteY13" fmla="*/ 727698 h 837151"/>
                <a:gd name="connsiteX14" fmla="*/ 6034994 w 6071559"/>
                <a:gd name="connsiteY14" fmla="*/ 508736 h 837151"/>
                <a:gd name="connsiteX15" fmla="*/ 6071328 w 6071559"/>
                <a:gd name="connsiteY15" fmla="*/ 357345 h 837151"/>
                <a:gd name="connsiteX0" fmla="*/ 6071328 w 6072144"/>
                <a:gd name="connsiteY0" fmla="*/ 357345 h 837151"/>
                <a:gd name="connsiteX1" fmla="*/ 6022883 w 6072144"/>
                <a:gd name="connsiteY1" fmla="*/ 212010 h 837151"/>
                <a:gd name="connsiteX2" fmla="*/ 5949422 w 6072144"/>
                <a:gd name="connsiteY2" fmla="*/ 77826 h 837151"/>
                <a:gd name="connsiteX3" fmla="*/ 5592934 w 6072144"/>
                <a:gd name="connsiteY3" fmla="*/ 63 h 837151"/>
                <a:gd name="connsiteX4" fmla="*/ 5205372 w 6072144"/>
                <a:gd name="connsiteY4" fmla="*/ 90897 h 837151"/>
                <a:gd name="connsiteX5" fmla="*/ 4521086 w 6072144"/>
                <a:gd name="connsiteY5" fmla="*/ 290732 h 837151"/>
                <a:gd name="connsiteX6" fmla="*/ 2843679 w 6072144"/>
                <a:gd name="connsiteY6" fmla="*/ 587459 h 837151"/>
                <a:gd name="connsiteX7" fmla="*/ 1263159 w 6072144"/>
                <a:gd name="connsiteY7" fmla="*/ 696460 h 837151"/>
                <a:gd name="connsiteX8" fmla="*/ 294258 w 6072144"/>
                <a:gd name="connsiteY8" fmla="*/ 738850 h 837151"/>
                <a:gd name="connsiteX9" fmla="*/ 294258 w 6072144"/>
                <a:gd name="connsiteY9" fmla="*/ 799406 h 837151"/>
                <a:gd name="connsiteX10" fmla="*/ 4266751 w 6072144"/>
                <a:gd name="connsiteY10" fmla="*/ 793350 h 837151"/>
                <a:gd name="connsiteX11" fmla="*/ 5162984 w 6072144"/>
                <a:gd name="connsiteY11" fmla="*/ 835740 h 837151"/>
                <a:gd name="connsiteX12" fmla="*/ 5502099 w 6072144"/>
                <a:gd name="connsiteY12" fmla="*/ 817573 h 837151"/>
                <a:gd name="connsiteX13" fmla="*/ 5907827 w 6072144"/>
                <a:gd name="connsiteY13" fmla="*/ 727698 h 837151"/>
                <a:gd name="connsiteX14" fmla="*/ 6041926 w 6072144"/>
                <a:gd name="connsiteY14" fmla="*/ 578062 h 837151"/>
                <a:gd name="connsiteX15" fmla="*/ 6071328 w 6072144"/>
                <a:gd name="connsiteY15" fmla="*/ 357345 h 837151"/>
                <a:gd name="connsiteX0" fmla="*/ 6099059 w 6099301"/>
                <a:gd name="connsiteY0" fmla="*/ 364277 h 837151"/>
                <a:gd name="connsiteX1" fmla="*/ 6022883 w 6099301"/>
                <a:gd name="connsiteY1" fmla="*/ 212010 h 837151"/>
                <a:gd name="connsiteX2" fmla="*/ 5949422 w 6099301"/>
                <a:gd name="connsiteY2" fmla="*/ 77826 h 837151"/>
                <a:gd name="connsiteX3" fmla="*/ 5592934 w 6099301"/>
                <a:gd name="connsiteY3" fmla="*/ 63 h 837151"/>
                <a:gd name="connsiteX4" fmla="*/ 5205372 w 6099301"/>
                <a:gd name="connsiteY4" fmla="*/ 90897 h 837151"/>
                <a:gd name="connsiteX5" fmla="*/ 4521086 w 6099301"/>
                <a:gd name="connsiteY5" fmla="*/ 290732 h 837151"/>
                <a:gd name="connsiteX6" fmla="*/ 2843679 w 6099301"/>
                <a:gd name="connsiteY6" fmla="*/ 587459 h 837151"/>
                <a:gd name="connsiteX7" fmla="*/ 1263159 w 6099301"/>
                <a:gd name="connsiteY7" fmla="*/ 696460 h 837151"/>
                <a:gd name="connsiteX8" fmla="*/ 294258 w 6099301"/>
                <a:gd name="connsiteY8" fmla="*/ 738850 h 837151"/>
                <a:gd name="connsiteX9" fmla="*/ 294258 w 6099301"/>
                <a:gd name="connsiteY9" fmla="*/ 799406 h 837151"/>
                <a:gd name="connsiteX10" fmla="*/ 4266751 w 6099301"/>
                <a:gd name="connsiteY10" fmla="*/ 793350 h 837151"/>
                <a:gd name="connsiteX11" fmla="*/ 5162984 w 6099301"/>
                <a:gd name="connsiteY11" fmla="*/ 835740 h 837151"/>
                <a:gd name="connsiteX12" fmla="*/ 5502099 w 6099301"/>
                <a:gd name="connsiteY12" fmla="*/ 817573 h 837151"/>
                <a:gd name="connsiteX13" fmla="*/ 5907827 w 6099301"/>
                <a:gd name="connsiteY13" fmla="*/ 727698 h 837151"/>
                <a:gd name="connsiteX14" fmla="*/ 6041926 w 6099301"/>
                <a:gd name="connsiteY14" fmla="*/ 578062 h 837151"/>
                <a:gd name="connsiteX15" fmla="*/ 6099059 w 6099301"/>
                <a:gd name="connsiteY15" fmla="*/ 364277 h 837151"/>
                <a:gd name="connsiteX0" fmla="*/ 6099059 w 6099295"/>
                <a:gd name="connsiteY0" fmla="*/ 364277 h 837151"/>
                <a:gd name="connsiteX1" fmla="*/ 6057546 w 6099295"/>
                <a:gd name="connsiteY1" fmla="*/ 184279 h 837151"/>
                <a:gd name="connsiteX2" fmla="*/ 5949422 w 6099295"/>
                <a:gd name="connsiteY2" fmla="*/ 77826 h 837151"/>
                <a:gd name="connsiteX3" fmla="*/ 5592934 w 6099295"/>
                <a:gd name="connsiteY3" fmla="*/ 63 h 837151"/>
                <a:gd name="connsiteX4" fmla="*/ 5205372 w 6099295"/>
                <a:gd name="connsiteY4" fmla="*/ 90897 h 837151"/>
                <a:gd name="connsiteX5" fmla="*/ 4521086 w 6099295"/>
                <a:gd name="connsiteY5" fmla="*/ 290732 h 837151"/>
                <a:gd name="connsiteX6" fmla="*/ 2843679 w 6099295"/>
                <a:gd name="connsiteY6" fmla="*/ 587459 h 837151"/>
                <a:gd name="connsiteX7" fmla="*/ 1263159 w 6099295"/>
                <a:gd name="connsiteY7" fmla="*/ 696460 h 837151"/>
                <a:gd name="connsiteX8" fmla="*/ 294258 w 6099295"/>
                <a:gd name="connsiteY8" fmla="*/ 738850 h 837151"/>
                <a:gd name="connsiteX9" fmla="*/ 294258 w 6099295"/>
                <a:gd name="connsiteY9" fmla="*/ 799406 h 837151"/>
                <a:gd name="connsiteX10" fmla="*/ 4266751 w 6099295"/>
                <a:gd name="connsiteY10" fmla="*/ 793350 h 837151"/>
                <a:gd name="connsiteX11" fmla="*/ 5162984 w 6099295"/>
                <a:gd name="connsiteY11" fmla="*/ 835740 h 837151"/>
                <a:gd name="connsiteX12" fmla="*/ 5502099 w 6099295"/>
                <a:gd name="connsiteY12" fmla="*/ 817573 h 837151"/>
                <a:gd name="connsiteX13" fmla="*/ 5907827 w 6099295"/>
                <a:gd name="connsiteY13" fmla="*/ 727698 h 837151"/>
                <a:gd name="connsiteX14" fmla="*/ 6041926 w 6099295"/>
                <a:gd name="connsiteY14" fmla="*/ 578062 h 837151"/>
                <a:gd name="connsiteX15" fmla="*/ 6099059 w 6099295"/>
                <a:gd name="connsiteY15" fmla="*/ 364277 h 837151"/>
                <a:gd name="connsiteX0" fmla="*/ 6099059 w 6099295"/>
                <a:gd name="connsiteY0" fmla="*/ 364277 h 836651"/>
                <a:gd name="connsiteX1" fmla="*/ 6057546 w 6099295"/>
                <a:gd name="connsiteY1" fmla="*/ 184279 h 836651"/>
                <a:gd name="connsiteX2" fmla="*/ 5949422 w 6099295"/>
                <a:gd name="connsiteY2" fmla="*/ 77826 h 836651"/>
                <a:gd name="connsiteX3" fmla="*/ 5592934 w 6099295"/>
                <a:gd name="connsiteY3" fmla="*/ 63 h 836651"/>
                <a:gd name="connsiteX4" fmla="*/ 5205372 w 6099295"/>
                <a:gd name="connsiteY4" fmla="*/ 90897 h 836651"/>
                <a:gd name="connsiteX5" fmla="*/ 4521086 w 6099295"/>
                <a:gd name="connsiteY5" fmla="*/ 290732 h 836651"/>
                <a:gd name="connsiteX6" fmla="*/ 2843679 w 6099295"/>
                <a:gd name="connsiteY6" fmla="*/ 587459 h 836651"/>
                <a:gd name="connsiteX7" fmla="*/ 1263159 w 6099295"/>
                <a:gd name="connsiteY7" fmla="*/ 696460 h 836651"/>
                <a:gd name="connsiteX8" fmla="*/ 294258 w 6099295"/>
                <a:gd name="connsiteY8" fmla="*/ 738850 h 836651"/>
                <a:gd name="connsiteX9" fmla="*/ 294258 w 6099295"/>
                <a:gd name="connsiteY9" fmla="*/ 799406 h 836651"/>
                <a:gd name="connsiteX10" fmla="*/ 4266751 w 6099295"/>
                <a:gd name="connsiteY10" fmla="*/ 793350 h 836651"/>
                <a:gd name="connsiteX11" fmla="*/ 5162984 w 6099295"/>
                <a:gd name="connsiteY11" fmla="*/ 835740 h 836651"/>
                <a:gd name="connsiteX12" fmla="*/ 5502099 w 6099295"/>
                <a:gd name="connsiteY12" fmla="*/ 817573 h 836651"/>
                <a:gd name="connsiteX13" fmla="*/ 5859298 w 6099295"/>
                <a:gd name="connsiteY13" fmla="*/ 762361 h 836651"/>
                <a:gd name="connsiteX14" fmla="*/ 6041926 w 6099295"/>
                <a:gd name="connsiteY14" fmla="*/ 578062 h 836651"/>
                <a:gd name="connsiteX15" fmla="*/ 6099059 w 6099295"/>
                <a:gd name="connsiteY15" fmla="*/ 364277 h 836651"/>
                <a:gd name="connsiteX0" fmla="*/ 6099059 w 6099295"/>
                <a:gd name="connsiteY0" fmla="*/ 364277 h 836651"/>
                <a:gd name="connsiteX1" fmla="*/ 6057546 w 6099295"/>
                <a:gd name="connsiteY1" fmla="*/ 184279 h 836651"/>
                <a:gd name="connsiteX2" fmla="*/ 5949422 w 6099295"/>
                <a:gd name="connsiteY2" fmla="*/ 77826 h 836651"/>
                <a:gd name="connsiteX3" fmla="*/ 5592934 w 6099295"/>
                <a:gd name="connsiteY3" fmla="*/ 63 h 836651"/>
                <a:gd name="connsiteX4" fmla="*/ 5205372 w 6099295"/>
                <a:gd name="connsiteY4" fmla="*/ 90897 h 836651"/>
                <a:gd name="connsiteX5" fmla="*/ 4521086 w 6099295"/>
                <a:gd name="connsiteY5" fmla="*/ 290732 h 836651"/>
                <a:gd name="connsiteX6" fmla="*/ 3218040 w 6099295"/>
                <a:gd name="connsiteY6" fmla="*/ 573594 h 836651"/>
                <a:gd name="connsiteX7" fmla="*/ 1263159 w 6099295"/>
                <a:gd name="connsiteY7" fmla="*/ 696460 h 836651"/>
                <a:gd name="connsiteX8" fmla="*/ 294258 w 6099295"/>
                <a:gd name="connsiteY8" fmla="*/ 738850 h 836651"/>
                <a:gd name="connsiteX9" fmla="*/ 294258 w 6099295"/>
                <a:gd name="connsiteY9" fmla="*/ 799406 h 836651"/>
                <a:gd name="connsiteX10" fmla="*/ 4266751 w 6099295"/>
                <a:gd name="connsiteY10" fmla="*/ 793350 h 836651"/>
                <a:gd name="connsiteX11" fmla="*/ 5162984 w 6099295"/>
                <a:gd name="connsiteY11" fmla="*/ 835740 h 836651"/>
                <a:gd name="connsiteX12" fmla="*/ 5502099 w 6099295"/>
                <a:gd name="connsiteY12" fmla="*/ 817573 h 836651"/>
                <a:gd name="connsiteX13" fmla="*/ 5859298 w 6099295"/>
                <a:gd name="connsiteY13" fmla="*/ 762361 h 836651"/>
                <a:gd name="connsiteX14" fmla="*/ 6041926 w 6099295"/>
                <a:gd name="connsiteY14" fmla="*/ 578062 h 836651"/>
                <a:gd name="connsiteX15" fmla="*/ 6099059 w 6099295"/>
                <a:gd name="connsiteY15" fmla="*/ 364277 h 836651"/>
                <a:gd name="connsiteX0" fmla="*/ 5997045 w 5997281"/>
                <a:gd name="connsiteY0" fmla="*/ 364277 h 836651"/>
                <a:gd name="connsiteX1" fmla="*/ 5955532 w 5997281"/>
                <a:gd name="connsiteY1" fmla="*/ 184279 h 836651"/>
                <a:gd name="connsiteX2" fmla="*/ 5847408 w 5997281"/>
                <a:gd name="connsiteY2" fmla="*/ 77826 h 836651"/>
                <a:gd name="connsiteX3" fmla="*/ 5490920 w 5997281"/>
                <a:gd name="connsiteY3" fmla="*/ 63 h 836651"/>
                <a:gd name="connsiteX4" fmla="*/ 5103358 w 5997281"/>
                <a:gd name="connsiteY4" fmla="*/ 90897 h 836651"/>
                <a:gd name="connsiteX5" fmla="*/ 4419072 w 5997281"/>
                <a:gd name="connsiteY5" fmla="*/ 290732 h 836651"/>
                <a:gd name="connsiteX6" fmla="*/ 3116026 w 5997281"/>
                <a:gd name="connsiteY6" fmla="*/ 573594 h 836651"/>
                <a:gd name="connsiteX7" fmla="*/ 1161145 w 5997281"/>
                <a:gd name="connsiteY7" fmla="*/ 696460 h 836651"/>
                <a:gd name="connsiteX8" fmla="*/ 580469 w 5997281"/>
                <a:gd name="connsiteY8" fmla="*/ 738850 h 836651"/>
                <a:gd name="connsiteX9" fmla="*/ 192244 w 5997281"/>
                <a:gd name="connsiteY9" fmla="*/ 799406 h 836651"/>
                <a:gd name="connsiteX10" fmla="*/ 4164737 w 5997281"/>
                <a:gd name="connsiteY10" fmla="*/ 793350 h 836651"/>
                <a:gd name="connsiteX11" fmla="*/ 5060970 w 5997281"/>
                <a:gd name="connsiteY11" fmla="*/ 835740 h 836651"/>
                <a:gd name="connsiteX12" fmla="*/ 5400085 w 5997281"/>
                <a:gd name="connsiteY12" fmla="*/ 817573 h 836651"/>
                <a:gd name="connsiteX13" fmla="*/ 5757284 w 5997281"/>
                <a:gd name="connsiteY13" fmla="*/ 762361 h 836651"/>
                <a:gd name="connsiteX14" fmla="*/ 5939912 w 5997281"/>
                <a:gd name="connsiteY14" fmla="*/ 578062 h 836651"/>
                <a:gd name="connsiteX15" fmla="*/ 5997045 w 5997281"/>
                <a:gd name="connsiteY15" fmla="*/ 364277 h 836651"/>
                <a:gd name="connsiteX0" fmla="*/ 5997045 w 5997281"/>
                <a:gd name="connsiteY0" fmla="*/ 364277 h 836651"/>
                <a:gd name="connsiteX1" fmla="*/ 5955532 w 5997281"/>
                <a:gd name="connsiteY1" fmla="*/ 184279 h 836651"/>
                <a:gd name="connsiteX2" fmla="*/ 5847408 w 5997281"/>
                <a:gd name="connsiteY2" fmla="*/ 77826 h 836651"/>
                <a:gd name="connsiteX3" fmla="*/ 5490920 w 5997281"/>
                <a:gd name="connsiteY3" fmla="*/ 63 h 836651"/>
                <a:gd name="connsiteX4" fmla="*/ 5103358 w 5997281"/>
                <a:gd name="connsiteY4" fmla="*/ 90897 h 836651"/>
                <a:gd name="connsiteX5" fmla="*/ 4419072 w 5997281"/>
                <a:gd name="connsiteY5" fmla="*/ 290732 h 836651"/>
                <a:gd name="connsiteX6" fmla="*/ 3116026 w 5997281"/>
                <a:gd name="connsiteY6" fmla="*/ 573594 h 836651"/>
                <a:gd name="connsiteX7" fmla="*/ 580469 w 5997281"/>
                <a:gd name="connsiteY7" fmla="*/ 738850 h 836651"/>
                <a:gd name="connsiteX8" fmla="*/ 192244 w 5997281"/>
                <a:gd name="connsiteY8" fmla="*/ 799406 h 836651"/>
                <a:gd name="connsiteX9" fmla="*/ 4164737 w 5997281"/>
                <a:gd name="connsiteY9" fmla="*/ 793350 h 836651"/>
                <a:gd name="connsiteX10" fmla="*/ 5060970 w 5997281"/>
                <a:gd name="connsiteY10" fmla="*/ 835740 h 836651"/>
                <a:gd name="connsiteX11" fmla="*/ 5400085 w 5997281"/>
                <a:gd name="connsiteY11" fmla="*/ 817573 h 836651"/>
                <a:gd name="connsiteX12" fmla="*/ 5757284 w 5997281"/>
                <a:gd name="connsiteY12" fmla="*/ 762361 h 836651"/>
                <a:gd name="connsiteX13" fmla="*/ 5939912 w 5997281"/>
                <a:gd name="connsiteY13" fmla="*/ 578062 h 836651"/>
                <a:gd name="connsiteX14" fmla="*/ 5997045 w 5997281"/>
                <a:gd name="connsiteY14" fmla="*/ 364277 h 836651"/>
                <a:gd name="connsiteX0" fmla="*/ 5828254 w 5828490"/>
                <a:gd name="connsiteY0" fmla="*/ 364277 h 836651"/>
                <a:gd name="connsiteX1" fmla="*/ 5786741 w 5828490"/>
                <a:gd name="connsiteY1" fmla="*/ 184279 h 836651"/>
                <a:gd name="connsiteX2" fmla="*/ 5678617 w 5828490"/>
                <a:gd name="connsiteY2" fmla="*/ 77826 h 836651"/>
                <a:gd name="connsiteX3" fmla="*/ 5322129 w 5828490"/>
                <a:gd name="connsiteY3" fmla="*/ 63 h 836651"/>
                <a:gd name="connsiteX4" fmla="*/ 4934567 w 5828490"/>
                <a:gd name="connsiteY4" fmla="*/ 90897 h 836651"/>
                <a:gd name="connsiteX5" fmla="*/ 4250281 w 5828490"/>
                <a:gd name="connsiteY5" fmla="*/ 290732 h 836651"/>
                <a:gd name="connsiteX6" fmla="*/ 2947235 w 5828490"/>
                <a:gd name="connsiteY6" fmla="*/ 573594 h 836651"/>
                <a:gd name="connsiteX7" fmla="*/ 2248817 w 5828490"/>
                <a:gd name="connsiteY7" fmla="*/ 718053 h 836651"/>
                <a:gd name="connsiteX8" fmla="*/ 23453 w 5828490"/>
                <a:gd name="connsiteY8" fmla="*/ 799406 h 836651"/>
                <a:gd name="connsiteX9" fmla="*/ 3995946 w 5828490"/>
                <a:gd name="connsiteY9" fmla="*/ 793350 h 836651"/>
                <a:gd name="connsiteX10" fmla="*/ 4892179 w 5828490"/>
                <a:gd name="connsiteY10" fmla="*/ 835740 h 836651"/>
                <a:gd name="connsiteX11" fmla="*/ 5231294 w 5828490"/>
                <a:gd name="connsiteY11" fmla="*/ 817573 h 836651"/>
                <a:gd name="connsiteX12" fmla="*/ 5588493 w 5828490"/>
                <a:gd name="connsiteY12" fmla="*/ 762361 h 836651"/>
                <a:gd name="connsiteX13" fmla="*/ 5771121 w 5828490"/>
                <a:gd name="connsiteY13" fmla="*/ 578062 h 836651"/>
                <a:gd name="connsiteX14" fmla="*/ 5828254 w 5828490"/>
                <a:gd name="connsiteY14" fmla="*/ 364277 h 836651"/>
                <a:gd name="connsiteX0" fmla="*/ 3813466 w 3813702"/>
                <a:gd name="connsiteY0" fmla="*/ 364277 h 836651"/>
                <a:gd name="connsiteX1" fmla="*/ 3771953 w 3813702"/>
                <a:gd name="connsiteY1" fmla="*/ 184279 h 836651"/>
                <a:gd name="connsiteX2" fmla="*/ 3663829 w 3813702"/>
                <a:gd name="connsiteY2" fmla="*/ 77826 h 836651"/>
                <a:gd name="connsiteX3" fmla="*/ 3307341 w 3813702"/>
                <a:gd name="connsiteY3" fmla="*/ 63 h 836651"/>
                <a:gd name="connsiteX4" fmla="*/ 2919779 w 3813702"/>
                <a:gd name="connsiteY4" fmla="*/ 90897 h 836651"/>
                <a:gd name="connsiteX5" fmla="*/ 2235493 w 3813702"/>
                <a:gd name="connsiteY5" fmla="*/ 290732 h 836651"/>
                <a:gd name="connsiteX6" fmla="*/ 932447 w 3813702"/>
                <a:gd name="connsiteY6" fmla="*/ 573594 h 836651"/>
                <a:gd name="connsiteX7" fmla="*/ 234029 w 3813702"/>
                <a:gd name="connsiteY7" fmla="*/ 718053 h 836651"/>
                <a:gd name="connsiteX8" fmla="*/ 102312 w 3813702"/>
                <a:gd name="connsiteY8" fmla="*/ 792475 h 836651"/>
                <a:gd name="connsiteX9" fmla="*/ 1981158 w 3813702"/>
                <a:gd name="connsiteY9" fmla="*/ 793350 h 836651"/>
                <a:gd name="connsiteX10" fmla="*/ 2877391 w 3813702"/>
                <a:gd name="connsiteY10" fmla="*/ 835740 h 836651"/>
                <a:gd name="connsiteX11" fmla="*/ 3216506 w 3813702"/>
                <a:gd name="connsiteY11" fmla="*/ 817573 h 836651"/>
                <a:gd name="connsiteX12" fmla="*/ 3573705 w 3813702"/>
                <a:gd name="connsiteY12" fmla="*/ 762361 h 836651"/>
                <a:gd name="connsiteX13" fmla="*/ 3756333 w 3813702"/>
                <a:gd name="connsiteY13" fmla="*/ 578062 h 836651"/>
                <a:gd name="connsiteX14" fmla="*/ 3813466 w 3813702"/>
                <a:gd name="connsiteY14" fmla="*/ 364277 h 836651"/>
                <a:gd name="connsiteX0" fmla="*/ 3711155 w 3711391"/>
                <a:gd name="connsiteY0" fmla="*/ 364277 h 836651"/>
                <a:gd name="connsiteX1" fmla="*/ 3669642 w 3711391"/>
                <a:gd name="connsiteY1" fmla="*/ 184279 h 836651"/>
                <a:gd name="connsiteX2" fmla="*/ 3561518 w 3711391"/>
                <a:gd name="connsiteY2" fmla="*/ 77826 h 836651"/>
                <a:gd name="connsiteX3" fmla="*/ 3205030 w 3711391"/>
                <a:gd name="connsiteY3" fmla="*/ 63 h 836651"/>
                <a:gd name="connsiteX4" fmla="*/ 2817468 w 3711391"/>
                <a:gd name="connsiteY4" fmla="*/ 90897 h 836651"/>
                <a:gd name="connsiteX5" fmla="*/ 2133182 w 3711391"/>
                <a:gd name="connsiteY5" fmla="*/ 290732 h 836651"/>
                <a:gd name="connsiteX6" fmla="*/ 830136 w 3711391"/>
                <a:gd name="connsiteY6" fmla="*/ 573594 h 836651"/>
                <a:gd name="connsiteX7" fmla="*/ 131718 w 3711391"/>
                <a:gd name="connsiteY7" fmla="*/ 718053 h 836651"/>
                <a:gd name="connsiteX8" fmla="*/ 1 w 3711391"/>
                <a:gd name="connsiteY8" fmla="*/ 792475 h 836651"/>
                <a:gd name="connsiteX9" fmla="*/ 1878847 w 3711391"/>
                <a:gd name="connsiteY9" fmla="*/ 793350 h 836651"/>
                <a:gd name="connsiteX10" fmla="*/ 2775080 w 3711391"/>
                <a:gd name="connsiteY10" fmla="*/ 835740 h 836651"/>
                <a:gd name="connsiteX11" fmla="*/ 3114195 w 3711391"/>
                <a:gd name="connsiteY11" fmla="*/ 817573 h 836651"/>
                <a:gd name="connsiteX12" fmla="*/ 3471394 w 3711391"/>
                <a:gd name="connsiteY12" fmla="*/ 762361 h 836651"/>
                <a:gd name="connsiteX13" fmla="*/ 3654022 w 3711391"/>
                <a:gd name="connsiteY13" fmla="*/ 578062 h 836651"/>
                <a:gd name="connsiteX14" fmla="*/ 3711155 w 3711391"/>
                <a:gd name="connsiteY14" fmla="*/ 364277 h 836651"/>
                <a:gd name="connsiteX0" fmla="*/ 3870604 w 3870840"/>
                <a:gd name="connsiteY0" fmla="*/ 364277 h 836651"/>
                <a:gd name="connsiteX1" fmla="*/ 3829091 w 3870840"/>
                <a:gd name="connsiteY1" fmla="*/ 184279 h 836651"/>
                <a:gd name="connsiteX2" fmla="*/ 3720967 w 3870840"/>
                <a:gd name="connsiteY2" fmla="*/ 77826 h 836651"/>
                <a:gd name="connsiteX3" fmla="*/ 3364479 w 3870840"/>
                <a:gd name="connsiteY3" fmla="*/ 63 h 836651"/>
                <a:gd name="connsiteX4" fmla="*/ 2976917 w 3870840"/>
                <a:gd name="connsiteY4" fmla="*/ 90897 h 836651"/>
                <a:gd name="connsiteX5" fmla="*/ 2292631 w 3870840"/>
                <a:gd name="connsiteY5" fmla="*/ 290732 h 836651"/>
                <a:gd name="connsiteX6" fmla="*/ 989585 w 3870840"/>
                <a:gd name="connsiteY6" fmla="*/ 573594 h 836651"/>
                <a:gd name="connsiteX7" fmla="*/ 291167 w 3870840"/>
                <a:gd name="connsiteY7" fmla="*/ 718053 h 836651"/>
                <a:gd name="connsiteX8" fmla="*/ 0 w 3870840"/>
                <a:gd name="connsiteY8" fmla="*/ 799407 h 836651"/>
                <a:gd name="connsiteX9" fmla="*/ 2038296 w 3870840"/>
                <a:gd name="connsiteY9" fmla="*/ 793350 h 836651"/>
                <a:gd name="connsiteX10" fmla="*/ 2934529 w 3870840"/>
                <a:gd name="connsiteY10" fmla="*/ 835740 h 836651"/>
                <a:gd name="connsiteX11" fmla="*/ 3273644 w 3870840"/>
                <a:gd name="connsiteY11" fmla="*/ 817573 h 836651"/>
                <a:gd name="connsiteX12" fmla="*/ 3630843 w 3870840"/>
                <a:gd name="connsiteY12" fmla="*/ 762361 h 836651"/>
                <a:gd name="connsiteX13" fmla="*/ 3813471 w 3870840"/>
                <a:gd name="connsiteY13" fmla="*/ 578062 h 836651"/>
                <a:gd name="connsiteX14" fmla="*/ 3870604 w 3870840"/>
                <a:gd name="connsiteY14" fmla="*/ 364277 h 836651"/>
                <a:gd name="connsiteX0" fmla="*/ 3870604 w 3870840"/>
                <a:gd name="connsiteY0" fmla="*/ 364277 h 836651"/>
                <a:gd name="connsiteX1" fmla="*/ 3829091 w 3870840"/>
                <a:gd name="connsiteY1" fmla="*/ 184279 h 836651"/>
                <a:gd name="connsiteX2" fmla="*/ 3720967 w 3870840"/>
                <a:gd name="connsiteY2" fmla="*/ 77826 h 836651"/>
                <a:gd name="connsiteX3" fmla="*/ 3364479 w 3870840"/>
                <a:gd name="connsiteY3" fmla="*/ 63 h 836651"/>
                <a:gd name="connsiteX4" fmla="*/ 2976917 w 3870840"/>
                <a:gd name="connsiteY4" fmla="*/ 90897 h 836651"/>
                <a:gd name="connsiteX5" fmla="*/ 2292631 w 3870840"/>
                <a:gd name="connsiteY5" fmla="*/ 290732 h 836651"/>
                <a:gd name="connsiteX6" fmla="*/ 1287687 w 3870840"/>
                <a:gd name="connsiteY6" fmla="*/ 476537 h 836651"/>
                <a:gd name="connsiteX7" fmla="*/ 291167 w 3870840"/>
                <a:gd name="connsiteY7" fmla="*/ 718053 h 836651"/>
                <a:gd name="connsiteX8" fmla="*/ 0 w 3870840"/>
                <a:gd name="connsiteY8" fmla="*/ 799407 h 836651"/>
                <a:gd name="connsiteX9" fmla="*/ 2038296 w 3870840"/>
                <a:gd name="connsiteY9" fmla="*/ 793350 h 836651"/>
                <a:gd name="connsiteX10" fmla="*/ 2934529 w 3870840"/>
                <a:gd name="connsiteY10" fmla="*/ 835740 h 836651"/>
                <a:gd name="connsiteX11" fmla="*/ 3273644 w 3870840"/>
                <a:gd name="connsiteY11" fmla="*/ 817573 h 836651"/>
                <a:gd name="connsiteX12" fmla="*/ 3630843 w 3870840"/>
                <a:gd name="connsiteY12" fmla="*/ 762361 h 836651"/>
                <a:gd name="connsiteX13" fmla="*/ 3813471 w 3870840"/>
                <a:gd name="connsiteY13" fmla="*/ 578062 h 836651"/>
                <a:gd name="connsiteX14" fmla="*/ 3870604 w 3870840"/>
                <a:gd name="connsiteY14" fmla="*/ 364277 h 836651"/>
                <a:gd name="connsiteX0" fmla="*/ 3870604 w 3870840"/>
                <a:gd name="connsiteY0" fmla="*/ 364277 h 836651"/>
                <a:gd name="connsiteX1" fmla="*/ 3829091 w 3870840"/>
                <a:gd name="connsiteY1" fmla="*/ 184279 h 836651"/>
                <a:gd name="connsiteX2" fmla="*/ 3720967 w 3870840"/>
                <a:gd name="connsiteY2" fmla="*/ 77826 h 836651"/>
                <a:gd name="connsiteX3" fmla="*/ 3364479 w 3870840"/>
                <a:gd name="connsiteY3" fmla="*/ 63 h 836651"/>
                <a:gd name="connsiteX4" fmla="*/ 2976917 w 3870840"/>
                <a:gd name="connsiteY4" fmla="*/ 90897 h 836651"/>
                <a:gd name="connsiteX5" fmla="*/ 2361957 w 3870840"/>
                <a:gd name="connsiteY5" fmla="*/ 235271 h 836651"/>
                <a:gd name="connsiteX6" fmla="*/ 1287687 w 3870840"/>
                <a:gd name="connsiteY6" fmla="*/ 476537 h 836651"/>
                <a:gd name="connsiteX7" fmla="*/ 291167 w 3870840"/>
                <a:gd name="connsiteY7" fmla="*/ 718053 h 836651"/>
                <a:gd name="connsiteX8" fmla="*/ 0 w 3870840"/>
                <a:gd name="connsiteY8" fmla="*/ 799407 h 836651"/>
                <a:gd name="connsiteX9" fmla="*/ 2038296 w 3870840"/>
                <a:gd name="connsiteY9" fmla="*/ 793350 h 836651"/>
                <a:gd name="connsiteX10" fmla="*/ 2934529 w 3870840"/>
                <a:gd name="connsiteY10" fmla="*/ 835740 h 836651"/>
                <a:gd name="connsiteX11" fmla="*/ 3273644 w 3870840"/>
                <a:gd name="connsiteY11" fmla="*/ 817573 h 836651"/>
                <a:gd name="connsiteX12" fmla="*/ 3630843 w 3870840"/>
                <a:gd name="connsiteY12" fmla="*/ 762361 h 836651"/>
                <a:gd name="connsiteX13" fmla="*/ 3813471 w 3870840"/>
                <a:gd name="connsiteY13" fmla="*/ 578062 h 836651"/>
                <a:gd name="connsiteX14" fmla="*/ 3870604 w 3870840"/>
                <a:gd name="connsiteY14" fmla="*/ 364277 h 836651"/>
                <a:gd name="connsiteX0" fmla="*/ 3870604 w 3870840"/>
                <a:gd name="connsiteY0" fmla="*/ 364277 h 836651"/>
                <a:gd name="connsiteX1" fmla="*/ 3829091 w 3870840"/>
                <a:gd name="connsiteY1" fmla="*/ 184279 h 836651"/>
                <a:gd name="connsiteX2" fmla="*/ 3720967 w 3870840"/>
                <a:gd name="connsiteY2" fmla="*/ 77826 h 836651"/>
                <a:gd name="connsiteX3" fmla="*/ 3364479 w 3870840"/>
                <a:gd name="connsiteY3" fmla="*/ 63 h 836651"/>
                <a:gd name="connsiteX4" fmla="*/ 2976917 w 3870840"/>
                <a:gd name="connsiteY4" fmla="*/ 90897 h 836651"/>
                <a:gd name="connsiteX5" fmla="*/ 2313429 w 3870840"/>
                <a:gd name="connsiteY5" fmla="*/ 186742 h 836651"/>
                <a:gd name="connsiteX6" fmla="*/ 1287687 w 3870840"/>
                <a:gd name="connsiteY6" fmla="*/ 476537 h 836651"/>
                <a:gd name="connsiteX7" fmla="*/ 291167 w 3870840"/>
                <a:gd name="connsiteY7" fmla="*/ 718053 h 836651"/>
                <a:gd name="connsiteX8" fmla="*/ 0 w 3870840"/>
                <a:gd name="connsiteY8" fmla="*/ 799407 h 836651"/>
                <a:gd name="connsiteX9" fmla="*/ 2038296 w 3870840"/>
                <a:gd name="connsiteY9" fmla="*/ 793350 h 836651"/>
                <a:gd name="connsiteX10" fmla="*/ 2934529 w 3870840"/>
                <a:gd name="connsiteY10" fmla="*/ 835740 h 836651"/>
                <a:gd name="connsiteX11" fmla="*/ 3273644 w 3870840"/>
                <a:gd name="connsiteY11" fmla="*/ 817573 h 836651"/>
                <a:gd name="connsiteX12" fmla="*/ 3630843 w 3870840"/>
                <a:gd name="connsiteY12" fmla="*/ 762361 h 836651"/>
                <a:gd name="connsiteX13" fmla="*/ 3813471 w 3870840"/>
                <a:gd name="connsiteY13" fmla="*/ 578062 h 836651"/>
                <a:gd name="connsiteX14" fmla="*/ 3870604 w 3870840"/>
                <a:gd name="connsiteY14" fmla="*/ 364277 h 836651"/>
                <a:gd name="connsiteX0" fmla="*/ 3870604 w 3870840"/>
                <a:gd name="connsiteY0" fmla="*/ 364277 h 836651"/>
                <a:gd name="connsiteX1" fmla="*/ 3829091 w 3870840"/>
                <a:gd name="connsiteY1" fmla="*/ 184279 h 836651"/>
                <a:gd name="connsiteX2" fmla="*/ 3720967 w 3870840"/>
                <a:gd name="connsiteY2" fmla="*/ 77826 h 836651"/>
                <a:gd name="connsiteX3" fmla="*/ 3364479 w 3870840"/>
                <a:gd name="connsiteY3" fmla="*/ 63 h 836651"/>
                <a:gd name="connsiteX4" fmla="*/ 2976917 w 3870840"/>
                <a:gd name="connsiteY4" fmla="*/ 90897 h 836651"/>
                <a:gd name="connsiteX5" fmla="*/ 1287687 w 3870840"/>
                <a:gd name="connsiteY5" fmla="*/ 476537 h 836651"/>
                <a:gd name="connsiteX6" fmla="*/ 291167 w 3870840"/>
                <a:gd name="connsiteY6" fmla="*/ 718053 h 836651"/>
                <a:gd name="connsiteX7" fmla="*/ 0 w 3870840"/>
                <a:gd name="connsiteY7" fmla="*/ 799407 h 836651"/>
                <a:gd name="connsiteX8" fmla="*/ 2038296 w 3870840"/>
                <a:gd name="connsiteY8" fmla="*/ 793350 h 836651"/>
                <a:gd name="connsiteX9" fmla="*/ 2934529 w 3870840"/>
                <a:gd name="connsiteY9" fmla="*/ 835740 h 836651"/>
                <a:gd name="connsiteX10" fmla="*/ 3273644 w 3870840"/>
                <a:gd name="connsiteY10" fmla="*/ 817573 h 836651"/>
                <a:gd name="connsiteX11" fmla="*/ 3630843 w 3870840"/>
                <a:gd name="connsiteY11" fmla="*/ 762361 h 836651"/>
                <a:gd name="connsiteX12" fmla="*/ 3813471 w 3870840"/>
                <a:gd name="connsiteY12" fmla="*/ 578062 h 836651"/>
                <a:gd name="connsiteX13" fmla="*/ 3870604 w 3870840"/>
                <a:gd name="connsiteY13" fmla="*/ 364277 h 836651"/>
                <a:gd name="connsiteX0" fmla="*/ 3870604 w 3870840"/>
                <a:gd name="connsiteY0" fmla="*/ 350435 h 822809"/>
                <a:gd name="connsiteX1" fmla="*/ 3829091 w 3870840"/>
                <a:gd name="connsiteY1" fmla="*/ 170437 h 822809"/>
                <a:gd name="connsiteX2" fmla="*/ 3720967 w 3870840"/>
                <a:gd name="connsiteY2" fmla="*/ 63984 h 822809"/>
                <a:gd name="connsiteX3" fmla="*/ 3378345 w 3870840"/>
                <a:gd name="connsiteY3" fmla="*/ 86 h 822809"/>
                <a:gd name="connsiteX4" fmla="*/ 2976917 w 3870840"/>
                <a:gd name="connsiteY4" fmla="*/ 77055 h 822809"/>
                <a:gd name="connsiteX5" fmla="*/ 1287687 w 3870840"/>
                <a:gd name="connsiteY5" fmla="*/ 462695 h 822809"/>
                <a:gd name="connsiteX6" fmla="*/ 291167 w 3870840"/>
                <a:gd name="connsiteY6" fmla="*/ 704211 h 822809"/>
                <a:gd name="connsiteX7" fmla="*/ 0 w 3870840"/>
                <a:gd name="connsiteY7" fmla="*/ 785565 h 822809"/>
                <a:gd name="connsiteX8" fmla="*/ 2038296 w 3870840"/>
                <a:gd name="connsiteY8" fmla="*/ 779508 h 822809"/>
                <a:gd name="connsiteX9" fmla="*/ 2934529 w 3870840"/>
                <a:gd name="connsiteY9" fmla="*/ 821898 h 822809"/>
                <a:gd name="connsiteX10" fmla="*/ 3273644 w 3870840"/>
                <a:gd name="connsiteY10" fmla="*/ 803731 h 822809"/>
                <a:gd name="connsiteX11" fmla="*/ 3630843 w 3870840"/>
                <a:gd name="connsiteY11" fmla="*/ 748519 h 822809"/>
                <a:gd name="connsiteX12" fmla="*/ 3813471 w 3870840"/>
                <a:gd name="connsiteY12" fmla="*/ 564220 h 822809"/>
                <a:gd name="connsiteX13" fmla="*/ 3870604 w 3870840"/>
                <a:gd name="connsiteY13" fmla="*/ 350435 h 822809"/>
                <a:gd name="connsiteX0" fmla="*/ 3870604 w 3870840"/>
                <a:gd name="connsiteY0" fmla="*/ 350435 h 822809"/>
                <a:gd name="connsiteX1" fmla="*/ 3829091 w 3870840"/>
                <a:gd name="connsiteY1" fmla="*/ 170437 h 822809"/>
                <a:gd name="connsiteX2" fmla="*/ 3720967 w 3870840"/>
                <a:gd name="connsiteY2" fmla="*/ 63984 h 822809"/>
                <a:gd name="connsiteX3" fmla="*/ 3378345 w 3870840"/>
                <a:gd name="connsiteY3" fmla="*/ 86 h 822809"/>
                <a:gd name="connsiteX4" fmla="*/ 2976917 w 3870840"/>
                <a:gd name="connsiteY4" fmla="*/ 77055 h 822809"/>
                <a:gd name="connsiteX5" fmla="*/ 1287687 w 3870840"/>
                <a:gd name="connsiteY5" fmla="*/ 462695 h 822809"/>
                <a:gd name="connsiteX6" fmla="*/ 291167 w 3870840"/>
                <a:gd name="connsiteY6" fmla="*/ 704211 h 822809"/>
                <a:gd name="connsiteX7" fmla="*/ 0 w 3870840"/>
                <a:gd name="connsiteY7" fmla="*/ 785565 h 822809"/>
                <a:gd name="connsiteX8" fmla="*/ 2038296 w 3870840"/>
                <a:gd name="connsiteY8" fmla="*/ 779508 h 822809"/>
                <a:gd name="connsiteX9" fmla="*/ 2934529 w 3870840"/>
                <a:gd name="connsiteY9" fmla="*/ 821898 h 822809"/>
                <a:gd name="connsiteX10" fmla="*/ 3273644 w 3870840"/>
                <a:gd name="connsiteY10" fmla="*/ 803731 h 822809"/>
                <a:gd name="connsiteX11" fmla="*/ 3630843 w 3870840"/>
                <a:gd name="connsiteY11" fmla="*/ 748519 h 822809"/>
                <a:gd name="connsiteX12" fmla="*/ 3813471 w 3870840"/>
                <a:gd name="connsiteY12" fmla="*/ 564220 h 822809"/>
                <a:gd name="connsiteX13" fmla="*/ 3870604 w 3870840"/>
                <a:gd name="connsiteY13" fmla="*/ 350435 h 822809"/>
                <a:gd name="connsiteX0" fmla="*/ 3870604 w 3870840"/>
                <a:gd name="connsiteY0" fmla="*/ 357360 h 829734"/>
                <a:gd name="connsiteX1" fmla="*/ 3829091 w 3870840"/>
                <a:gd name="connsiteY1" fmla="*/ 177362 h 829734"/>
                <a:gd name="connsiteX2" fmla="*/ 3720967 w 3870840"/>
                <a:gd name="connsiteY2" fmla="*/ 70909 h 829734"/>
                <a:gd name="connsiteX3" fmla="*/ 3447671 w 3870840"/>
                <a:gd name="connsiteY3" fmla="*/ 78 h 829734"/>
                <a:gd name="connsiteX4" fmla="*/ 2976917 w 3870840"/>
                <a:gd name="connsiteY4" fmla="*/ 83980 h 829734"/>
                <a:gd name="connsiteX5" fmla="*/ 1287687 w 3870840"/>
                <a:gd name="connsiteY5" fmla="*/ 469620 h 829734"/>
                <a:gd name="connsiteX6" fmla="*/ 291167 w 3870840"/>
                <a:gd name="connsiteY6" fmla="*/ 711136 h 829734"/>
                <a:gd name="connsiteX7" fmla="*/ 0 w 3870840"/>
                <a:gd name="connsiteY7" fmla="*/ 792490 h 829734"/>
                <a:gd name="connsiteX8" fmla="*/ 2038296 w 3870840"/>
                <a:gd name="connsiteY8" fmla="*/ 786433 h 829734"/>
                <a:gd name="connsiteX9" fmla="*/ 2934529 w 3870840"/>
                <a:gd name="connsiteY9" fmla="*/ 828823 h 829734"/>
                <a:gd name="connsiteX10" fmla="*/ 3273644 w 3870840"/>
                <a:gd name="connsiteY10" fmla="*/ 810656 h 829734"/>
                <a:gd name="connsiteX11" fmla="*/ 3630843 w 3870840"/>
                <a:gd name="connsiteY11" fmla="*/ 755444 h 829734"/>
                <a:gd name="connsiteX12" fmla="*/ 3813471 w 3870840"/>
                <a:gd name="connsiteY12" fmla="*/ 571145 h 829734"/>
                <a:gd name="connsiteX13" fmla="*/ 3870604 w 3870840"/>
                <a:gd name="connsiteY13" fmla="*/ 357360 h 829734"/>
                <a:gd name="connsiteX0" fmla="*/ 3870604 w 3870840"/>
                <a:gd name="connsiteY0" fmla="*/ 357360 h 811324"/>
                <a:gd name="connsiteX1" fmla="*/ 3829091 w 3870840"/>
                <a:gd name="connsiteY1" fmla="*/ 177362 h 811324"/>
                <a:gd name="connsiteX2" fmla="*/ 3720967 w 3870840"/>
                <a:gd name="connsiteY2" fmla="*/ 70909 h 811324"/>
                <a:gd name="connsiteX3" fmla="*/ 3447671 w 3870840"/>
                <a:gd name="connsiteY3" fmla="*/ 78 h 811324"/>
                <a:gd name="connsiteX4" fmla="*/ 2976917 w 3870840"/>
                <a:gd name="connsiteY4" fmla="*/ 83980 h 811324"/>
                <a:gd name="connsiteX5" fmla="*/ 1287687 w 3870840"/>
                <a:gd name="connsiteY5" fmla="*/ 469620 h 811324"/>
                <a:gd name="connsiteX6" fmla="*/ 291167 w 3870840"/>
                <a:gd name="connsiteY6" fmla="*/ 711136 h 811324"/>
                <a:gd name="connsiteX7" fmla="*/ 0 w 3870840"/>
                <a:gd name="connsiteY7" fmla="*/ 792490 h 811324"/>
                <a:gd name="connsiteX8" fmla="*/ 2038296 w 3870840"/>
                <a:gd name="connsiteY8" fmla="*/ 786433 h 811324"/>
                <a:gd name="connsiteX9" fmla="*/ 3273644 w 3870840"/>
                <a:gd name="connsiteY9" fmla="*/ 810656 h 811324"/>
                <a:gd name="connsiteX10" fmla="*/ 3630843 w 3870840"/>
                <a:gd name="connsiteY10" fmla="*/ 755444 h 811324"/>
                <a:gd name="connsiteX11" fmla="*/ 3813471 w 3870840"/>
                <a:gd name="connsiteY11" fmla="*/ 571145 h 811324"/>
                <a:gd name="connsiteX12" fmla="*/ 3870604 w 3870840"/>
                <a:gd name="connsiteY12" fmla="*/ 357360 h 811324"/>
                <a:gd name="connsiteX0" fmla="*/ 3870604 w 3870840"/>
                <a:gd name="connsiteY0" fmla="*/ 357360 h 811324"/>
                <a:gd name="connsiteX1" fmla="*/ 3829091 w 3870840"/>
                <a:gd name="connsiteY1" fmla="*/ 177362 h 811324"/>
                <a:gd name="connsiteX2" fmla="*/ 3720967 w 3870840"/>
                <a:gd name="connsiteY2" fmla="*/ 70909 h 811324"/>
                <a:gd name="connsiteX3" fmla="*/ 3447671 w 3870840"/>
                <a:gd name="connsiteY3" fmla="*/ 78 h 811324"/>
                <a:gd name="connsiteX4" fmla="*/ 2976917 w 3870840"/>
                <a:gd name="connsiteY4" fmla="*/ 83980 h 811324"/>
                <a:gd name="connsiteX5" fmla="*/ 1273822 w 3870840"/>
                <a:gd name="connsiteY5" fmla="*/ 532013 h 811324"/>
                <a:gd name="connsiteX6" fmla="*/ 291167 w 3870840"/>
                <a:gd name="connsiteY6" fmla="*/ 711136 h 811324"/>
                <a:gd name="connsiteX7" fmla="*/ 0 w 3870840"/>
                <a:gd name="connsiteY7" fmla="*/ 792490 h 811324"/>
                <a:gd name="connsiteX8" fmla="*/ 2038296 w 3870840"/>
                <a:gd name="connsiteY8" fmla="*/ 786433 h 811324"/>
                <a:gd name="connsiteX9" fmla="*/ 3273644 w 3870840"/>
                <a:gd name="connsiteY9" fmla="*/ 810656 h 811324"/>
                <a:gd name="connsiteX10" fmla="*/ 3630843 w 3870840"/>
                <a:gd name="connsiteY10" fmla="*/ 755444 h 811324"/>
                <a:gd name="connsiteX11" fmla="*/ 3813471 w 3870840"/>
                <a:gd name="connsiteY11" fmla="*/ 571145 h 811324"/>
                <a:gd name="connsiteX12" fmla="*/ 3870604 w 3870840"/>
                <a:gd name="connsiteY12" fmla="*/ 357360 h 811324"/>
                <a:gd name="connsiteX0" fmla="*/ 3870604 w 3870840"/>
                <a:gd name="connsiteY0" fmla="*/ 357360 h 811324"/>
                <a:gd name="connsiteX1" fmla="*/ 3829091 w 3870840"/>
                <a:gd name="connsiteY1" fmla="*/ 177362 h 811324"/>
                <a:gd name="connsiteX2" fmla="*/ 3720967 w 3870840"/>
                <a:gd name="connsiteY2" fmla="*/ 70909 h 811324"/>
                <a:gd name="connsiteX3" fmla="*/ 3447671 w 3870840"/>
                <a:gd name="connsiteY3" fmla="*/ 78 h 811324"/>
                <a:gd name="connsiteX4" fmla="*/ 2976917 w 3870840"/>
                <a:gd name="connsiteY4" fmla="*/ 83980 h 811324"/>
                <a:gd name="connsiteX5" fmla="*/ 1273822 w 3870840"/>
                <a:gd name="connsiteY5" fmla="*/ 532013 h 811324"/>
                <a:gd name="connsiteX6" fmla="*/ 0 w 3870840"/>
                <a:gd name="connsiteY6" fmla="*/ 792490 h 811324"/>
                <a:gd name="connsiteX7" fmla="*/ 2038296 w 3870840"/>
                <a:gd name="connsiteY7" fmla="*/ 786433 h 811324"/>
                <a:gd name="connsiteX8" fmla="*/ 3273644 w 3870840"/>
                <a:gd name="connsiteY8" fmla="*/ 810656 h 811324"/>
                <a:gd name="connsiteX9" fmla="*/ 3630843 w 3870840"/>
                <a:gd name="connsiteY9" fmla="*/ 755444 h 811324"/>
                <a:gd name="connsiteX10" fmla="*/ 3813471 w 3870840"/>
                <a:gd name="connsiteY10" fmla="*/ 571145 h 811324"/>
                <a:gd name="connsiteX11" fmla="*/ 3870604 w 3870840"/>
                <a:gd name="connsiteY11" fmla="*/ 357360 h 811324"/>
                <a:gd name="connsiteX0" fmla="*/ 3614097 w 3614333"/>
                <a:gd name="connsiteY0" fmla="*/ 357360 h 811324"/>
                <a:gd name="connsiteX1" fmla="*/ 3572584 w 3614333"/>
                <a:gd name="connsiteY1" fmla="*/ 177362 h 811324"/>
                <a:gd name="connsiteX2" fmla="*/ 3464460 w 3614333"/>
                <a:gd name="connsiteY2" fmla="*/ 70909 h 811324"/>
                <a:gd name="connsiteX3" fmla="*/ 3191164 w 3614333"/>
                <a:gd name="connsiteY3" fmla="*/ 78 h 811324"/>
                <a:gd name="connsiteX4" fmla="*/ 2720410 w 3614333"/>
                <a:gd name="connsiteY4" fmla="*/ 83980 h 811324"/>
                <a:gd name="connsiteX5" fmla="*/ 1017315 w 3614333"/>
                <a:gd name="connsiteY5" fmla="*/ 532013 h 811324"/>
                <a:gd name="connsiteX6" fmla="*/ 0 w 3614333"/>
                <a:gd name="connsiteY6" fmla="*/ 785559 h 811324"/>
                <a:gd name="connsiteX7" fmla="*/ 1781789 w 3614333"/>
                <a:gd name="connsiteY7" fmla="*/ 786433 h 811324"/>
                <a:gd name="connsiteX8" fmla="*/ 3017137 w 3614333"/>
                <a:gd name="connsiteY8" fmla="*/ 810656 h 811324"/>
                <a:gd name="connsiteX9" fmla="*/ 3374336 w 3614333"/>
                <a:gd name="connsiteY9" fmla="*/ 755444 h 811324"/>
                <a:gd name="connsiteX10" fmla="*/ 3556964 w 3614333"/>
                <a:gd name="connsiteY10" fmla="*/ 571145 h 811324"/>
                <a:gd name="connsiteX11" fmla="*/ 3614097 w 3614333"/>
                <a:gd name="connsiteY11" fmla="*/ 357360 h 811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14333" h="811324">
                  <a:moveTo>
                    <a:pt x="3614097" y="357360"/>
                  </a:moveTo>
                  <a:cubicBezTo>
                    <a:pt x="3616700" y="291730"/>
                    <a:pt x="3597523" y="225104"/>
                    <a:pt x="3572584" y="177362"/>
                  </a:cubicBezTo>
                  <a:cubicBezTo>
                    <a:pt x="3547645" y="129620"/>
                    <a:pt x="3528030" y="100456"/>
                    <a:pt x="3464460" y="70909"/>
                  </a:cubicBezTo>
                  <a:cubicBezTo>
                    <a:pt x="3400890" y="41362"/>
                    <a:pt x="3315172" y="-2101"/>
                    <a:pt x="3191164" y="78"/>
                  </a:cubicBezTo>
                  <a:cubicBezTo>
                    <a:pt x="3067156" y="2257"/>
                    <a:pt x="3082718" y="-4676"/>
                    <a:pt x="2720410" y="83980"/>
                  </a:cubicBezTo>
                  <a:cubicBezTo>
                    <a:pt x="2358102" y="172636"/>
                    <a:pt x="1580392" y="403466"/>
                    <a:pt x="1017315" y="532013"/>
                  </a:cubicBezTo>
                  <a:lnTo>
                    <a:pt x="0" y="785559"/>
                  </a:lnTo>
                  <a:cubicBezTo>
                    <a:pt x="291188" y="798108"/>
                    <a:pt x="457625" y="788452"/>
                    <a:pt x="1781789" y="786433"/>
                  </a:cubicBezTo>
                  <a:cubicBezTo>
                    <a:pt x="2327396" y="789461"/>
                    <a:pt x="2751713" y="815821"/>
                    <a:pt x="3017137" y="810656"/>
                  </a:cubicBezTo>
                  <a:cubicBezTo>
                    <a:pt x="3133189" y="798426"/>
                    <a:pt x="3284365" y="795362"/>
                    <a:pt x="3374336" y="755444"/>
                  </a:cubicBezTo>
                  <a:cubicBezTo>
                    <a:pt x="3464307" y="715526"/>
                    <a:pt x="3517004" y="637492"/>
                    <a:pt x="3556964" y="571145"/>
                  </a:cubicBezTo>
                  <a:cubicBezTo>
                    <a:pt x="3596924" y="504798"/>
                    <a:pt x="3611494" y="422991"/>
                    <a:pt x="3614097" y="357360"/>
                  </a:cubicBez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5992E39-FAAF-425F-B6FD-74EA51BC8DD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>
              <a:off x="6707663" y="894736"/>
              <a:ext cx="875023" cy="645329"/>
            </a:xfrm>
            <a:prstGeom prst="rect">
              <a:avLst/>
            </a:prstGeom>
          </p:spPr>
        </p:pic>
      </p:grp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11579A1-E644-47E1-B382-8134073A5EB6}"/>
              </a:ext>
            </a:extLst>
          </p:cNvPr>
          <p:cNvSpPr/>
          <p:nvPr/>
        </p:nvSpPr>
        <p:spPr>
          <a:xfrm>
            <a:off x="781672" y="2354260"/>
            <a:ext cx="11302335" cy="1079373"/>
          </a:xfrm>
          <a:custGeom>
            <a:avLst/>
            <a:gdLst>
              <a:gd name="connsiteX0" fmla="*/ 11173098 w 11173098"/>
              <a:gd name="connsiteY0" fmla="*/ 217714 h 409302"/>
              <a:gd name="connsiteX1" fmla="*/ 10633166 w 11173098"/>
              <a:gd name="connsiteY1" fmla="*/ 217714 h 409302"/>
              <a:gd name="connsiteX2" fmla="*/ 10554789 w 11173098"/>
              <a:gd name="connsiteY2" fmla="*/ 113211 h 409302"/>
              <a:gd name="connsiteX3" fmla="*/ 10432869 w 11173098"/>
              <a:gd name="connsiteY3" fmla="*/ 8708 h 409302"/>
              <a:gd name="connsiteX4" fmla="*/ 10197738 w 11173098"/>
              <a:gd name="connsiteY4" fmla="*/ 0 h 409302"/>
              <a:gd name="connsiteX5" fmla="*/ 9875520 w 11173098"/>
              <a:gd name="connsiteY5" fmla="*/ 78377 h 409302"/>
              <a:gd name="connsiteX6" fmla="*/ 9396549 w 11173098"/>
              <a:gd name="connsiteY6" fmla="*/ 182880 h 409302"/>
              <a:gd name="connsiteX7" fmla="*/ 8769532 w 11173098"/>
              <a:gd name="connsiteY7" fmla="*/ 357051 h 409302"/>
              <a:gd name="connsiteX8" fmla="*/ 8525692 w 11173098"/>
              <a:gd name="connsiteY8" fmla="*/ 409302 h 409302"/>
              <a:gd name="connsiteX9" fmla="*/ 0 w 11173098"/>
              <a:gd name="connsiteY9" fmla="*/ 409302 h 409302"/>
              <a:gd name="connsiteX0" fmla="*/ 11173098 w 11173098"/>
              <a:gd name="connsiteY0" fmla="*/ 217714 h 409302"/>
              <a:gd name="connsiteX1" fmla="*/ 10633166 w 11173098"/>
              <a:gd name="connsiteY1" fmla="*/ 217714 h 409302"/>
              <a:gd name="connsiteX2" fmla="*/ 10554789 w 11173098"/>
              <a:gd name="connsiteY2" fmla="*/ 113211 h 409302"/>
              <a:gd name="connsiteX3" fmla="*/ 10432869 w 11173098"/>
              <a:gd name="connsiteY3" fmla="*/ 8708 h 409302"/>
              <a:gd name="connsiteX4" fmla="*/ 10197738 w 11173098"/>
              <a:gd name="connsiteY4" fmla="*/ 0 h 409302"/>
              <a:gd name="connsiteX5" fmla="*/ 9875520 w 11173098"/>
              <a:gd name="connsiteY5" fmla="*/ 78377 h 409302"/>
              <a:gd name="connsiteX6" fmla="*/ 9396549 w 11173098"/>
              <a:gd name="connsiteY6" fmla="*/ 182880 h 409302"/>
              <a:gd name="connsiteX7" fmla="*/ 8769532 w 11173098"/>
              <a:gd name="connsiteY7" fmla="*/ 357051 h 409302"/>
              <a:gd name="connsiteX8" fmla="*/ 8525692 w 11173098"/>
              <a:gd name="connsiteY8" fmla="*/ 409302 h 409302"/>
              <a:gd name="connsiteX9" fmla="*/ 0 w 11173098"/>
              <a:gd name="connsiteY9" fmla="*/ 409302 h 409302"/>
              <a:gd name="connsiteX0" fmla="*/ 11173098 w 11173098"/>
              <a:gd name="connsiteY0" fmla="*/ 217714 h 409302"/>
              <a:gd name="connsiteX1" fmla="*/ 10741450 w 11173098"/>
              <a:gd name="connsiteY1" fmla="*/ 221725 h 409302"/>
              <a:gd name="connsiteX2" fmla="*/ 10554789 w 11173098"/>
              <a:gd name="connsiteY2" fmla="*/ 113211 h 409302"/>
              <a:gd name="connsiteX3" fmla="*/ 10432869 w 11173098"/>
              <a:gd name="connsiteY3" fmla="*/ 8708 h 409302"/>
              <a:gd name="connsiteX4" fmla="*/ 10197738 w 11173098"/>
              <a:gd name="connsiteY4" fmla="*/ 0 h 409302"/>
              <a:gd name="connsiteX5" fmla="*/ 9875520 w 11173098"/>
              <a:gd name="connsiteY5" fmla="*/ 78377 h 409302"/>
              <a:gd name="connsiteX6" fmla="*/ 9396549 w 11173098"/>
              <a:gd name="connsiteY6" fmla="*/ 182880 h 409302"/>
              <a:gd name="connsiteX7" fmla="*/ 8769532 w 11173098"/>
              <a:gd name="connsiteY7" fmla="*/ 357051 h 409302"/>
              <a:gd name="connsiteX8" fmla="*/ 8525692 w 11173098"/>
              <a:gd name="connsiteY8" fmla="*/ 409302 h 409302"/>
              <a:gd name="connsiteX9" fmla="*/ 0 w 11173098"/>
              <a:gd name="connsiteY9" fmla="*/ 409302 h 409302"/>
              <a:gd name="connsiteX0" fmla="*/ 11173098 w 11173098"/>
              <a:gd name="connsiteY0" fmla="*/ 230843 h 422431"/>
              <a:gd name="connsiteX1" fmla="*/ 10741450 w 11173098"/>
              <a:gd name="connsiteY1" fmla="*/ 234854 h 422431"/>
              <a:gd name="connsiteX2" fmla="*/ 10554789 w 11173098"/>
              <a:gd name="connsiteY2" fmla="*/ 126340 h 422431"/>
              <a:gd name="connsiteX3" fmla="*/ 10432869 w 11173098"/>
              <a:gd name="connsiteY3" fmla="*/ 21837 h 422431"/>
              <a:gd name="connsiteX4" fmla="*/ 10197738 w 11173098"/>
              <a:gd name="connsiteY4" fmla="*/ 13129 h 422431"/>
              <a:gd name="connsiteX5" fmla="*/ 9875520 w 11173098"/>
              <a:gd name="connsiteY5" fmla="*/ 91506 h 422431"/>
              <a:gd name="connsiteX6" fmla="*/ 9396549 w 11173098"/>
              <a:gd name="connsiteY6" fmla="*/ 196009 h 422431"/>
              <a:gd name="connsiteX7" fmla="*/ 8769532 w 11173098"/>
              <a:gd name="connsiteY7" fmla="*/ 370180 h 422431"/>
              <a:gd name="connsiteX8" fmla="*/ 8525692 w 11173098"/>
              <a:gd name="connsiteY8" fmla="*/ 422431 h 422431"/>
              <a:gd name="connsiteX9" fmla="*/ 0 w 11173098"/>
              <a:gd name="connsiteY9" fmla="*/ 422431 h 422431"/>
              <a:gd name="connsiteX0" fmla="*/ 11173098 w 11173098"/>
              <a:gd name="connsiteY0" fmla="*/ 231414 h 423002"/>
              <a:gd name="connsiteX1" fmla="*/ 10741450 w 11173098"/>
              <a:gd name="connsiteY1" fmla="*/ 235425 h 423002"/>
              <a:gd name="connsiteX2" fmla="*/ 10554789 w 11173098"/>
              <a:gd name="connsiteY2" fmla="*/ 126911 h 423002"/>
              <a:gd name="connsiteX3" fmla="*/ 10432869 w 11173098"/>
              <a:gd name="connsiteY3" fmla="*/ 22408 h 423002"/>
              <a:gd name="connsiteX4" fmla="*/ 10197738 w 11173098"/>
              <a:gd name="connsiteY4" fmla="*/ 13700 h 423002"/>
              <a:gd name="connsiteX5" fmla="*/ 9875520 w 11173098"/>
              <a:gd name="connsiteY5" fmla="*/ 92077 h 423002"/>
              <a:gd name="connsiteX6" fmla="*/ 9396549 w 11173098"/>
              <a:gd name="connsiteY6" fmla="*/ 196580 h 423002"/>
              <a:gd name="connsiteX7" fmla="*/ 8769532 w 11173098"/>
              <a:gd name="connsiteY7" fmla="*/ 370751 h 423002"/>
              <a:gd name="connsiteX8" fmla="*/ 8525692 w 11173098"/>
              <a:gd name="connsiteY8" fmla="*/ 423002 h 423002"/>
              <a:gd name="connsiteX9" fmla="*/ 0 w 11173098"/>
              <a:gd name="connsiteY9" fmla="*/ 423002 h 423002"/>
              <a:gd name="connsiteX0" fmla="*/ 11173098 w 11173098"/>
              <a:gd name="connsiteY0" fmla="*/ 231414 h 423002"/>
              <a:gd name="connsiteX1" fmla="*/ 10741450 w 11173098"/>
              <a:gd name="connsiteY1" fmla="*/ 235425 h 423002"/>
              <a:gd name="connsiteX2" fmla="*/ 10554789 w 11173098"/>
              <a:gd name="connsiteY2" fmla="*/ 126911 h 423002"/>
              <a:gd name="connsiteX3" fmla="*/ 10432869 w 11173098"/>
              <a:gd name="connsiteY3" fmla="*/ 22408 h 423002"/>
              <a:gd name="connsiteX4" fmla="*/ 10197738 w 11173098"/>
              <a:gd name="connsiteY4" fmla="*/ 13700 h 423002"/>
              <a:gd name="connsiteX5" fmla="*/ 9875520 w 11173098"/>
              <a:gd name="connsiteY5" fmla="*/ 92077 h 423002"/>
              <a:gd name="connsiteX6" fmla="*/ 8769532 w 11173098"/>
              <a:gd name="connsiteY6" fmla="*/ 370751 h 423002"/>
              <a:gd name="connsiteX7" fmla="*/ 8525692 w 11173098"/>
              <a:gd name="connsiteY7" fmla="*/ 423002 h 423002"/>
              <a:gd name="connsiteX8" fmla="*/ 0 w 11173098"/>
              <a:gd name="connsiteY8" fmla="*/ 423002 h 423002"/>
              <a:gd name="connsiteX0" fmla="*/ 11173098 w 11173098"/>
              <a:gd name="connsiteY0" fmla="*/ 231414 h 423002"/>
              <a:gd name="connsiteX1" fmla="*/ 10741450 w 11173098"/>
              <a:gd name="connsiteY1" fmla="*/ 235425 h 423002"/>
              <a:gd name="connsiteX2" fmla="*/ 10554789 w 11173098"/>
              <a:gd name="connsiteY2" fmla="*/ 126911 h 423002"/>
              <a:gd name="connsiteX3" fmla="*/ 10432869 w 11173098"/>
              <a:gd name="connsiteY3" fmla="*/ 22408 h 423002"/>
              <a:gd name="connsiteX4" fmla="*/ 10197738 w 11173098"/>
              <a:gd name="connsiteY4" fmla="*/ 13700 h 423002"/>
              <a:gd name="connsiteX5" fmla="*/ 9875520 w 11173098"/>
              <a:gd name="connsiteY5" fmla="*/ 92077 h 423002"/>
              <a:gd name="connsiteX6" fmla="*/ 8769532 w 11173098"/>
              <a:gd name="connsiteY6" fmla="*/ 370751 h 423002"/>
              <a:gd name="connsiteX7" fmla="*/ 8525692 w 11173098"/>
              <a:gd name="connsiteY7" fmla="*/ 423002 h 423002"/>
              <a:gd name="connsiteX8" fmla="*/ 0 w 11173098"/>
              <a:gd name="connsiteY8" fmla="*/ 423002 h 423002"/>
              <a:gd name="connsiteX0" fmla="*/ 11173098 w 11173098"/>
              <a:gd name="connsiteY0" fmla="*/ 231414 h 423002"/>
              <a:gd name="connsiteX1" fmla="*/ 10741450 w 11173098"/>
              <a:gd name="connsiteY1" fmla="*/ 235425 h 423002"/>
              <a:gd name="connsiteX2" fmla="*/ 10554789 w 11173098"/>
              <a:gd name="connsiteY2" fmla="*/ 126911 h 423002"/>
              <a:gd name="connsiteX3" fmla="*/ 10432869 w 11173098"/>
              <a:gd name="connsiteY3" fmla="*/ 22408 h 423002"/>
              <a:gd name="connsiteX4" fmla="*/ 10197738 w 11173098"/>
              <a:gd name="connsiteY4" fmla="*/ 13700 h 423002"/>
              <a:gd name="connsiteX5" fmla="*/ 9875520 w 11173098"/>
              <a:gd name="connsiteY5" fmla="*/ 92077 h 423002"/>
              <a:gd name="connsiteX6" fmla="*/ 8769532 w 11173098"/>
              <a:gd name="connsiteY6" fmla="*/ 370751 h 423002"/>
              <a:gd name="connsiteX7" fmla="*/ 7422797 w 11173098"/>
              <a:gd name="connsiteY7" fmla="*/ 418992 h 423002"/>
              <a:gd name="connsiteX8" fmla="*/ 0 w 11173098"/>
              <a:gd name="connsiteY8" fmla="*/ 423002 h 423002"/>
              <a:gd name="connsiteX0" fmla="*/ 11173098 w 11173098"/>
              <a:gd name="connsiteY0" fmla="*/ 231414 h 423002"/>
              <a:gd name="connsiteX1" fmla="*/ 10741450 w 11173098"/>
              <a:gd name="connsiteY1" fmla="*/ 235425 h 423002"/>
              <a:gd name="connsiteX2" fmla="*/ 10554789 w 11173098"/>
              <a:gd name="connsiteY2" fmla="*/ 126911 h 423002"/>
              <a:gd name="connsiteX3" fmla="*/ 10432869 w 11173098"/>
              <a:gd name="connsiteY3" fmla="*/ 22408 h 423002"/>
              <a:gd name="connsiteX4" fmla="*/ 10197738 w 11173098"/>
              <a:gd name="connsiteY4" fmla="*/ 13700 h 423002"/>
              <a:gd name="connsiteX5" fmla="*/ 9875520 w 11173098"/>
              <a:gd name="connsiteY5" fmla="*/ 92077 h 423002"/>
              <a:gd name="connsiteX6" fmla="*/ 8769532 w 11173098"/>
              <a:gd name="connsiteY6" fmla="*/ 370751 h 423002"/>
              <a:gd name="connsiteX7" fmla="*/ 7422797 w 11173098"/>
              <a:gd name="connsiteY7" fmla="*/ 418992 h 423002"/>
              <a:gd name="connsiteX8" fmla="*/ 0 w 11173098"/>
              <a:gd name="connsiteY8" fmla="*/ 423002 h 423002"/>
              <a:gd name="connsiteX0" fmla="*/ 11173098 w 11173098"/>
              <a:gd name="connsiteY0" fmla="*/ 231414 h 427554"/>
              <a:gd name="connsiteX1" fmla="*/ 10741450 w 11173098"/>
              <a:gd name="connsiteY1" fmla="*/ 235425 h 427554"/>
              <a:gd name="connsiteX2" fmla="*/ 10554789 w 11173098"/>
              <a:gd name="connsiteY2" fmla="*/ 126911 h 427554"/>
              <a:gd name="connsiteX3" fmla="*/ 10432869 w 11173098"/>
              <a:gd name="connsiteY3" fmla="*/ 22408 h 427554"/>
              <a:gd name="connsiteX4" fmla="*/ 10197738 w 11173098"/>
              <a:gd name="connsiteY4" fmla="*/ 13700 h 427554"/>
              <a:gd name="connsiteX5" fmla="*/ 9875520 w 11173098"/>
              <a:gd name="connsiteY5" fmla="*/ 92077 h 427554"/>
              <a:gd name="connsiteX6" fmla="*/ 9014174 w 11173098"/>
              <a:gd name="connsiteY6" fmla="*/ 318614 h 427554"/>
              <a:gd name="connsiteX7" fmla="*/ 7422797 w 11173098"/>
              <a:gd name="connsiteY7" fmla="*/ 418992 h 427554"/>
              <a:gd name="connsiteX8" fmla="*/ 0 w 11173098"/>
              <a:gd name="connsiteY8" fmla="*/ 423002 h 427554"/>
              <a:gd name="connsiteX0" fmla="*/ 11173098 w 11173098"/>
              <a:gd name="connsiteY0" fmla="*/ 231414 h 429318"/>
              <a:gd name="connsiteX1" fmla="*/ 10741450 w 11173098"/>
              <a:gd name="connsiteY1" fmla="*/ 235425 h 429318"/>
              <a:gd name="connsiteX2" fmla="*/ 10554789 w 11173098"/>
              <a:gd name="connsiteY2" fmla="*/ 126911 h 429318"/>
              <a:gd name="connsiteX3" fmla="*/ 10432869 w 11173098"/>
              <a:gd name="connsiteY3" fmla="*/ 22408 h 429318"/>
              <a:gd name="connsiteX4" fmla="*/ 10197738 w 11173098"/>
              <a:gd name="connsiteY4" fmla="*/ 13700 h 429318"/>
              <a:gd name="connsiteX5" fmla="*/ 9875520 w 11173098"/>
              <a:gd name="connsiteY5" fmla="*/ 92077 h 429318"/>
              <a:gd name="connsiteX6" fmla="*/ 9110426 w 11173098"/>
              <a:gd name="connsiteY6" fmla="*/ 294551 h 429318"/>
              <a:gd name="connsiteX7" fmla="*/ 7422797 w 11173098"/>
              <a:gd name="connsiteY7" fmla="*/ 418992 h 429318"/>
              <a:gd name="connsiteX8" fmla="*/ 0 w 11173098"/>
              <a:gd name="connsiteY8" fmla="*/ 423002 h 429318"/>
              <a:gd name="connsiteX0" fmla="*/ 11150704 w 11150704"/>
              <a:gd name="connsiteY0" fmla="*/ 238878 h 429318"/>
              <a:gd name="connsiteX1" fmla="*/ 10741450 w 11150704"/>
              <a:gd name="connsiteY1" fmla="*/ 235425 h 429318"/>
              <a:gd name="connsiteX2" fmla="*/ 10554789 w 11150704"/>
              <a:gd name="connsiteY2" fmla="*/ 126911 h 429318"/>
              <a:gd name="connsiteX3" fmla="*/ 10432869 w 11150704"/>
              <a:gd name="connsiteY3" fmla="*/ 22408 h 429318"/>
              <a:gd name="connsiteX4" fmla="*/ 10197738 w 11150704"/>
              <a:gd name="connsiteY4" fmla="*/ 13700 h 429318"/>
              <a:gd name="connsiteX5" fmla="*/ 9875520 w 11150704"/>
              <a:gd name="connsiteY5" fmla="*/ 92077 h 429318"/>
              <a:gd name="connsiteX6" fmla="*/ 9110426 w 11150704"/>
              <a:gd name="connsiteY6" fmla="*/ 294551 h 429318"/>
              <a:gd name="connsiteX7" fmla="*/ 7422797 w 11150704"/>
              <a:gd name="connsiteY7" fmla="*/ 418992 h 429318"/>
              <a:gd name="connsiteX8" fmla="*/ 0 w 11150704"/>
              <a:gd name="connsiteY8" fmla="*/ 423002 h 429318"/>
              <a:gd name="connsiteX0" fmla="*/ 11150704 w 11150704"/>
              <a:gd name="connsiteY0" fmla="*/ 238878 h 429318"/>
              <a:gd name="connsiteX1" fmla="*/ 10741450 w 11150704"/>
              <a:gd name="connsiteY1" fmla="*/ 235425 h 429318"/>
              <a:gd name="connsiteX2" fmla="*/ 10554789 w 11150704"/>
              <a:gd name="connsiteY2" fmla="*/ 126911 h 429318"/>
              <a:gd name="connsiteX3" fmla="*/ 10432869 w 11150704"/>
              <a:gd name="connsiteY3" fmla="*/ 22408 h 429318"/>
              <a:gd name="connsiteX4" fmla="*/ 10197738 w 11150704"/>
              <a:gd name="connsiteY4" fmla="*/ 13700 h 429318"/>
              <a:gd name="connsiteX5" fmla="*/ 9875520 w 11150704"/>
              <a:gd name="connsiteY5" fmla="*/ 92077 h 429318"/>
              <a:gd name="connsiteX6" fmla="*/ 9110426 w 11150704"/>
              <a:gd name="connsiteY6" fmla="*/ 294551 h 429318"/>
              <a:gd name="connsiteX7" fmla="*/ 7422797 w 11150704"/>
              <a:gd name="connsiteY7" fmla="*/ 418992 h 429318"/>
              <a:gd name="connsiteX8" fmla="*/ 0 w 11150704"/>
              <a:gd name="connsiteY8" fmla="*/ 423002 h 429318"/>
              <a:gd name="connsiteX0" fmla="*/ 11158168 w 11158168"/>
              <a:gd name="connsiteY0" fmla="*/ 238878 h 429318"/>
              <a:gd name="connsiteX1" fmla="*/ 10741450 w 11158168"/>
              <a:gd name="connsiteY1" fmla="*/ 235425 h 429318"/>
              <a:gd name="connsiteX2" fmla="*/ 10554789 w 11158168"/>
              <a:gd name="connsiteY2" fmla="*/ 126911 h 429318"/>
              <a:gd name="connsiteX3" fmla="*/ 10432869 w 11158168"/>
              <a:gd name="connsiteY3" fmla="*/ 22408 h 429318"/>
              <a:gd name="connsiteX4" fmla="*/ 10197738 w 11158168"/>
              <a:gd name="connsiteY4" fmla="*/ 13700 h 429318"/>
              <a:gd name="connsiteX5" fmla="*/ 9875520 w 11158168"/>
              <a:gd name="connsiteY5" fmla="*/ 92077 h 429318"/>
              <a:gd name="connsiteX6" fmla="*/ 9110426 w 11158168"/>
              <a:gd name="connsiteY6" fmla="*/ 294551 h 429318"/>
              <a:gd name="connsiteX7" fmla="*/ 7422797 w 11158168"/>
              <a:gd name="connsiteY7" fmla="*/ 418992 h 429318"/>
              <a:gd name="connsiteX8" fmla="*/ 0 w 11158168"/>
              <a:gd name="connsiteY8" fmla="*/ 423002 h 429318"/>
              <a:gd name="connsiteX0" fmla="*/ 6454802 w 6454802"/>
              <a:gd name="connsiteY0" fmla="*/ 238878 h 426703"/>
              <a:gd name="connsiteX1" fmla="*/ 6038084 w 6454802"/>
              <a:gd name="connsiteY1" fmla="*/ 235425 h 426703"/>
              <a:gd name="connsiteX2" fmla="*/ 5851423 w 6454802"/>
              <a:gd name="connsiteY2" fmla="*/ 126911 h 426703"/>
              <a:gd name="connsiteX3" fmla="*/ 5729503 w 6454802"/>
              <a:gd name="connsiteY3" fmla="*/ 22408 h 426703"/>
              <a:gd name="connsiteX4" fmla="*/ 5494372 w 6454802"/>
              <a:gd name="connsiteY4" fmla="*/ 13700 h 426703"/>
              <a:gd name="connsiteX5" fmla="*/ 5172154 w 6454802"/>
              <a:gd name="connsiteY5" fmla="*/ 92077 h 426703"/>
              <a:gd name="connsiteX6" fmla="*/ 4407060 w 6454802"/>
              <a:gd name="connsiteY6" fmla="*/ 294551 h 426703"/>
              <a:gd name="connsiteX7" fmla="*/ 2719431 w 6454802"/>
              <a:gd name="connsiteY7" fmla="*/ 418992 h 426703"/>
              <a:gd name="connsiteX8" fmla="*/ 0 w 6454802"/>
              <a:gd name="connsiteY8" fmla="*/ 414844 h 426703"/>
              <a:gd name="connsiteX0" fmla="*/ 4386626 w 4386626"/>
              <a:gd name="connsiteY0" fmla="*/ 238878 h 427897"/>
              <a:gd name="connsiteX1" fmla="*/ 3969908 w 4386626"/>
              <a:gd name="connsiteY1" fmla="*/ 235425 h 427897"/>
              <a:gd name="connsiteX2" fmla="*/ 3783247 w 4386626"/>
              <a:gd name="connsiteY2" fmla="*/ 126911 h 427897"/>
              <a:gd name="connsiteX3" fmla="*/ 3661327 w 4386626"/>
              <a:gd name="connsiteY3" fmla="*/ 22408 h 427897"/>
              <a:gd name="connsiteX4" fmla="*/ 3426196 w 4386626"/>
              <a:gd name="connsiteY4" fmla="*/ 13700 h 427897"/>
              <a:gd name="connsiteX5" fmla="*/ 3103978 w 4386626"/>
              <a:gd name="connsiteY5" fmla="*/ 92077 h 427897"/>
              <a:gd name="connsiteX6" fmla="*/ 2338884 w 4386626"/>
              <a:gd name="connsiteY6" fmla="*/ 294551 h 427897"/>
              <a:gd name="connsiteX7" fmla="*/ 651255 w 4386626"/>
              <a:gd name="connsiteY7" fmla="*/ 418992 h 427897"/>
              <a:gd name="connsiteX8" fmla="*/ 0 w 4386626"/>
              <a:gd name="connsiteY8" fmla="*/ 418923 h 427897"/>
              <a:gd name="connsiteX0" fmla="*/ 4386626 w 4386626"/>
              <a:gd name="connsiteY0" fmla="*/ 238878 h 418923"/>
              <a:gd name="connsiteX1" fmla="*/ 3969908 w 4386626"/>
              <a:gd name="connsiteY1" fmla="*/ 235425 h 418923"/>
              <a:gd name="connsiteX2" fmla="*/ 3783247 w 4386626"/>
              <a:gd name="connsiteY2" fmla="*/ 126911 h 418923"/>
              <a:gd name="connsiteX3" fmla="*/ 3661327 w 4386626"/>
              <a:gd name="connsiteY3" fmla="*/ 22408 h 418923"/>
              <a:gd name="connsiteX4" fmla="*/ 3426196 w 4386626"/>
              <a:gd name="connsiteY4" fmla="*/ 13700 h 418923"/>
              <a:gd name="connsiteX5" fmla="*/ 3103978 w 4386626"/>
              <a:gd name="connsiteY5" fmla="*/ 92077 h 418923"/>
              <a:gd name="connsiteX6" fmla="*/ 2338884 w 4386626"/>
              <a:gd name="connsiteY6" fmla="*/ 294551 h 418923"/>
              <a:gd name="connsiteX7" fmla="*/ 0 w 4386626"/>
              <a:gd name="connsiteY7" fmla="*/ 418923 h 418923"/>
              <a:gd name="connsiteX0" fmla="*/ 4386626 w 4386626"/>
              <a:gd name="connsiteY0" fmla="*/ 238878 h 418923"/>
              <a:gd name="connsiteX1" fmla="*/ 3969908 w 4386626"/>
              <a:gd name="connsiteY1" fmla="*/ 235425 h 418923"/>
              <a:gd name="connsiteX2" fmla="*/ 3783247 w 4386626"/>
              <a:gd name="connsiteY2" fmla="*/ 126911 h 418923"/>
              <a:gd name="connsiteX3" fmla="*/ 3661327 w 4386626"/>
              <a:gd name="connsiteY3" fmla="*/ 22408 h 418923"/>
              <a:gd name="connsiteX4" fmla="*/ 3426196 w 4386626"/>
              <a:gd name="connsiteY4" fmla="*/ 13700 h 418923"/>
              <a:gd name="connsiteX5" fmla="*/ 3103978 w 4386626"/>
              <a:gd name="connsiteY5" fmla="*/ 92077 h 418923"/>
              <a:gd name="connsiteX6" fmla="*/ 2338884 w 4386626"/>
              <a:gd name="connsiteY6" fmla="*/ 294551 h 418923"/>
              <a:gd name="connsiteX7" fmla="*/ 1152909 w 4386626"/>
              <a:gd name="connsiteY7" fmla="*/ 367156 h 418923"/>
              <a:gd name="connsiteX8" fmla="*/ 0 w 4386626"/>
              <a:gd name="connsiteY8" fmla="*/ 418923 h 418923"/>
              <a:gd name="connsiteX0" fmla="*/ 4386626 w 4386626"/>
              <a:gd name="connsiteY0" fmla="*/ 238878 h 418923"/>
              <a:gd name="connsiteX1" fmla="*/ 3969908 w 4386626"/>
              <a:gd name="connsiteY1" fmla="*/ 235425 h 418923"/>
              <a:gd name="connsiteX2" fmla="*/ 3783247 w 4386626"/>
              <a:gd name="connsiteY2" fmla="*/ 126911 h 418923"/>
              <a:gd name="connsiteX3" fmla="*/ 3661327 w 4386626"/>
              <a:gd name="connsiteY3" fmla="*/ 22408 h 418923"/>
              <a:gd name="connsiteX4" fmla="*/ 3426196 w 4386626"/>
              <a:gd name="connsiteY4" fmla="*/ 13700 h 418923"/>
              <a:gd name="connsiteX5" fmla="*/ 3103978 w 4386626"/>
              <a:gd name="connsiteY5" fmla="*/ 92077 h 418923"/>
              <a:gd name="connsiteX6" fmla="*/ 2338884 w 4386626"/>
              <a:gd name="connsiteY6" fmla="*/ 294551 h 418923"/>
              <a:gd name="connsiteX7" fmla="*/ 1152909 w 4386626"/>
              <a:gd name="connsiteY7" fmla="*/ 399790 h 418923"/>
              <a:gd name="connsiteX8" fmla="*/ 0 w 4386626"/>
              <a:gd name="connsiteY8" fmla="*/ 418923 h 418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6626" h="418923">
                <a:moveTo>
                  <a:pt x="4386626" y="238878"/>
                </a:moveTo>
                <a:cubicBezTo>
                  <a:pt x="4247720" y="237727"/>
                  <a:pt x="4070471" y="254086"/>
                  <a:pt x="3969908" y="235425"/>
                </a:cubicBezTo>
                <a:cubicBezTo>
                  <a:pt x="3869345" y="216764"/>
                  <a:pt x="3816630" y="161745"/>
                  <a:pt x="3783247" y="126911"/>
                </a:cubicBezTo>
                <a:lnTo>
                  <a:pt x="3661327" y="22408"/>
                </a:lnTo>
                <a:cubicBezTo>
                  <a:pt x="3601819" y="3540"/>
                  <a:pt x="3533602" y="-12426"/>
                  <a:pt x="3426196" y="13700"/>
                </a:cubicBezTo>
                <a:lnTo>
                  <a:pt x="3103978" y="92077"/>
                </a:lnTo>
                <a:lnTo>
                  <a:pt x="2338884" y="294551"/>
                </a:lnTo>
                <a:cubicBezTo>
                  <a:pt x="2013706" y="340397"/>
                  <a:pt x="1542723" y="379061"/>
                  <a:pt x="1152909" y="399790"/>
                </a:cubicBezTo>
                <a:lnTo>
                  <a:pt x="0" y="418923"/>
                </a:lnTo>
              </a:path>
            </a:pathLst>
          </a:custGeom>
          <a:noFill/>
          <a:ln w="57150">
            <a:solidFill>
              <a:srgbClr val="CFB87C"/>
            </a:solidFill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A641FD0-9E5C-44C9-BB3A-A5EB36EABBDB}"/>
              </a:ext>
            </a:extLst>
          </p:cNvPr>
          <p:cNvSpPr/>
          <p:nvPr/>
        </p:nvSpPr>
        <p:spPr>
          <a:xfrm>
            <a:off x="1065538" y="3152453"/>
            <a:ext cx="11034497" cy="449589"/>
          </a:xfrm>
          <a:custGeom>
            <a:avLst/>
            <a:gdLst>
              <a:gd name="connsiteX0" fmla="*/ 11155680 w 11155680"/>
              <a:gd name="connsiteY0" fmla="*/ 0 h 174171"/>
              <a:gd name="connsiteX1" fmla="*/ 10755086 w 11155680"/>
              <a:gd name="connsiteY1" fmla="*/ 0 h 174171"/>
              <a:gd name="connsiteX2" fmla="*/ 10607040 w 11155680"/>
              <a:gd name="connsiteY2" fmla="*/ 26126 h 174171"/>
              <a:gd name="connsiteX3" fmla="*/ 10458994 w 11155680"/>
              <a:gd name="connsiteY3" fmla="*/ 104503 h 174171"/>
              <a:gd name="connsiteX4" fmla="*/ 10363200 w 11155680"/>
              <a:gd name="connsiteY4" fmla="*/ 165463 h 174171"/>
              <a:gd name="connsiteX5" fmla="*/ 10145486 w 11155680"/>
              <a:gd name="connsiteY5" fmla="*/ 174171 h 174171"/>
              <a:gd name="connsiteX6" fmla="*/ 9335589 w 11155680"/>
              <a:gd name="connsiteY6" fmla="*/ 165463 h 174171"/>
              <a:gd name="connsiteX7" fmla="*/ 8900160 w 11155680"/>
              <a:gd name="connsiteY7" fmla="*/ 148046 h 174171"/>
              <a:gd name="connsiteX8" fmla="*/ 0 w 11155680"/>
              <a:gd name="connsiteY8" fmla="*/ 148046 h 174171"/>
              <a:gd name="connsiteX0" fmla="*/ 11155680 w 11155680"/>
              <a:gd name="connsiteY0" fmla="*/ 0 h 174493"/>
              <a:gd name="connsiteX1" fmla="*/ 10755086 w 11155680"/>
              <a:gd name="connsiteY1" fmla="*/ 0 h 174493"/>
              <a:gd name="connsiteX2" fmla="*/ 10607040 w 11155680"/>
              <a:gd name="connsiteY2" fmla="*/ 26126 h 174493"/>
              <a:gd name="connsiteX3" fmla="*/ 10458994 w 11155680"/>
              <a:gd name="connsiteY3" fmla="*/ 104503 h 174493"/>
              <a:gd name="connsiteX4" fmla="*/ 10363200 w 11155680"/>
              <a:gd name="connsiteY4" fmla="*/ 165463 h 174493"/>
              <a:gd name="connsiteX5" fmla="*/ 10145486 w 11155680"/>
              <a:gd name="connsiteY5" fmla="*/ 174171 h 174493"/>
              <a:gd name="connsiteX6" fmla="*/ 9335589 w 11155680"/>
              <a:gd name="connsiteY6" fmla="*/ 165463 h 174493"/>
              <a:gd name="connsiteX7" fmla="*/ 8900160 w 11155680"/>
              <a:gd name="connsiteY7" fmla="*/ 148046 h 174493"/>
              <a:gd name="connsiteX8" fmla="*/ 0 w 11155680"/>
              <a:gd name="connsiteY8" fmla="*/ 148046 h 174493"/>
              <a:gd name="connsiteX0" fmla="*/ 11155680 w 11155680"/>
              <a:gd name="connsiteY0" fmla="*/ 0 h 174493"/>
              <a:gd name="connsiteX1" fmla="*/ 10755086 w 11155680"/>
              <a:gd name="connsiteY1" fmla="*/ 0 h 174493"/>
              <a:gd name="connsiteX2" fmla="*/ 10607040 w 11155680"/>
              <a:gd name="connsiteY2" fmla="*/ 26126 h 174493"/>
              <a:gd name="connsiteX3" fmla="*/ 10458994 w 11155680"/>
              <a:gd name="connsiteY3" fmla="*/ 104503 h 174493"/>
              <a:gd name="connsiteX4" fmla="*/ 10363200 w 11155680"/>
              <a:gd name="connsiteY4" fmla="*/ 165463 h 174493"/>
              <a:gd name="connsiteX5" fmla="*/ 10145486 w 11155680"/>
              <a:gd name="connsiteY5" fmla="*/ 174171 h 174493"/>
              <a:gd name="connsiteX6" fmla="*/ 9335589 w 11155680"/>
              <a:gd name="connsiteY6" fmla="*/ 165463 h 174493"/>
              <a:gd name="connsiteX7" fmla="*/ 8900160 w 11155680"/>
              <a:gd name="connsiteY7" fmla="*/ 148046 h 174493"/>
              <a:gd name="connsiteX8" fmla="*/ 0 w 11155680"/>
              <a:gd name="connsiteY8" fmla="*/ 148046 h 174493"/>
              <a:gd name="connsiteX0" fmla="*/ 11155680 w 11155680"/>
              <a:gd name="connsiteY0" fmla="*/ 0 h 174493"/>
              <a:gd name="connsiteX1" fmla="*/ 10755086 w 11155680"/>
              <a:gd name="connsiteY1" fmla="*/ 0 h 174493"/>
              <a:gd name="connsiteX2" fmla="*/ 10607040 w 11155680"/>
              <a:gd name="connsiteY2" fmla="*/ 26126 h 174493"/>
              <a:gd name="connsiteX3" fmla="*/ 10458994 w 11155680"/>
              <a:gd name="connsiteY3" fmla="*/ 104503 h 174493"/>
              <a:gd name="connsiteX4" fmla="*/ 10363200 w 11155680"/>
              <a:gd name="connsiteY4" fmla="*/ 165463 h 174493"/>
              <a:gd name="connsiteX5" fmla="*/ 10145486 w 11155680"/>
              <a:gd name="connsiteY5" fmla="*/ 174171 h 174493"/>
              <a:gd name="connsiteX6" fmla="*/ 9335589 w 11155680"/>
              <a:gd name="connsiteY6" fmla="*/ 165463 h 174493"/>
              <a:gd name="connsiteX7" fmla="*/ 8900160 w 11155680"/>
              <a:gd name="connsiteY7" fmla="*/ 148046 h 174493"/>
              <a:gd name="connsiteX8" fmla="*/ 0 w 11155680"/>
              <a:gd name="connsiteY8" fmla="*/ 155510 h 174493"/>
              <a:gd name="connsiteX0" fmla="*/ 11174341 w 11174341"/>
              <a:gd name="connsiteY0" fmla="*/ 0 h 174493"/>
              <a:gd name="connsiteX1" fmla="*/ 10773747 w 11174341"/>
              <a:gd name="connsiteY1" fmla="*/ 0 h 174493"/>
              <a:gd name="connsiteX2" fmla="*/ 10625701 w 11174341"/>
              <a:gd name="connsiteY2" fmla="*/ 26126 h 174493"/>
              <a:gd name="connsiteX3" fmla="*/ 10477655 w 11174341"/>
              <a:gd name="connsiteY3" fmla="*/ 104503 h 174493"/>
              <a:gd name="connsiteX4" fmla="*/ 10381861 w 11174341"/>
              <a:gd name="connsiteY4" fmla="*/ 165463 h 174493"/>
              <a:gd name="connsiteX5" fmla="*/ 10164147 w 11174341"/>
              <a:gd name="connsiteY5" fmla="*/ 174171 h 174493"/>
              <a:gd name="connsiteX6" fmla="*/ 9354250 w 11174341"/>
              <a:gd name="connsiteY6" fmla="*/ 165463 h 174493"/>
              <a:gd name="connsiteX7" fmla="*/ 8918821 w 11174341"/>
              <a:gd name="connsiteY7" fmla="*/ 148046 h 174493"/>
              <a:gd name="connsiteX8" fmla="*/ 0 w 11174341"/>
              <a:gd name="connsiteY8" fmla="*/ 159242 h 174493"/>
              <a:gd name="connsiteX0" fmla="*/ 11155680 w 11155680"/>
              <a:gd name="connsiteY0" fmla="*/ 0 h 174493"/>
              <a:gd name="connsiteX1" fmla="*/ 10755086 w 11155680"/>
              <a:gd name="connsiteY1" fmla="*/ 0 h 174493"/>
              <a:gd name="connsiteX2" fmla="*/ 10607040 w 11155680"/>
              <a:gd name="connsiteY2" fmla="*/ 26126 h 174493"/>
              <a:gd name="connsiteX3" fmla="*/ 10458994 w 11155680"/>
              <a:gd name="connsiteY3" fmla="*/ 104503 h 174493"/>
              <a:gd name="connsiteX4" fmla="*/ 10363200 w 11155680"/>
              <a:gd name="connsiteY4" fmla="*/ 165463 h 174493"/>
              <a:gd name="connsiteX5" fmla="*/ 10145486 w 11155680"/>
              <a:gd name="connsiteY5" fmla="*/ 174171 h 174493"/>
              <a:gd name="connsiteX6" fmla="*/ 9335589 w 11155680"/>
              <a:gd name="connsiteY6" fmla="*/ 165463 h 174493"/>
              <a:gd name="connsiteX7" fmla="*/ 8900160 w 11155680"/>
              <a:gd name="connsiteY7" fmla="*/ 148046 h 174493"/>
              <a:gd name="connsiteX8" fmla="*/ 0 w 11155680"/>
              <a:gd name="connsiteY8" fmla="*/ 159242 h 174493"/>
              <a:gd name="connsiteX0" fmla="*/ 11155680 w 11155680"/>
              <a:gd name="connsiteY0" fmla="*/ 0 h 174493"/>
              <a:gd name="connsiteX1" fmla="*/ 10755086 w 11155680"/>
              <a:gd name="connsiteY1" fmla="*/ 0 h 174493"/>
              <a:gd name="connsiteX2" fmla="*/ 10607040 w 11155680"/>
              <a:gd name="connsiteY2" fmla="*/ 26126 h 174493"/>
              <a:gd name="connsiteX3" fmla="*/ 10458994 w 11155680"/>
              <a:gd name="connsiteY3" fmla="*/ 104503 h 174493"/>
              <a:gd name="connsiteX4" fmla="*/ 10363200 w 11155680"/>
              <a:gd name="connsiteY4" fmla="*/ 165463 h 174493"/>
              <a:gd name="connsiteX5" fmla="*/ 10145486 w 11155680"/>
              <a:gd name="connsiteY5" fmla="*/ 174171 h 174493"/>
              <a:gd name="connsiteX6" fmla="*/ 9335589 w 11155680"/>
              <a:gd name="connsiteY6" fmla="*/ 165463 h 174493"/>
              <a:gd name="connsiteX7" fmla="*/ 8900160 w 11155680"/>
              <a:gd name="connsiteY7" fmla="*/ 148046 h 174493"/>
              <a:gd name="connsiteX8" fmla="*/ 0 w 11155680"/>
              <a:gd name="connsiteY8" fmla="*/ 159242 h 174493"/>
              <a:gd name="connsiteX0" fmla="*/ 11170609 w 11170609"/>
              <a:gd name="connsiteY0" fmla="*/ 0 h 174493"/>
              <a:gd name="connsiteX1" fmla="*/ 10770015 w 11170609"/>
              <a:gd name="connsiteY1" fmla="*/ 0 h 174493"/>
              <a:gd name="connsiteX2" fmla="*/ 10621969 w 11170609"/>
              <a:gd name="connsiteY2" fmla="*/ 26126 h 174493"/>
              <a:gd name="connsiteX3" fmla="*/ 10473923 w 11170609"/>
              <a:gd name="connsiteY3" fmla="*/ 104503 h 174493"/>
              <a:gd name="connsiteX4" fmla="*/ 10378129 w 11170609"/>
              <a:gd name="connsiteY4" fmla="*/ 165463 h 174493"/>
              <a:gd name="connsiteX5" fmla="*/ 10160415 w 11170609"/>
              <a:gd name="connsiteY5" fmla="*/ 174171 h 174493"/>
              <a:gd name="connsiteX6" fmla="*/ 9350518 w 11170609"/>
              <a:gd name="connsiteY6" fmla="*/ 165463 h 174493"/>
              <a:gd name="connsiteX7" fmla="*/ 8915089 w 11170609"/>
              <a:gd name="connsiteY7" fmla="*/ 148046 h 174493"/>
              <a:gd name="connsiteX8" fmla="*/ 0 w 11170609"/>
              <a:gd name="connsiteY8" fmla="*/ 159242 h 174493"/>
              <a:gd name="connsiteX0" fmla="*/ 11144484 w 11144484"/>
              <a:gd name="connsiteY0" fmla="*/ 0 h 174493"/>
              <a:gd name="connsiteX1" fmla="*/ 10743890 w 11144484"/>
              <a:gd name="connsiteY1" fmla="*/ 0 h 174493"/>
              <a:gd name="connsiteX2" fmla="*/ 10595844 w 11144484"/>
              <a:gd name="connsiteY2" fmla="*/ 26126 h 174493"/>
              <a:gd name="connsiteX3" fmla="*/ 10447798 w 11144484"/>
              <a:gd name="connsiteY3" fmla="*/ 104503 h 174493"/>
              <a:gd name="connsiteX4" fmla="*/ 10352004 w 11144484"/>
              <a:gd name="connsiteY4" fmla="*/ 165463 h 174493"/>
              <a:gd name="connsiteX5" fmla="*/ 10134290 w 11144484"/>
              <a:gd name="connsiteY5" fmla="*/ 174171 h 174493"/>
              <a:gd name="connsiteX6" fmla="*/ 9324393 w 11144484"/>
              <a:gd name="connsiteY6" fmla="*/ 165463 h 174493"/>
              <a:gd name="connsiteX7" fmla="*/ 8888964 w 11144484"/>
              <a:gd name="connsiteY7" fmla="*/ 148046 h 174493"/>
              <a:gd name="connsiteX8" fmla="*/ 0 w 11144484"/>
              <a:gd name="connsiteY8" fmla="*/ 159242 h 174493"/>
              <a:gd name="connsiteX0" fmla="*/ 11043713 w 11043713"/>
              <a:gd name="connsiteY0" fmla="*/ 0 h 174493"/>
              <a:gd name="connsiteX1" fmla="*/ 10643119 w 11043713"/>
              <a:gd name="connsiteY1" fmla="*/ 0 h 174493"/>
              <a:gd name="connsiteX2" fmla="*/ 10495073 w 11043713"/>
              <a:gd name="connsiteY2" fmla="*/ 26126 h 174493"/>
              <a:gd name="connsiteX3" fmla="*/ 10347027 w 11043713"/>
              <a:gd name="connsiteY3" fmla="*/ 104503 h 174493"/>
              <a:gd name="connsiteX4" fmla="*/ 10251233 w 11043713"/>
              <a:gd name="connsiteY4" fmla="*/ 165463 h 174493"/>
              <a:gd name="connsiteX5" fmla="*/ 10033519 w 11043713"/>
              <a:gd name="connsiteY5" fmla="*/ 174171 h 174493"/>
              <a:gd name="connsiteX6" fmla="*/ 9223622 w 11043713"/>
              <a:gd name="connsiteY6" fmla="*/ 165463 h 174493"/>
              <a:gd name="connsiteX7" fmla="*/ 8788193 w 11043713"/>
              <a:gd name="connsiteY7" fmla="*/ 148046 h 174493"/>
              <a:gd name="connsiteX8" fmla="*/ 0 w 11043713"/>
              <a:gd name="connsiteY8" fmla="*/ 159242 h 174493"/>
              <a:gd name="connsiteX0" fmla="*/ 11058642 w 11058642"/>
              <a:gd name="connsiteY0" fmla="*/ 0 h 174493"/>
              <a:gd name="connsiteX1" fmla="*/ 10658048 w 11058642"/>
              <a:gd name="connsiteY1" fmla="*/ 0 h 174493"/>
              <a:gd name="connsiteX2" fmla="*/ 10510002 w 11058642"/>
              <a:gd name="connsiteY2" fmla="*/ 26126 h 174493"/>
              <a:gd name="connsiteX3" fmla="*/ 10361956 w 11058642"/>
              <a:gd name="connsiteY3" fmla="*/ 104503 h 174493"/>
              <a:gd name="connsiteX4" fmla="*/ 10266162 w 11058642"/>
              <a:gd name="connsiteY4" fmla="*/ 165463 h 174493"/>
              <a:gd name="connsiteX5" fmla="*/ 10048448 w 11058642"/>
              <a:gd name="connsiteY5" fmla="*/ 174171 h 174493"/>
              <a:gd name="connsiteX6" fmla="*/ 9238551 w 11058642"/>
              <a:gd name="connsiteY6" fmla="*/ 165463 h 174493"/>
              <a:gd name="connsiteX7" fmla="*/ 8803122 w 11058642"/>
              <a:gd name="connsiteY7" fmla="*/ 148046 h 174493"/>
              <a:gd name="connsiteX8" fmla="*/ 0 w 11058642"/>
              <a:gd name="connsiteY8" fmla="*/ 159242 h 174493"/>
              <a:gd name="connsiteX0" fmla="*/ 11062374 w 11062374"/>
              <a:gd name="connsiteY0" fmla="*/ 0 h 174493"/>
              <a:gd name="connsiteX1" fmla="*/ 10661780 w 11062374"/>
              <a:gd name="connsiteY1" fmla="*/ 0 h 174493"/>
              <a:gd name="connsiteX2" fmla="*/ 10513734 w 11062374"/>
              <a:gd name="connsiteY2" fmla="*/ 26126 h 174493"/>
              <a:gd name="connsiteX3" fmla="*/ 10365688 w 11062374"/>
              <a:gd name="connsiteY3" fmla="*/ 104503 h 174493"/>
              <a:gd name="connsiteX4" fmla="*/ 10269894 w 11062374"/>
              <a:gd name="connsiteY4" fmla="*/ 165463 h 174493"/>
              <a:gd name="connsiteX5" fmla="*/ 10052180 w 11062374"/>
              <a:gd name="connsiteY5" fmla="*/ 174171 h 174493"/>
              <a:gd name="connsiteX6" fmla="*/ 9242283 w 11062374"/>
              <a:gd name="connsiteY6" fmla="*/ 165463 h 174493"/>
              <a:gd name="connsiteX7" fmla="*/ 8806854 w 11062374"/>
              <a:gd name="connsiteY7" fmla="*/ 148046 h 174493"/>
              <a:gd name="connsiteX8" fmla="*/ 0 w 11062374"/>
              <a:gd name="connsiteY8" fmla="*/ 159242 h 174493"/>
              <a:gd name="connsiteX0" fmla="*/ 11062374 w 11062374"/>
              <a:gd name="connsiteY0" fmla="*/ 0 h 174493"/>
              <a:gd name="connsiteX1" fmla="*/ 10661780 w 11062374"/>
              <a:gd name="connsiteY1" fmla="*/ 0 h 174493"/>
              <a:gd name="connsiteX2" fmla="*/ 10513734 w 11062374"/>
              <a:gd name="connsiteY2" fmla="*/ 26126 h 174493"/>
              <a:gd name="connsiteX3" fmla="*/ 10365688 w 11062374"/>
              <a:gd name="connsiteY3" fmla="*/ 104503 h 174493"/>
              <a:gd name="connsiteX4" fmla="*/ 10269894 w 11062374"/>
              <a:gd name="connsiteY4" fmla="*/ 165463 h 174493"/>
              <a:gd name="connsiteX5" fmla="*/ 10052180 w 11062374"/>
              <a:gd name="connsiteY5" fmla="*/ 174171 h 174493"/>
              <a:gd name="connsiteX6" fmla="*/ 8806854 w 11062374"/>
              <a:gd name="connsiteY6" fmla="*/ 148046 h 174493"/>
              <a:gd name="connsiteX7" fmla="*/ 0 w 11062374"/>
              <a:gd name="connsiteY7" fmla="*/ 159242 h 174493"/>
              <a:gd name="connsiteX0" fmla="*/ 6391642 w 6391642"/>
              <a:gd name="connsiteY0" fmla="*/ 0 h 174493"/>
              <a:gd name="connsiteX1" fmla="*/ 5991048 w 6391642"/>
              <a:gd name="connsiteY1" fmla="*/ 0 h 174493"/>
              <a:gd name="connsiteX2" fmla="*/ 5843002 w 6391642"/>
              <a:gd name="connsiteY2" fmla="*/ 26126 h 174493"/>
              <a:gd name="connsiteX3" fmla="*/ 5694956 w 6391642"/>
              <a:gd name="connsiteY3" fmla="*/ 104503 h 174493"/>
              <a:gd name="connsiteX4" fmla="*/ 5599162 w 6391642"/>
              <a:gd name="connsiteY4" fmla="*/ 165463 h 174493"/>
              <a:gd name="connsiteX5" fmla="*/ 5381448 w 6391642"/>
              <a:gd name="connsiteY5" fmla="*/ 174171 h 174493"/>
              <a:gd name="connsiteX6" fmla="*/ 4136122 w 6391642"/>
              <a:gd name="connsiteY6" fmla="*/ 148046 h 174493"/>
              <a:gd name="connsiteX7" fmla="*/ 0 w 6391642"/>
              <a:gd name="connsiteY7" fmla="*/ 151083 h 174493"/>
              <a:gd name="connsiteX0" fmla="*/ 4250040 w 4250040"/>
              <a:gd name="connsiteY0" fmla="*/ 0 h 174493"/>
              <a:gd name="connsiteX1" fmla="*/ 3849446 w 4250040"/>
              <a:gd name="connsiteY1" fmla="*/ 0 h 174493"/>
              <a:gd name="connsiteX2" fmla="*/ 3701400 w 4250040"/>
              <a:gd name="connsiteY2" fmla="*/ 26126 h 174493"/>
              <a:gd name="connsiteX3" fmla="*/ 3553354 w 4250040"/>
              <a:gd name="connsiteY3" fmla="*/ 104503 h 174493"/>
              <a:gd name="connsiteX4" fmla="*/ 3457560 w 4250040"/>
              <a:gd name="connsiteY4" fmla="*/ 165463 h 174493"/>
              <a:gd name="connsiteX5" fmla="*/ 3239846 w 4250040"/>
              <a:gd name="connsiteY5" fmla="*/ 174171 h 174493"/>
              <a:gd name="connsiteX6" fmla="*/ 1994520 w 4250040"/>
              <a:gd name="connsiteY6" fmla="*/ 148046 h 174493"/>
              <a:gd name="connsiteX7" fmla="*/ 0 w 4250040"/>
              <a:gd name="connsiteY7" fmla="*/ 142924 h 174493"/>
              <a:gd name="connsiteX0" fmla="*/ 4270436 w 4270436"/>
              <a:gd name="connsiteY0" fmla="*/ 0 h 174493"/>
              <a:gd name="connsiteX1" fmla="*/ 3869842 w 4270436"/>
              <a:gd name="connsiteY1" fmla="*/ 0 h 174493"/>
              <a:gd name="connsiteX2" fmla="*/ 3721796 w 4270436"/>
              <a:gd name="connsiteY2" fmla="*/ 26126 h 174493"/>
              <a:gd name="connsiteX3" fmla="*/ 3573750 w 4270436"/>
              <a:gd name="connsiteY3" fmla="*/ 104503 h 174493"/>
              <a:gd name="connsiteX4" fmla="*/ 3477956 w 4270436"/>
              <a:gd name="connsiteY4" fmla="*/ 165463 h 174493"/>
              <a:gd name="connsiteX5" fmla="*/ 3260242 w 4270436"/>
              <a:gd name="connsiteY5" fmla="*/ 174171 h 174493"/>
              <a:gd name="connsiteX6" fmla="*/ 2014916 w 4270436"/>
              <a:gd name="connsiteY6" fmla="*/ 148046 h 174493"/>
              <a:gd name="connsiteX7" fmla="*/ 0 w 4270436"/>
              <a:gd name="connsiteY7" fmla="*/ 151082 h 174493"/>
              <a:gd name="connsiteX0" fmla="*/ 4282674 w 4282674"/>
              <a:gd name="connsiteY0" fmla="*/ 0 h 174493"/>
              <a:gd name="connsiteX1" fmla="*/ 3882080 w 4282674"/>
              <a:gd name="connsiteY1" fmla="*/ 0 h 174493"/>
              <a:gd name="connsiteX2" fmla="*/ 3734034 w 4282674"/>
              <a:gd name="connsiteY2" fmla="*/ 26126 h 174493"/>
              <a:gd name="connsiteX3" fmla="*/ 3585988 w 4282674"/>
              <a:gd name="connsiteY3" fmla="*/ 104503 h 174493"/>
              <a:gd name="connsiteX4" fmla="*/ 3490194 w 4282674"/>
              <a:gd name="connsiteY4" fmla="*/ 165463 h 174493"/>
              <a:gd name="connsiteX5" fmla="*/ 3272480 w 4282674"/>
              <a:gd name="connsiteY5" fmla="*/ 174171 h 174493"/>
              <a:gd name="connsiteX6" fmla="*/ 2027154 w 4282674"/>
              <a:gd name="connsiteY6" fmla="*/ 148046 h 174493"/>
              <a:gd name="connsiteX7" fmla="*/ 0 w 4282674"/>
              <a:gd name="connsiteY7" fmla="*/ 151082 h 174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82674" h="174493">
                <a:moveTo>
                  <a:pt x="4282674" y="0"/>
                </a:moveTo>
                <a:lnTo>
                  <a:pt x="3882080" y="0"/>
                </a:lnTo>
                <a:cubicBezTo>
                  <a:pt x="3790640" y="4354"/>
                  <a:pt x="3783383" y="8709"/>
                  <a:pt x="3734034" y="26126"/>
                </a:cubicBezTo>
                <a:cubicBezTo>
                  <a:pt x="3684685" y="43543"/>
                  <a:pt x="3626628" y="81280"/>
                  <a:pt x="3585988" y="104503"/>
                </a:cubicBezTo>
                <a:cubicBezTo>
                  <a:pt x="3545348" y="127726"/>
                  <a:pt x="3542445" y="153852"/>
                  <a:pt x="3490194" y="165463"/>
                </a:cubicBezTo>
                <a:cubicBezTo>
                  <a:pt x="3437943" y="177074"/>
                  <a:pt x="3443748" y="174171"/>
                  <a:pt x="3272480" y="174171"/>
                </a:cubicBezTo>
                <a:cubicBezTo>
                  <a:pt x="2857371" y="165463"/>
                  <a:pt x="2572567" y="151894"/>
                  <a:pt x="2027154" y="148046"/>
                </a:cubicBezTo>
                <a:lnTo>
                  <a:pt x="0" y="151082"/>
                </a:lnTo>
              </a:path>
            </a:pathLst>
          </a:custGeom>
          <a:noFill/>
          <a:ln w="57150">
            <a:solidFill>
              <a:srgbClr val="CFB87C"/>
            </a:solidFill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1055D98-C87D-400A-80CF-18F00CE768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282704"/>
            <a:ext cx="7315200" cy="606425"/>
          </a:xfrm>
        </p:spPr>
        <p:txBody>
          <a:bodyPr anchor="b"/>
          <a:lstStyle>
            <a:lvl1pPr marL="0" indent="0">
              <a:buNone/>
              <a:defRPr b="1" i="1"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83009164"/>
      </p:ext>
    </p:extLst>
  </p:cSld>
  <p:clrMapOvr>
    <a:masterClrMapping/>
  </p:clrMapOvr>
  <p:hf hd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4158" y="585378"/>
            <a:ext cx="10635967" cy="576938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BDCB3EA-BD98-446D-8D63-B6D9F2C64FFC}" type="datetime1">
              <a:rPr lang="en-US" smtClean="0"/>
              <a:t>3/5/2025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967F07-FE2B-4BD4-93CB-234175A568E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0C13F92-5B73-4C0A-BEFA-0F437AD2B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1879" y="109127"/>
            <a:ext cx="10748244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University of Colorado - Boulder</a:t>
            </a:r>
          </a:p>
          <a:p>
            <a:r>
              <a:rPr lang="en-US"/>
              <a:t>Smead Aerospace Engineering Sciences</a:t>
            </a:r>
          </a:p>
        </p:txBody>
      </p:sp>
    </p:spTree>
    <p:extLst>
      <p:ext uri="{BB962C8B-B14F-4D97-AF65-F5344CB8AC3E}">
        <p14:creationId xmlns:p14="http://schemas.microsoft.com/office/powerpoint/2010/main" val="1006005468"/>
      </p:ext>
    </p:extLst>
  </p:cSld>
  <p:clrMapOvr>
    <a:masterClrMapping/>
  </p:clrMapOvr>
  <p:hf hd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4158" y="585378"/>
            <a:ext cx="10635967" cy="576938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BDCB3EA-BD98-446D-8D63-B6D9F2C64FFC}" type="datetime1">
              <a:rPr lang="en-US" smtClean="0"/>
              <a:t>3/5/2025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967F07-FE2B-4BD4-93CB-234175A568E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0C13F92-5B73-4C0A-BEFA-0F437AD2B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1879" y="109127"/>
            <a:ext cx="10748244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University of Colorado - Boulder</a:t>
            </a:r>
          </a:p>
          <a:p>
            <a:r>
              <a:rPr lang="en-US"/>
              <a:t>Smead Aerospace Engineering Sciences</a:t>
            </a:r>
          </a:p>
        </p:txBody>
      </p:sp>
    </p:spTree>
    <p:extLst>
      <p:ext uri="{BB962C8B-B14F-4D97-AF65-F5344CB8AC3E}">
        <p14:creationId xmlns:p14="http://schemas.microsoft.com/office/powerpoint/2010/main" val="1033872264"/>
      </p:ext>
    </p:extLst>
  </p:cSld>
  <p:clrMapOvr>
    <a:masterClrMapping/>
  </p:clrMapOvr>
  <p:hf hd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4158" y="585378"/>
            <a:ext cx="10635967" cy="576938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BDCB3EA-BD98-446D-8D63-B6D9F2C64FFC}" type="datetime1">
              <a:rPr lang="en-US" smtClean="0"/>
              <a:t>3/5/2025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967F07-FE2B-4BD4-93CB-234175A568E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0C13F92-5B73-4C0A-BEFA-0F437AD2B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1879" y="109127"/>
            <a:ext cx="10748244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University of Colorado - Boulder</a:t>
            </a:r>
          </a:p>
          <a:p>
            <a:r>
              <a:rPr lang="en-US"/>
              <a:t>Smead Aerospace Engineering Sciences</a:t>
            </a:r>
          </a:p>
        </p:txBody>
      </p:sp>
    </p:spTree>
    <p:extLst>
      <p:ext uri="{BB962C8B-B14F-4D97-AF65-F5344CB8AC3E}">
        <p14:creationId xmlns:p14="http://schemas.microsoft.com/office/powerpoint/2010/main" val="1518604350"/>
      </p:ext>
    </p:extLst>
  </p:cSld>
  <p:clrMapOvr>
    <a:masterClrMapping/>
  </p:clrMapOvr>
  <p:hf hdr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8159D-4A37-4505-B16A-3C77227D87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2" y="1891862"/>
            <a:ext cx="7315201" cy="1258056"/>
          </a:xfrm>
        </p:spPr>
        <p:txBody>
          <a:bodyPr anchor="t"/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C68CA4-1DB2-46E5-9E9A-42E3FCBAC3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2" y="3602038"/>
            <a:ext cx="9829801" cy="1655762"/>
          </a:xfrm>
        </p:spPr>
        <p:txBody>
          <a:bodyPr/>
          <a:lstStyle>
            <a:lvl1pPr marL="0" indent="0" algn="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D1CFC7-62DC-448D-B15F-A45B062A8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CB3EA-BD98-446D-8D63-B6D9F2C64FFC}" type="datetime1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20C97-4032-4B29-A1C5-638AC1B61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Colorado - Boulder</a:t>
            </a:r>
          </a:p>
          <a:p>
            <a:r>
              <a:rPr lang="en-US"/>
              <a:t>Smead Aerospace Engineering Sciences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36B85-CCB6-4A3E-8106-DAB39566E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67F07-FE2B-4BD4-93CB-234175A568EC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D66952-5E8D-445D-B639-6AE7D07284C2}"/>
              </a:ext>
            </a:extLst>
          </p:cNvPr>
          <p:cNvGrpSpPr/>
          <p:nvPr/>
        </p:nvGrpSpPr>
        <p:grpSpPr>
          <a:xfrm>
            <a:off x="6220612" y="2495403"/>
            <a:ext cx="4190963" cy="940761"/>
            <a:chOff x="4489635" y="858690"/>
            <a:chExt cx="3157118" cy="708691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C33BF4C-375E-472C-8F0C-9CA3E39CDDB0}"/>
                </a:ext>
              </a:extLst>
            </p:cNvPr>
            <p:cNvSpPr/>
            <p:nvPr userDrawn="1"/>
          </p:nvSpPr>
          <p:spPr>
            <a:xfrm>
              <a:off x="4489635" y="858690"/>
              <a:ext cx="3157118" cy="708691"/>
            </a:xfrm>
            <a:custGeom>
              <a:avLst/>
              <a:gdLst>
                <a:gd name="connsiteX0" fmla="*/ 5777070 w 5777070"/>
                <a:gd name="connsiteY0" fmla="*/ 357282 h 835677"/>
                <a:gd name="connsiteX1" fmla="*/ 5728625 w 5777070"/>
                <a:gd name="connsiteY1" fmla="*/ 211947 h 835677"/>
                <a:gd name="connsiteX2" fmla="*/ 5613568 w 5777070"/>
                <a:gd name="connsiteY2" fmla="*/ 133224 h 835677"/>
                <a:gd name="connsiteX3" fmla="*/ 5528789 w 5777070"/>
                <a:gd name="connsiteY3" fmla="*/ 121113 h 835677"/>
                <a:gd name="connsiteX4" fmla="*/ 5450066 w 5777070"/>
                <a:gd name="connsiteY4" fmla="*/ 48445 h 835677"/>
                <a:gd name="connsiteX5" fmla="*/ 5298676 w 5777070"/>
                <a:gd name="connsiteY5" fmla="*/ 0 h 835677"/>
                <a:gd name="connsiteX6" fmla="*/ 5086728 w 5777070"/>
                <a:gd name="connsiteY6" fmla="*/ 42389 h 835677"/>
                <a:gd name="connsiteX7" fmla="*/ 4923226 w 5777070"/>
                <a:gd name="connsiteY7" fmla="*/ 163502 h 835677"/>
                <a:gd name="connsiteX8" fmla="*/ 4662834 w 5777070"/>
                <a:gd name="connsiteY8" fmla="*/ 302781 h 835677"/>
                <a:gd name="connsiteX9" fmla="*/ 4251052 w 5777070"/>
                <a:gd name="connsiteY9" fmla="*/ 448117 h 835677"/>
                <a:gd name="connsiteX10" fmla="*/ 3451709 w 5777070"/>
                <a:gd name="connsiteY10" fmla="*/ 623730 h 835677"/>
                <a:gd name="connsiteX11" fmla="*/ 968901 w 5777070"/>
                <a:gd name="connsiteY11" fmla="*/ 696397 h 835677"/>
                <a:gd name="connsiteX12" fmla="*/ 0 w 5777070"/>
                <a:gd name="connsiteY12" fmla="*/ 738787 h 835677"/>
                <a:gd name="connsiteX13" fmla="*/ 0 w 5777070"/>
                <a:gd name="connsiteY13" fmla="*/ 799343 h 835677"/>
                <a:gd name="connsiteX14" fmla="*/ 4232885 w 5777070"/>
                <a:gd name="connsiteY14" fmla="*/ 781176 h 835677"/>
                <a:gd name="connsiteX15" fmla="*/ 4717335 w 5777070"/>
                <a:gd name="connsiteY15" fmla="*/ 811454 h 835677"/>
                <a:gd name="connsiteX16" fmla="*/ 4868726 w 5777070"/>
                <a:gd name="connsiteY16" fmla="*/ 835677 h 835677"/>
                <a:gd name="connsiteX17" fmla="*/ 5207841 w 5777070"/>
                <a:gd name="connsiteY17" fmla="*/ 817510 h 835677"/>
                <a:gd name="connsiteX18" fmla="*/ 5383454 w 5777070"/>
                <a:gd name="connsiteY18" fmla="*/ 781176 h 835677"/>
                <a:gd name="connsiteX19" fmla="*/ 5498511 w 5777070"/>
                <a:gd name="connsiteY19" fmla="*/ 702453 h 835677"/>
                <a:gd name="connsiteX20" fmla="*/ 5613568 w 5777070"/>
                <a:gd name="connsiteY20" fmla="*/ 672175 h 835677"/>
                <a:gd name="connsiteX21" fmla="*/ 5740736 w 5777070"/>
                <a:gd name="connsiteY21" fmla="*/ 508673 h 835677"/>
                <a:gd name="connsiteX22" fmla="*/ 5777070 w 5777070"/>
                <a:gd name="connsiteY22" fmla="*/ 357282 h 835677"/>
                <a:gd name="connsiteX0" fmla="*/ 5777070 w 5777070"/>
                <a:gd name="connsiteY0" fmla="*/ 357326 h 835721"/>
                <a:gd name="connsiteX1" fmla="*/ 5728625 w 5777070"/>
                <a:gd name="connsiteY1" fmla="*/ 211991 h 835721"/>
                <a:gd name="connsiteX2" fmla="*/ 5613568 w 5777070"/>
                <a:gd name="connsiteY2" fmla="*/ 133268 h 835721"/>
                <a:gd name="connsiteX3" fmla="*/ 5528789 w 5777070"/>
                <a:gd name="connsiteY3" fmla="*/ 121157 h 835721"/>
                <a:gd name="connsiteX4" fmla="*/ 5450066 w 5777070"/>
                <a:gd name="connsiteY4" fmla="*/ 48489 h 835721"/>
                <a:gd name="connsiteX5" fmla="*/ 5298676 w 5777070"/>
                <a:gd name="connsiteY5" fmla="*/ 44 h 835721"/>
                <a:gd name="connsiteX6" fmla="*/ 5086728 w 5777070"/>
                <a:gd name="connsiteY6" fmla="*/ 42433 h 835721"/>
                <a:gd name="connsiteX7" fmla="*/ 4923226 w 5777070"/>
                <a:gd name="connsiteY7" fmla="*/ 163546 h 835721"/>
                <a:gd name="connsiteX8" fmla="*/ 4662834 w 5777070"/>
                <a:gd name="connsiteY8" fmla="*/ 302825 h 835721"/>
                <a:gd name="connsiteX9" fmla="*/ 4251052 w 5777070"/>
                <a:gd name="connsiteY9" fmla="*/ 448161 h 835721"/>
                <a:gd name="connsiteX10" fmla="*/ 3451709 w 5777070"/>
                <a:gd name="connsiteY10" fmla="*/ 623774 h 835721"/>
                <a:gd name="connsiteX11" fmla="*/ 968901 w 5777070"/>
                <a:gd name="connsiteY11" fmla="*/ 696441 h 835721"/>
                <a:gd name="connsiteX12" fmla="*/ 0 w 5777070"/>
                <a:gd name="connsiteY12" fmla="*/ 738831 h 835721"/>
                <a:gd name="connsiteX13" fmla="*/ 0 w 5777070"/>
                <a:gd name="connsiteY13" fmla="*/ 799387 h 835721"/>
                <a:gd name="connsiteX14" fmla="*/ 4232885 w 5777070"/>
                <a:gd name="connsiteY14" fmla="*/ 781220 h 835721"/>
                <a:gd name="connsiteX15" fmla="*/ 4717335 w 5777070"/>
                <a:gd name="connsiteY15" fmla="*/ 811498 h 835721"/>
                <a:gd name="connsiteX16" fmla="*/ 4868726 w 5777070"/>
                <a:gd name="connsiteY16" fmla="*/ 835721 h 835721"/>
                <a:gd name="connsiteX17" fmla="*/ 5207841 w 5777070"/>
                <a:gd name="connsiteY17" fmla="*/ 817554 h 835721"/>
                <a:gd name="connsiteX18" fmla="*/ 5383454 w 5777070"/>
                <a:gd name="connsiteY18" fmla="*/ 781220 h 835721"/>
                <a:gd name="connsiteX19" fmla="*/ 5498511 w 5777070"/>
                <a:gd name="connsiteY19" fmla="*/ 702497 h 835721"/>
                <a:gd name="connsiteX20" fmla="*/ 5613568 w 5777070"/>
                <a:gd name="connsiteY20" fmla="*/ 672219 h 835721"/>
                <a:gd name="connsiteX21" fmla="*/ 5740736 w 5777070"/>
                <a:gd name="connsiteY21" fmla="*/ 508717 h 835721"/>
                <a:gd name="connsiteX22" fmla="*/ 5777070 w 5777070"/>
                <a:gd name="connsiteY22" fmla="*/ 357326 h 835721"/>
                <a:gd name="connsiteX0" fmla="*/ 5777070 w 5777070"/>
                <a:gd name="connsiteY0" fmla="*/ 357432 h 835827"/>
                <a:gd name="connsiteX1" fmla="*/ 5728625 w 5777070"/>
                <a:gd name="connsiteY1" fmla="*/ 212097 h 835827"/>
                <a:gd name="connsiteX2" fmla="*/ 5613568 w 5777070"/>
                <a:gd name="connsiteY2" fmla="*/ 133374 h 835827"/>
                <a:gd name="connsiteX3" fmla="*/ 5528789 w 5777070"/>
                <a:gd name="connsiteY3" fmla="*/ 121263 h 835827"/>
                <a:gd name="connsiteX4" fmla="*/ 5450066 w 5777070"/>
                <a:gd name="connsiteY4" fmla="*/ 48595 h 835827"/>
                <a:gd name="connsiteX5" fmla="*/ 5298676 w 5777070"/>
                <a:gd name="connsiteY5" fmla="*/ 150 h 835827"/>
                <a:gd name="connsiteX6" fmla="*/ 5086728 w 5777070"/>
                <a:gd name="connsiteY6" fmla="*/ 42539 h 835827"/>
                <a:gd name="connsiteX7" fmla="*/ 4923226 w 5777070"/>
                <a:gd name="connsiteY7" fmla="*/ 163652 h 835827"/>
                <a:gd name="connsiteX8" fmla="*/ 4662834 w 5777070"/>
                <a:gd name="connsiteY8" fmla="*/ 302931 h 835827"/>
                <a:gd name="connsiteX9" fmla="*/ 4251052 w 5777070"/>
                <a:gd name="connsiteY9" fmla="*/ 448267 h 835827"/>
                <a:gd name="connsiteX10" fmla="*/ 3451709 w 5777070"/>
                <a:gd name="connsiteY10" fmla="*/ 623880 h 835827"/>
                <a:gd name="connsiteX11" fmla="*/ 968901 w 5777070"/>
                <a:gd name="connsiteY11" fmla="*/ 696547 h 835827"/>
                <a:gd name="connsiteX12" fmla="*/ 0 w 5777070"/>
                <a:gd name="connsiteY12" fmla="*/ 738937 h 835827"/>
                <a:gd name="connsiteX13" fmla="*/ 0 w 5777070"/>
                <a:gd name="connsiteY13" fmla="*/ 799493 h 835827"/>
                <a:gd name="connsiteX14" fmla="*/ 4232885 w 5777070"/>
                <a:gd name="connsiteY14" fmla="*/ 781326 h 835827"/>
                <a:gd name="connsiteX15" fmla="*/ 4717335 w 5777070"/>
                <a:gd name="connsiteY15" fmla="*/ 811604 h 835827"/>
                <a:gd name="connsiteX16" fmla="*/ 4868726 w 5777070"/>
                <a:gd name="connsiteY16" fmla="*/ 835827 h 835827"/>
                <a:gd name="connsiteX17" fmla="*/ 5207841 w 5777070"/>
                <a:gd name="connsiteY17" fmla="*/ 817660 h 835827"/>
                <a:gd name="connsiteX18" fmla="*/ 5383454 w 5777070"/>
                <a:gd name="connsiteY18" fmla="*/ 781326 h 835827"/>
                <a:gd name="connsiteX19" fmla="*/ 5498511 w 5777070"/>
                <a:gd name="connsiteY19" fmla="*/ 702603 h 835827"/>
                <a:gd name="connsiteX20" fmla="*/ 5613568 w 5777070"/>
                <a:gd name="connsiteY20" fmla="*/ 672325 h 835827"/>
                <a:gd name="connsiteX21" fmla="*/ 5740736 w 5777070"/>
                <a:gd name="connsiteY21" fmla="*/ 508823 h 835827"/>
                <a:gd name="connsiteX22" fmla="*/ 5777070 w 5777070"/>
                <a:gd name="connsiteY22" fmla="*/ 357432 h 835827"/>
                <a:gd name="connsiteX0" fmla="*/ 5777070 w 5777070"/>
                <a:gd name="connsiteY0" fmla="*/ 357432 h 835827"/>
                <a:gd name="connsiteX1" fmla="*/ 5728625 w 5777070"/>
                <a:gd name="connsiteY1" fmla="*/ 212097 h 835827"/>
                <a:gd name="connsiteX2" fmla="*/ 5613568 w 5777070"/>
                <a:gd name="connsiteY2" fmla="*/ 133374 h 835827"/>
                <a:gd name="connsiteX3" fmla="*/ 5528789 w 5777070"/>
                <a:gd name="connsiteY3" fmla="*/ 121263 h 835827"/>
                <a:gd name="connsiteX4" fmla="*/ 5450066 w 5777070"/>
                <a:gd name="connsiteY4" fmla="*/ 48595 h 835827"/>
                <a:gd name="connsiteX5" fmla="*/ 5298676 w 5777070"/>
                <a:gd name="connsiteY5" fmla="*/ 150 h 835827"/>
                <a:gd name="connsiteX6" fmla="*/ 5086728 w 5777070"/>
                <a:gd name="connsiteY6" fmla="*/ 42539 h 835827"/>
                <a:gd name="connsiteX7" fmla="*/ 4923226 w 5777070"/>
                <a:gd name="connsiteY7" fmla="*/ 163652 h 835827"/>
                <a:gd name="connsiteX8" fmla="*/ 4662834 w 5777070"/>
                <a:gd name="connsiteY8" fmla="*/ 302931 h 835827"/>
                <a:gd name="connsiteX9" fmla="*/ 4251052 w 5777070"/>
                <a:gd name="connsiteY9" fmla="*/ 448267 h 835827"/>
                <a:gd name="connsiteX10" fmla="*/ 3451709 w 5777070"/>
                <a:gd name="connsiteY10" fmla="*/ 623880 h 835827"/>
                <a:gd name="connsiteX11" fmla="*/ 968901 w 5777070"/>
                <a:gd name="connsiteY11" fmla="*/ 696547 h 835827"/>
                <a:gd name="connsiteX12" fmla="*/ 0 w 5777070"/>
                <a:gd name="connsiteY12" fmla="*/ 738937 h 835827"/>
                <a:gd name="connsiteX13" fmla="*/ 0 w 5777070"/>
                <a:gd name="connsiteY13" fmla="*/ 799493 h 835827"/>
                <a:gd name="connsiteX14" fmla="*/ 4232885 w 5777070"/>
                <a:gd name="connsiteY14" fmla="*/ 781326 h 835827"/>
                <a:gd name="connsiteX15" fmla="*/ 4717335 w 5777070"/>
                <a:gd name="connsiteY15" fmla="*/ 811604 h 835827"/>
                <a:gd name="connsiteX16" fmla="*/ 4868726 w 5777070"/>
                <a:gd name="connsiteY16" fmla="*/ 835827 h 835827"/>
                <a:gd name="connsiteX17" fmla="*/ 5207841 w 5777070"/>
                <a:gd name="connsiteY17" fmla="*/ 817660 h 835827"/>
                <a:gd name="connsiteX18" fmla="*/ 5383454 w 5777070"/>
                <a:gd name="connsiteY18" fmla="*/ 781326 h 835827"/>
                <a:gd name="connsiteX19" fmla="*/ 5498511 w 5777070"/>
                <a:gd name="connsiteY19" fmla="*/ 702603 h 835827"/>
                <a:gd name="connsiteX20" fmla="*/ 5613568 w 5777070"/>
                <a:gd name="connsiteY20" fmla="*/ 672325 h 835827"/>
                <a:gd name="connsiteX21" fmla="*/ 5740736 w 5777070"/>
                <a:gd name="connsiteY21" fmla="*/ 508823 h 835827"/>
                <a:gd name="connsiteX22" fmla="*/ 5777070 w 5777070"/>
                <a:gd name="connsiteY22" fmla="*/ 357432 h 835827"/>
                <a:gd name="connsiteX0" fmla="*/ 5777070 w 5777070"/>
                <a:gd name="connsiteY0" fmla="*/ 357432 h 835827"/>
                <a:gd name="connsiteX1" fmla="*/ 5728625 w 5777070"/>
                <a:gd name="connsiteY1" fmla="*/ 212097 h 835827"/>
                <a:gd name="connsiteX2" fmla="*/ 5613568 w 5777070"/>
                <a:gd name="connsiteY2" fmla="*/ 133374 h 835827"/>
                <a:gd name="connsiteX3" fmla="*/ 5528789 w 5777070"/>
                <a:gd name="connsiteY3" fmla="*/ 121263 h 835827"/>
                <a:gd name="connsiteX4" fmla="*/ 5450066 w 5777070"/>
                <a:gd name="connsiteY4" fmla="*/ 48595 h 835827"/>
                <a:gd name="connsiteX5" fmla="*/ 5298676 w 5777070"/>
                <a:gd name="connsiteY5" fmla="*/ 150 h 835827"/>
                <a:gd name="connsiteX6" fmla="*/ 5086728 w 5777070"/>
                <a:gd name="connsiteY6" fmla="*/ 42539 h 835827"/>
                <a:gd name="connsiteX7" fmla="*/ 4923226 w 5777070"/>
                <a:gd name="connsiteY7" fmla="*/ 163652 h 835827"/>
                <a:gd name="connsiteX8" fmla="*/ 4662834 w 5777070"/>
                <a:gd name="connsiteY8" fmla="*/ 302931 h 835827"/>
                <a:gd name="connsiteX9" fmla="*/ 4251052 w 5777070"/>
                <a:gd name="connsiteY9" fmla="*/ 448267 h 835827"/>
                <a:gd name="connsiteX10" fmla="*/ 3451709 w 5777070"/>
                <a:gd name="connsiteY10" fmla="*/ 623880 h 835827"/>
                <a:gd name="connsiteX11" fmla="*/ 968901 w 5777070"/>
                <a:gd name="connsiteY11" fmla="*/ 696547 h 835827"/>
                <a:gd name="connsiteX12" fmla="*/ 0 w 5777070"/>
                <a:gd name="connsiteY12" fmla="*/ 738937 h 835827"/>
                <a:gd name="connsiteX13" fmla="*/ 0 w 5777070"/>
                <a:gd name="connsiteY13" fmla="*/ 799493 h 835827"/>
                <a:gd name="connsiteX14" fmla="*/ 4232885 w 5777070"/>
                <a:gd name="connsiteY14" fmla="*/ 781326 h 835827"/>
                <a:gd name="connsiteX15" fmla="*/ 4717335 w 5777070"/>
                <a:gd name="connsiteY15" fmla="*/ 811604 h 835827"/>
                <a:gd name="connsiteX16" fmla="*/ 4868726 w 5777070"/>
                <a:gd name="connsiteY16" fmla="*/ 835827 h 835827"/>
                <a:gd name="connsiteX17" fmla="*/ 5207841 w 5777070"/>
                <a:gd name="connsiteY17" fmla="*/ 817660 h 835827"/>
                <a:gd name="connsiteX18" fmla="*/ 5383454 w 5777070"/>
                <a:gd name="connsiteY18" fmla="*/ 781326 h 835827"/>
                <a:gd name="connsiteX19" fmla="*/ 5498511 w 5777070"/>
                <a:gd name="connsiteY19" fmla="*/ 702603 h 835827"/>
                <a:gd name="connsiteX20" fmla="*/ 5613568 w 5777070"/>
                <a:gd name="connsiteY20" fmla="*/ 672325 h 835827"/>
                <a:gd name="connsiteX21" fmla="*/ 5740736 w 5777070"/>
                <a:gd name="connsiteY21" fmla="*/ 508823 h 835827"/>
                <a:gd name="connsiteX22" fmla="*/ 5777070 w 5777070"/>
                <a:gd name="connsiteY22" fmla="*/ 357432 h 835827"/>
                <a:gd name="connsiteX0" fmla="*/ 5777070 w 5777070"/>
                <a:gd name="connsiteY0" fmla="*/ 357432 h 835827"/>
                <a:gd name="connsiteX1" fmla="*/ 5728625 w 5777070"/>
                <a:gd name="connsiteY1" fmla="*/ 212097 h 835827"/>
                <a:gd name="connsiteX2" fmla="*/ 5613568 w 5777070"/>
                <a:gd name="connsiteY2" fmla="*/ 133374 h 835827"/>
                <a:gd name="connsiteX3" fmla="*/ 5528789 w 5777070"/>
                <a:gd name="connsiteY3" fmla="*/ 121263 h 835827"/>
                <a:gd name="connsiteX4" fmla="*/ 5450066 w 5777070"/>
                <a:gd name="connsiteY4" fmla="*/ 48595 h 835827"/>
                <a:gd name="connsiteX5" fmla="*/ 5298676 w 5777070"/>
                <a:gd name="connsiteY5" fmla="*/ 150 h 835827"/>
                <a:gd name="connsiteX6" fmla="*/ 5086728 w 5777070"/>
                <a:gd name="connsiteY6" fmla="*/ 42539 h 835827"/>
                <a:gd name="connsiteX7" fmla="*/ 4923226 w 5777070"/>
                <a:gd name="connsiteY7" fmla="*/ 163652 h 835827"/>
                <a:gd name="connsiteX8" fmla="*/ 4662834 w 5777070"/>
                <a:gd name="connsiteY8" fmla="*/ 302931 h 835827"/>
                <a:gd name="connsiteX9" fmla="*/ 4251052 w 5777070"/>
                <a:gd name="connsiteY9" fmla="*/ 448267 h 835827"/>
                <a:gd name="connsiteX10" fmla="*/ 3451709 w 5777070"/>
                <a:gd name="connsiteY10" fmla="*/ 623880 h 835827"/>
                <a:gd name="connsiteX11" fmla="*/ 968901 w 5777070"/>
                <a:gd name="connsiteY11" fmla="*/ 696547 h 835827"/>
                <a:gd name="connsiteX12" fmla="*/ 0 w 5777070"/>
                <a:gd name="connsiteY12" fmla="*/ 738937 h 835827"/>
                <a:gd name="connsiteX13" fmla="*/ 0 w 5777070"/>
                <a:gd name="connsiteY13" fmla="*/ 799493 h 835827"/>
                <a:gd name="connsiteX14" fmla="*/ 4232885 w 5777070"/>
                <a:gd name="connsiteY14" fmla="*/ 781326 h 835827"/>
                <a:gd name="connsiteX15" fmla="*/ 4717335 w 5777070"/>
                <a:gd name="connsiteY15" fmla="*/ 811604 h 835827"/>
                <a:gd name="connsiteX16" fmla="*/ 4868726 w 5777070"/>
                <a:gd name="connsiteY16" fmla="*/ 835827 h 835827"/>
                <a:gd name="connsiteX17" fmla="*/ 5207841 w 5777070"/>
                <a:gd name="connsiteY17" fmla="*/ 817660 h 835827"/>
                <a:gd name="connsiteX18" fmla="*/ 5383454 w 5777070"/>
                <a:gd name="connsiteY18" fmla="*/ 781326 h 835827"/>
                <a:gd name="connsiteX19" fmla="*/ 5498511 w 5777070"/>
                <a:gd name="connsiteY19" fmla="*/ 702603 h 835827"/>
                <a:gd name="connsiteX20" fmla="*/ 5613568 w 5777070"/>
                <a:gd name="connsiteY20" fmla="*/ 672325 h 835827"/>
                <a:gd name="connsiteX21" fmla="*/ 5740736 w 5777070"/>
                <a:gd name="connsiteY21" fmla="*/ 508823 h 835827"/>
                <a:gd name="connsiteX22" fmla="*/ 5777070 w 5777070"/>
                <a:gd name="connsiteY22" fmla="*/ 357432 h 835827"/>
                <a:gd name="connsiteX0" fmla="*/ 5777070 w 5777070"/>
                <a:gd name="connsiteY0" fmla="*/ 357432 h 835827"/>
                <a:gd name="connsiteX1" fmla="*/ 5728625 w 5777070"/>
                <a:gd name="connsiteY1" fmla="*/ 212097 h 835827"/>
                <a:gd name="connsiteX2" fmla="*/ 5613568 w 5777070"/>
                <a:gd name="connsiteY2" fmla="*/ 133374 h 835827"/>
                <a:gd name="connsiteX3" fmla="*/ 5528789 w 5777070"/>
                <a:gd name="connsiteY3" fmla="*/ 121263 h 835827"/>
                <a:gd name="connsiteX4" fmla="*/ 5450066 w 5777070"/>
                <a:gd name="connsiteY4" fmla="*/ 48595 h 835827"/>
                <a:gd name="connsiteX5" fmla="*/ 5298676 w 5777070"/>
                <a:gd name="connsiteY5" fmla="*/ 150 h 835827"/>
                <a:gd name="connsiteX6" fmla="*/ 5086728 w 5777070"/>
                <a:gd name="connsiteY6" fmla="*/ 42539 h 835827"/>
                <a:gd name="connsiteX7" fmla="*/ 4923226 w 5777070"/>
                <a:gd name="connsiteY7" fmla="*/ 163652 h 835827"/>
                <a:gd name="connsiteX8" fmla="*/ 4662834 w 5777070"/>
                <a:gd name="connsiteY8" fmla="*/ 302931 h 835827"/>
                <a:gd name="connsiteX9" fmla="*/ 4251052 w 5777070"/>
                <a:gd name="connsiteY9" fmla="*/ 448267 h 835827"/>
                <a:gd name="connsiteX10" fmla="*/ 3451709 w 5777070"/>
                <a:gd name="connsiteY10" fmla="*/ 623880 h 835827"/>
                <a:gd name="connsiteX11" fmla="*/ 968901 w 5777070"/>
                <a:gd name="connsiteY11" fmla="*/ 696547 h 835827"/>
                <a:gd name="connsiteX12" fmla="*/ 0 w 5777070"/>
                <a:gd name="connsiteY12" fmla="*/ 738937 h 835827"/>
                <a:gd name="connsiteX13" fmla="*/ 0 w 5777070"/>
                <a:gd name="connsiteY13" fmla="*/ 799493 h 835827"/>
                <a:gd name="connsiteX14" fmla="*/ 4232885 w 5777070"/>
                <a:gd name="connsiteY14" fmla="*/ 781326 h 835827"/>
                <a:gd name="connsiteX15" fmla="*/ 4717335 w 5777070"/>
                <a:gd name="connsiteY15" fmla="*/ 811604 h 835827"/>
                <a:gd name="connsiteX16" fmla="*/ 4868726 w 5777070"/>
                <a:gd name="connsiteY16" fmla="*/ 835827 h 835827"/>
                <a:gd name="connsiteX17" fmla="*/ 5207841 w 5777070"/>
                <a:gd name="connsiteY17" fmla="*/ 817660 h 835827"/>
                <a:gd name="connsiteX18" fmla="*/ 5383454 w 5777070"/>
                <a:gd name="connsiteY18" fmla="*/ 781326 h 835827"/>
                <a:gd name="connsiteX19" fmla="*/ 5498511 w 5777070"/>
                <a:gd name="connsiteY19" fmla="*/ 702603 h 835827"/>
                <a:gd name="connsiteX20" fmla="*/ 5613568 w 5777070"/>
                <a:gd name="connsiteY20" fmla="*/ 672325 h 835827"/>
                <a:gd name="connsiteX21" fmla="*/ 5740736 w 5777070"/>
                <a:gd name="connsiteY21" fmla="*/ 508823 h 835827"/>
                <a:gd name="connsiteX22" fmla="*/ 5777070 w 5777070"/>
                <a:gd name="connsiteY22" fmla="*/ 357432 h 835827"/>
                <a:gd name="connsiteX0" fmla="*/ 5777070 w 5777301"/>
                <a:gd name="connsiteY0" fmla="*/ 357432 h 835827"/>
                <a:gd name="connsiteX1" fmla="*/ 5728625 w 5777301"/>
                <a:gd name="connsiteY1" fmla="*/ 212097 h 835827"/>
                <a:gd name="connsiteX2" fmla="*/ 5613568 w 5777301"/>
                <a:gd name="connsiteY2" fmla="*/ 133374 h 835827"/>
                <a:gd name="connsiteX3" fmla="*/ 5528789 w 5777301"/>
                <a:gd name="connsiteY3" fmla="*/ 121263 h 835827"/>
                <a:gd name="connsiteX4" fmla="*/ 5450066 w 5777301"/>
                <a:gd name="connsiteY4" fmla="*/ 48595 h 835827"/>
                <a:gd name="connsiteX5" fmla="*/ 5298676 w 5777301"/>
                <a:gd name="connsiteY5" fmla="*/ 150 h 835827"/>
                <a:gd name="connsiteX6" fmla="*/ 5086728 w 5777301"/>
                <a:gd name="connsiteY6" fmla="*/ 42539 h 835827"/>
                <a:gd name="connsiteX7" fmla="*/ 4923226 w 5777301"/>
                <a:gd name="connsiteY7" fmla="*/ 163652 h 835827"/>
                <a:gd name="connsiteX8" fmla="*/ 4662834 w 5777301"/>
                <a:gd name="connsiteY8" fmla="*/ 302931 h 835827"/>
                <a:gd name="connsiteX9" fmla="*/ 4251052 w 5777301"/>
                <a:gd name="connsiteY9" fmla="*/ 448267 h 835827"/>
                <a:gd name="connsiteX10" fmla="*/ 3451709 w 5777301"/>
                <a:gd name="connsiteY10" fmla="*/ 623880 h 835827"/>
                <a:gd name="connsiteX11" fmla="*/ 968901 w 5777301"/>
                <a:gd name="connsiteY11" fmla="*/ 696547 h 835827"/>
                <a:gd name="connsiteX12" fmla="*/ 0 w 5777301"/>
                <a:gd name="connsiteY12" fmla="*/ 738937 h 835827"/>
                <a:gd name="connsiteX13" fmla="*/ 0 w 5777301"/>
                <a:gd name="connsiteY13" fmla="*/ 799493 h 835827"/>
                <a:gd name="connsiteX14" fmla="*/ 4232885 w 5777301"/>
                <a:gd name="connsiteY14" fmla="*/ 781326 h 835827"/>
                <a:gd name="connsiteX15" fmla="*/ 4717335 w 5777301"/>
                <a:gd name="connsiteY15" fmla="*/ 811604 h 835827"/>
                <a:gd name="connsiteX16" fmla="*/ 4868726 w 5777301"/>
                <a:gd name="connsiteY16" fmla="*/ 835827 h 835827"/>
                <a:gd name="connsiteX17" fmla="*/ 5207841 w 5777301"/>
                <a:gd name="connsiteY17" fmla="*/ 817660 h 835827"/>
                <a:gd name="connsiteX18" fmla="*/ 5383454 w 5777301"/>
                <a:gd name="connsiteY18" fmla="*/ 781326 h 835827"/>
                <a:gd name="connsiteX19" fmla="*/ 5498511 w 5777301"/>
                <a:gd name="connsiteY19" fmla="*/ 702603 h 835827"/>
                <a:gd name="connsiteX20" fmla="*/ 5613568 w 5777301"/>
                <a:gd name="connsiteY20" fmla="*/ 672325 h 835827"/>
                <a:gd name="connsiteX21" fmla="*/ 5740736 w 5777301"/>
                <a:gd name="connsiteY21" fmla="*/ 508823 h 835827"/>
                <a:gd name="connsiteX22" fmla="*/ 5777070 w 5777301"/>
                <a:gd name="connsiteY22" fmla="*/ 357432 h 835827"/>
                <a:gd name="connsiteX0" fmla="*/ 5777070 w 5777301"/>
                <a:gd name="connsiteY0" fmla="*/ 357432 h 835827"/>
                <a:gd name="connsiteX1" fmla="*/ 5728625 w 5777301"/>
                <a:gd name="connsiteY1" fmla="*/ 212097 h 835827"/>
                <a:gd name="connsiteX2" fmla="*/ 5613568 w 5777301"/>
                <a:gd name="connsiteY2" fmla="*/ 133374 h 835827"/>
                <a:gd name="connsiteX3" fmla="*/ 5528789 w 5777301"/>
                <a:gd name="connsiteY3" fmla="*/ 121263 h 835827"/>
                <a:gd name="connsiteX4" fmla="*/ 5450066 w 5777301"/>
                <a:gd name="connsiteY4" fmla="*/ 48595 h 835827"/>
                <a:gd name="connsiteX5" fmla="*/ 5298676 w 5777301"/>
                <a:gd name="connsiteY5" fmla="*/ 150 h 835827"/>
                <a:gd name="connsiteX6" fmla="*/ 5086728 w 5777301"/>
                <a:gd name="connsiteY6" fmla="*/ 42539 h 835827"/>
                <a:gd name="connsiteX7" fmla="*/ 4923226 w 5777301"/>
                <a:gd name="connsiteY7" fmla="*/ 163652 h 835827"/>
                <a:gd name="connsiteX8" fmla="*/ 4662834 w 5777301"/>
                <a:gd name="connsiteY8" fmla="*/ 302931 h 835827"/>
                <a:gd name="connsiteX9" fmla="*/ 4251052 w 5777301"/>
                <a:gd name="connsiteY9" fmla="*/ 448267 h 835827"/>
                <a:gd name="connsiteX10" fmla="*/ 3451709 w 5777301"/>
                <a:gd name="connsiteY10" fmla="*/ 623880 h 835827"/>
                <a:gd name="connsiteX11" fmla="*/ 968901 w 5777301"/>
                <a:gd name="connsiteY11" fmla="*/ 696547 h 835827"/>
                <a:gd name="connsiteX12" fmla="*/ 0 w 5777301"/>
                <a:gd name="connsiteY12" fmla="*/ 738937 h 835827"/>
                <a:gd name="connsiteX13" fmla="*/ 0 w 5777301"/>
                <a:gd name="connsiteY13" fmla="*/ 799493 h 835827"/>
                <a:gd name="connsiteX14" fmla="*/ 4232885 w 5777301"/>
                <a:gd name="connsiteY14" fmla="*/ 781326 h 835827"/>
                <a:gd name="connsiteX15" fmla="*/ 4717335 w 5777301"/>
                <a:gd name="connsiteY15" fmla="*/ 811604 h 835827"/>
                <a:gd name="connsiteX16" fmla="*/ 4868726 w 5777301"/>
                <a:gd name="connsiteY16" fmla="*/ 835827 h 835827"/>
                <a:gd name="connsiteX17" fmla="*/ 5207841 w 5777301"/>
                <a:gd name="connsiteY17" fmla="*/ 817660 h 835827"/>
                <a:gd name="connsiteX18" fmla="*/ 5383454 w 5777301"/>
                <a:gd name="connsiteY18" fmla="*/ 781326 h 835827"/>
                <a:gd name="connsiteX19" fmla="*/ 5498511 w 5777301"/>
                <a:gd name="connsiteY19" fmla="*/ 702603 h 835827"/>
                <a:gd name="connsiteX20" fmla="*/ 5613568 w 5777301"/>
                <a:gd name="connsiteY20" fmla="*/ 672325 h 835827"/>
                <a:gd name="connsiteX21" fmla="*/ 5740736 w 5777301"/>
                <a:gd name="connsiteY21" fmla="*/ 508823 h 835827"/>
                <a:gd name="connsiteX22" fmla="*/ 5777070 w 5777301"/>
                <a:gd name="connsiteY22" fmla="*/ 357432 h 835827"/>
                <a:gd name="connsiteX0" fmla="*/ 5777070 w 5777301"/>
                <a:gd name="connsiteY0" fmla="*/ 357432 h 835827"/>
                <a:gd name="connsiteX1" fmla="*/ 5728625 w 5777301"/>
                <a:gd name="connsiteY1" fmla="*/ 212097 h 835827"/>
                <a:gd name="connsiteX2" fmla="*/ 5613568 w 5777301"/>
                <a:gd name="connsiteY2" fmla="*/ 133374 h 835827"/>
                <a:gd name="connsiteX3" fmla="*/ 5528789 w 5777301"/>
                <a:gd name="connsiteY3" fmla="*/ 121263 h 835827"/>
                <a:gd name="connsiteX4" fmla="*/ 5450066 w 5777301"/>
                <a:gd name="connsiteY4" fmla="*/ 48595 h 835827"/>
                <a:gd name="connsiteX5" fmla="*/ 5298676 w 5777301"/>
                <a:gd name="connsiteY5" fmla="*/ 150 h 835827"/>
                <a:gd name="connsiteX6" fmla="*/ 5086728 w 5777301"/>
                <a:gd name="connsiteY6" fmla="*/ 42539 h 835827"/>
                <a:gd name="connsiteX7" fmla="*/ 4923226 w 5777301"/>
                <a:gd name="connsiteY7" fmla="*/ 163652 h 835827"/>
                <a:gd name="connsiteX8" fmla="*/ 4662834 w 5777301"/>
                <a:gd name="connsiteY8" fmla="*/ 302931 h 835827"/>
                <a:gd name="connsiteX9" fmla="*/ 4251052 w 5777301"/>
                <a:gd name="connsiteY9" fmla="*/ 448267 h 835827"/>
                <a:gd name="connsiteX10" fmla="*/ 3451709 w 5777301"/>
                <a:gd name="connsiteY10" fmla="*/ 623880 h 835827"/>
                <a:gd name="connsiteX11" fmla="*/ 968901 w 5777301"/>
                <a:gd name="connsiteY11" fmla="*/ 696547 h 835827"/>
                <a:gd name="connsiteX12" fmla="*/ 0 w 5777301"/>
                <a:gd name="connsiteY12" fmla="*/ 738937 h 835827"/>
                <a:gd name="connsiteX13" fmla="*/ 0 w 5777301"/>
                <a:gd name="connsiteY13" fmla="*/ 799493 h 835827"/>
                <a:gd name="connsiteX14" fmla="*/ 4232885 w 5777301"/>
                <a:gd name="connsiteY14" fmla="*/ 781326 h 835827"/>
                <a:gd name="connsiteX15" fmla="*/ 4717335 w 5777301"/>
                <a:gd name="connsiteY15" fmla="*/ 811604 h 835827"/>
                <a:gd name="connsiteX16" fmla="*/ 4868726 w 5777301"/>
                <a:gd name="connsiteY16" fmla="*/ 835827 h 835827"/>
                <a:gd name="connsiteX17" fmla="*/ 5207841 w 5777301"/>
                <a:gd name="connsiteY17" fmla="*/ 817660 h 835827"/>
                <a:gd name="connsiteX18" fmla="*/ 5383454 w 5777301"/>
                <a:gd name="connsiteY18" fmla="*/ 781326 h 835827"/>
                <a:gd name="connsiteX19" fmla="*/ 5498511 w 5777301"/>
                <a:gd name="connsiteY19" fmla="*/ 702603 h 835827"/>
                <a:gd name="connsiteX20" fmla="*/ 5613568 w 5777301"/>
                <a:gd name="connsiteY20" fmla="*/ 672325 h 835827"/>
                <a:gd name="connsiteX21" fmla="*/ 5740736 w 5777301"/>
                <a:gd name="connsiteY21" fmla="*/ 508823 h 835827"/>
                <a:gd name="connsiteX22" fmla="*/ 5777070 w 5777301"/>
                <a:gd name="connsiteY22" fmla="*/ 357432 h 835827"/>
                <a:gd name="connsiteX0" fmla="*/ 5777070 w 5777301"/>
                <a:gd name="connsiteY0" fmla="*/ 357432 h 835827"/>
                <a:gd name="connsiteX1" fmla="*/ 5728625 w 5777301"/>
                <a:gd name="connsiteY1" fmla="*/ 212097 h 835827"/>
                <a:gd name="connsiteX2" fmla="*/ 5613568 w 5777301"/>
                <a:gd name="connsiteY2" fmla="*/ 133374 h 835827"/>
                <a:gd name="connsiteX3" fmla="*/ 5528789 w 5777301"/>
                <a:gd name="connsiteY3" fmla="*/ 121263 h 835827"/>
                <a:gd name="connsiteX4" fmla="*/ 5450066 w 5777301"/>
                <a:gd name="connsiteY4" fmla="*/ 48595 h 835827"/>
                <a:gd name="connsiteX5" fmla="*/ 5298676 w 5777301"/>
                <a:gd name="connsiteY5" fmla="*/ 150 h 835827"/>
                <a:gd name="connsiteX6" fmla="*/ 5086728 w 5777301"/>
                <a:gd name="connsiteY6" fmla="*/ 42539 h 835827"/>
                <a:gd name="connsiteX7" fmla="*/ 4923226 w 5777301"/>
                <a:gd name="connsiteY7" fmla="*/ 163652 h 835827"/>
                <a:gd name="connsiteX8" fmla="*/ 4662834 w 5777301"/>
                <a:gd name="connsiteY8" fmla="*/ 302931 h 835827"/>
                <a:gd name="connsiteX9" fmla="*/ 4251052 w 5777301"/>
                <a:gd name="connsiteY9" fmla="*/ 448267 h 835827"/>
                <a:gd name="connsiteX10" fmla="*/ 3451709 w 5777301"/>
                <a:gd name="connsiteY10" fmla="*/ 623880 h 835827"/>
                <a:gd name="connsiteX11" fmla="*/ 968901 w 5777301"/>
                <a:gd name="connsiteY11" fmla="*/ 696547 h 835827"/>
                <a:gd name="connsiteX12" fmla="*/ 0 w 5777301"/>
                <a:gd name="connsiteY12" fmla="*/ 738937 h 835827"/>
                <a:gd name="connsiteX13" fmla="*/ 0 w 5777301"/>
                <a:gd name="connsiteY13" fmla="*/ 799493 h 835827"/>
                <a:gd name="connsiteX14" fmla="*/ 4232885 w 5777301"/>
                <a:gd name="connsiteY14" fmla="*/ 781326 h 835827"/>
                <a:gd name="connsiteX15" fmla="*/ 4717335 w 5777301"/>
                <a:gd name="connsiteY15" fmla="*/ 811604 h 835827"/>
                <a:gd name="connsiteX16" fmla="*/ 4868726 w 5777301"/>
                <a:gd name="connsiteY16" fmla="*/ 835827 h 835827"/>
                <a:gd name="connsiteX17" fmla="*/ 5207841 w 5777301"/>
                <a:gd name="connsiteY17" fmla="*/ 817660 h 835827"/>
                <a:gd name="connsiteX18" fmla="*/ 5383454 w 5777301"/>
                <a:gd name="connsiteY18" fmla="*/ 781326 h 835827"/>
                <a:gd name="connsiteX19" fmla="*/ 5498511 w 5777301"/>
                <a:gd name="connsiteY19" fmla="*/ 702603 h 835827"/>
                <a:gd name="connsiteX20" fmla="*/ 5613568 w 5777301"/>
                <a:gd name="connsiteY20" fmla="*/ 672325 h 835827"/>
                <a:gd name="connsiteX21" fmla="*/ 5740736 w 5777301"/>
                <a:gd name="connsiteY21" fmla="*/ 508823 h 835827"/>
                <a:gd name="connsiteX22" fmla="*/ 5777070 w 5777301"/>
                <a:gd name="connsiteY22" fmla="*/ 357432 h 835827"/>
                <a:gd name="connsiteX0" fmla="*/ 5777070 w 5777301"/>
                <a:gd name="connsiteY0" fmla="*/ 357432 h 835896"/>
                <a:gd name="connsiteX1" fmla="*/ 5728625 w 5777301"/>
                <a:gd name="connsiteY1" fmla="*/ 212097 h 835896"/>
                <a:gd name="connsiteX2" fmla="*/ 5613568 w 5777301"/>
                <a:gd name="connsiteY2" fmla="*/ 133374 h 835896"/>
                <a:gd name="connsiteX3" fmla="*/ 5528789 w 5777301"/>
                <a:gd name="connsiteY3" fmla="*/ 121263 h 835896"/>
                <a:gd name="connsiteX4" fmla="*/ 5450066 w 5777301"/>
                <a:gd name="connsiteY4" fmla="*/ 48595 h 835896"/>
                <a:gd name="connsiteX5" fmla="*/ 5298676 w 5777301"/>
                <a:gd name="connsiteY5" fmla="*/ 150 h 835896"/>
                <a:gd name="connsiteX6" fmla="*/ 5086728 w 5777301"/>
                <a:gd name="connsiteY6" fmla="*/ 42539 h 835896"/>
                <a:gd name="connsiteX7" fmla="*/ 4923226 w 5777301"/>
                <a:gd name="connsiteY7" fmla="*/ 163652 h 835896"/>
                <a:gd name="connsiteX8" fmla="*/ 4662834 w 5777301"/>
                <a:gd name="connsiteY8" fmla="*/ 302931 h 835896"/>
                <a:gd name="connsiteX9" fmla="*/ 4251052 w 5777301"/>
                <a:gd name="connsiteY9" fmla="*/ 448267 h 835896"/>
                <a:gd name="connsiteX10" fmla="*/ 3451709 w 5777301"/>
                <a:gd name="connsiteY10" fmla="*/ 623880 h 835896"/>
                <a:gd name="connsiteX11" fmla="*/ 968901 w 5777301"/>
                <a:gd name="connsiteY11" fmla="*/ 696547 h 835896"/>
                <a:gd name="connsiteX12" fmla="*/ 0 w 5777301"/>
                <a:gd name="connsiteY12" fmla="*/ 738937 h 835896"/>
                <a:gd name="connsiteX13" fmla="*/ 0 w 5777301"/>
                <a:gd name="connsiteY13" fmla="*/ 799493 h 835896"/>
                <a:gd name="connsiteX14" fmla="*/ 4232885 w 5777301"/>
                <a:gd name="connsiteY14" fmla="*/ 781326 h 835896"/>
                <a:gd name="connsiteX15" fmla="*/ 4717335 w 5777301"/>
                <a:gd name="connsiteY15" fmla="*/ 811604 h 835896"/>
                <a:gd name="connsiteX16" fmla="*/ 4868726 w 5777301"/>
                <a:gd name="connsiteY16" fmla="*/ 835827 h 835896"/>
                <a:gd name="connsiteX17" fmla="*/ 5207841 w 5777301"/>
                <a:gd name="connsiteY17" fmla="*/ 817660 h 835896"/>
                <a:gd name="connsiteX18" fmla="*/ 5383454 w 5777301"/>
                <a:gd name="connsiteY18" fmla="*/ 781326 h 835896"/>
                <a:gd name="connsiteX19" fmla="*/ 5498511 w 5777301"/>
                <a:gd name="connsiteY19" fmla="*/ 702603 h 835896"/>
                <a:gd name="connsiteX20" fmla="*/ 5613568 w 5777301"/>
                <a:gd name="connsiteY20" fmla="*/ 672325 h 835896"/>
                <a:gd name="connsiteX21" fmla="*/ 5740736 w 5777301"/>
                <a:gd name="connsiteY21" fmla="*/ 508823 h 835896"/>
                <a:gd name="connsiteX22" fmla="*/ 5777070 w 5777301"/>
                <a:gd name="connsiteY22" fmla="*/ 357432 h 835896"/>
                <a:gd name="connsiteX0" fmla="*/ 5777070 w 5777301"/>
                <a:gd name="connsiteY0" fmla="*/ 357432 h 835896"/>
                <a:gd name="connsiteX1" fmla="*/ 5728625 w 5777301"/>
                <a:gd name="connsiteY1" fmla="*/ 212097 h 835896"/>
                <a:gd name="connsiteX2" fmla="*/ 5613568 w 5777301"/>
                <a:gd name="connsiteY2" fmla="*/ 133374 h 835896"/>
                <a:gd name="connsiteX3" fmla="*/ 5528789 w 5777301"/>
                <a:gd name="connsiteY3" fmla="*/ 121263 h 835896"/>
                <a:gd name="connsiteX4" fmla="*/ 5450066 w 5777301"/>
                <a:gd name="connsiteY4" fmla="*/ 48595 h 835896"/>
                <a:gd name="connsiteX5" fmla="*/ 5298676 w 5777301"/>
                <a:gd name="connsiteY5" fmla="*/ 150 h 835896"/>
                <a:gd name="connsiteX6" fmla="*/ 5086728 w 5777301"/>
                <a:gd name="connsiteY6" fmla="*/ 42539 h 835896"/>
                <a:gd name="connsiteX7" fmla="*/ 4923226 w 5777301"/>
                <a:gd name="connsiteY7" fmla="*/ 163652 h 835896"/>
                <a:gd name="connsiteX8" fmla="*/ 4662834 w 5777301"/>
                <a:gd name="connsiteY8" fmla="*/ 302931 h 835896"/>
                <a:gd name="connsiteX9" fmla="*/ 4251052 w 5777301"/>
                <a:gd name="connsiteY9" fmla="*/ 448267 h 835896"/>
                <a:gd name="connsiteX10" fmla="*/ 3451709 w 5777301"/>
                <a:gd name="connsiteY10" fmla="*/ 623880 h 835896"/>
                <a:gd name="connsiteX11" fmla="*/ 968901 w 5777301"/>
                <a:gd name="connsiteY11" fmla="*/ 696547 h 835896"/>
                <a:gd name="connsiteX12" fmla="*/ 0 w 5777301"/>
                <a:gd name="connsiteY12" fmla="*/ 738937 h 835896"/>
                <a:gd name="connsiteX13" fmla="*/ 0 w 5777301"/>
                <a:gd name="connsiteY13" fmla="*/ 799493 h 835896"/>
                <a:gd name="connsiteX14" fmla="*/ 4232885 w 5777301"/>
                <a:gd name="connsiteY14" fmla="*/ 781326 h 835896"/>
                <a:gd name="connsiteX15" fmla="*/ 4717335 w 5777301"/>
                <a:gd name="connsiteY15" fmla="*/ 811604 h 835896"/>
                <a:gd name="connsiteX16" fmla="*/ 4868726 w 5777301"/>
                <a:gd name="connsiteY16" fmla="*/ 835827 h 835896"/>
                <a:gd name="connsiteX17" fmla="*/ 5207841 w 5777301"/>
                <a:gd name="connsiteY17" fmla="*/ 817660 h 835896"/>
                <a:gd name="connsiteX18" fmla="*/ 5383454 w 5777301"/>
                <a:gd name="connsiteY18" fmla="*/ 781326 h 835896"/>
                <a:gd name="connsiteX19" fmla="*/ 5498511 w 5777301"/>
                <a:gd name="connsiteY19" fmla="*/ 702603 h 835896"/>
                <a:gd name="connsiteX20" fmla="*/ 5613568 w 5777301"/>
                <a:gd name="connsiteY20" fmla="*/ 672325 h 835896"/>
                <a:gd name="connsiteX21" fmla="*/ 5740736 w 5777301"/>
                <a:gd name="connsiteY21" fmla="*/ 508823 h 835896"/>
                <a:gd name="connsiteX22" fmla="*/ 5777070 w 5777301"/>
                <a:gd name="connsiteY22" fmla="*/ 357432 h 835896"/>
                <a:gd name="connsiteX0" fmla="*/ 5777070 w 5777301"/>
                <a:gd name="connsiteY0" fmla="*/ 357432 h 835896"/>
                <a:gd name="connsiteX1" fmla="*/ 5728625 w 5777301"/>
                <a:gd name="connsiteY1" fmla="*/ 212097 h 835896"/>
                <a:gd name="connsiteX2" fmla="*/ 5613568 w 5777301"/>
                <a:gd name="connsiteY2" fmla="*/ 133374 h 835896"/>
                <a:gd name="connsiteX3" fmla="*/ 5528789 w 5777301"/>
                <a:gd name="connsiteY3" fmla="*/ 121263 h 835896"/>
                <a:gd name="connsiteX4" fmla="*/ 5450066 w 5777301"/>
                <a:gd name="connsiteY4" fmla="*/ 48595 h 835896"/>
                <a:gd name="connsiteX5" fmla="*/ 5298676 w 5777301"/>
                <a:gd name="connsiteY5" fmla="*/ 150 h 835896"/>
                <a:gd name="connsiteX6" fmla="*/ 5086728 w 5777301"/>
                <a:gd name="connsiteY6" fmla="*/ 42539 h 835896"/>
                <a:gd name="connsiteX7" fmla="*/ 4923226 w 5777301"/>
                <a:gd name="connsiteY7" fmla="*/ 163652 h 835896"/>
                <a:gd name="connsiteX8" fmla="*/ 4662834 w 5777301"/>
                <a:gd name="connsiteY8" fmla="*/ 302931 h 835896"/>
                <a:gd name="connsiteX9" fmla="*/ 4251052 w 5777301"/>
                <a:gd name="connsiteY9" fmla="*/ 448267 h 835896"/>
                <a:gd name="connsiteX10" fmla="*/ 3451709 w 5777301"/>
                <a:gd name="connsiteY10" fmla="*/ 623880 h 835896"/>
                <a:gd name="connsiteX11" fmla="*/ 968901 w 5777301"/>
                <a:gd name="connsiteY11" fmla="*/ 696547 h 835896"/>
                <a:gd name="connsiteX12" fmla="*/ 0 w 5777301"/>
                <a:gd name="connsiteY12" fmla="*/ 738937 h 835896"/>
                <a:gd name="connsiteX13" fmla="*/ 0 w 5777301"/>
                <a:gd name="connsiteY13" fmla="*/ 799493 h 835896"/>
                <a:gd name="connsiteX14" fmla="*/ 4232885 w 5777301"/>
                <a:gd name="connsiteY14" fmla="*/ 781326 h 835896"/>
                <a:gd name="connsiteX15" fmla="*/ 4717335 w 5777301"/>
                <a:gd name="connsiteY15" fmla="*/ 811604 h 835896"/>
                <a:gd name="connsiteX16" fmla="*/ 4868726 w 5777301"/>
                <a:gd name="connsiteY16" fmla="*/ 835827 h 835896"/>
                <a:gd name="connsiteX17" fmla="*/ 5207841 w 5777301"/>
                <a:gd name="connsiteY17" fmla="*/ 817660 h 835896"/>
                <a:gd name="connsiteX18" fmla="*/ 5383454 w 5777301"/>
                <a:gd name="connsiteY18" fmla="*/ 781326 h 835896"/>
                <a:gd name="connsiteX19" fmla="*/ 5498511 w 5777301"/>
                <a:gd name="connsiteY19" fmla="*/ 702603 h 835896"/>
                <a:gd name="connsiteX20" fmla="*/ 5613568 w 5777301"/>
                <a:gd name="connsiteY20" fmla="*/ 672325 h 835896"/>
                <a:gd name="connsiteX21" fmla="*/ 5740736 w 5777301"/>
                <a:gd name="connsiteY21" fmla="*/ 508823 h 835896"/>
                <a:gd name="connsiteX22" fmla="*/ 5777070 w 5777301"/>
                <a:gd name="connsiteY22" fmla="*/ 357432 h 835896"/>
                <a:gd name="connsiteX0" fmla="*/ 5777070 w 5777301"/>
                <a:gd name="connsiteY0" fmla="*/ 357432 h 836578"/>
                <a:gd name="connsiteX1" fmla="*/ 5728625 w 5777301"/>
                <a:gd name="connsiteY1" fmla="*/ 212097 h 836578"/>
                <a:gd name="connsiteX2" fmla="*/ 5613568 w 5777301"/>
                <a:gd name="connsiteY2" fmla="*/ 133374 h 836578"/>
                <a:gd name="connsiteX3" fmla="*/ 5528789 w 5777301"/>
                <a:gd name="connsiteY3" fmla="*/ 121263 h 836578"/>
                <a:gd name="connsiteX4" fmla="*/ 5450066 w 5777301"/>
                <a:gd name="connsiteY4" fmla="*/ 48595 h 836578"/>
                <a:gd name="connsiteX5" fmla="*/ 5298676 w 5777301"/>
                <a:gd name="connsiteY5" fmla="*/ 150 h 836578"/>
                <a:gd name="connsiteX6" fmla="*/ 5086728 w 5777301"/>
                <a:gd name="connsiteY6" fmla="*/ 42539 h 836578"/>
                <a:gd name="connsiteX7" fmla="*/ 4923226 w 5777301"/>
                <a:gd name="connsiteY7" fmla="*/ 163652 h 836578"/>
                <a:gd name="connsiteX8" fmla="*/ 4662834 w 5777301"/>
                <a:gd name="connsiteY8" fmla="*/ 302931 h 836578"/>
                <a:gd name="connsiteX9" fmla="*/ 4251052 w 5777301"/>
                <a:gd name="connsiteY9" fmla="*/ 448267 h 836578"/>
                <a:gd name="connsiteX10" fmla="*/ 3451709 w 5777301"/>
                <a:gd name="connsiteY10" fmla="*/ 623880 h 836578"/>
                <a:gd name="connsiteX11" fmla="*/ 968901 w 5777301"/>
                <a:gd name="connsiteY11" fmla="*/ 696547 h 836578"/>
                <a:gd name="connsiteX12" fmla="*/ 0 w 5777301"/>
                <a:gd name="connsiteY12" fmla="*/ 738937 h 836578"/>
                <a:gd name="connsiteX13" fmla="*/ 0 w 5777301"/>
                <a:gd name="connsiteY13" fmla="*/ 799493 h 836578"/>
                <a:gd name="connsiteX14" fmla="*/ 4232885 w 5777301"/>
                <a:gd name="connsiteY14" fmla="*/ 781326 h 836578"/>
                <a:gd name="connsiteX15" fmla="*/ 4584111 w 5777301"/>
                <a:gd name="connsiteY15" fmla="*/ 793437 h 836578"/>
                <a:gd name="connsiteX16" fmla="*/ 4868726 w 5777301"/>
                <a:gd name="connsiteY16" fmla="*/ 835827 h 836578"/>
                <a:gd name="connsiteX17" fmla="*/ 5207841 w 5777301"/>
                <a:gd name="connsiteY17" fmla="*/ 817660 h 836578"/>
                <a:gd name="connsiteX18" fmla="*/ 5383454 w 5777301"/>
                <a:gd name="connsiteY18" fmla="*/ 781326 h 836578"/>
                <a:gd name="connsiteX19" fmla="*/ 5498511 w 5777301"/>
                <a:gd name="connsiteY19" fmla="*/ 702603 h 836578"/>
                <a:gd name="connsiteX20" fmla="*/ 5613568 w 5777301"/>
                <a:gd name="connsiteY20" fmla="*/ 672325 h 836578"/>
                <a:gd name="connsiteX21" fmla="*/ 5740736 w 5777301"/>
                <a:gd name="connsiteY21" fmla="*/ 508823 h 836578"/>
                <a:gd name="connsiteX22" fmla="*/ 5777070 w 5777301"/>
                <a:gd name="connsiteY22" fmla="*/ 357432 h 836578"/>
                <a:gd name="connsiteX0" fmla="*/ 5777070 w 5777301"/>
                <a:gd name="connsiteY0" fmla="*/ 357432 h 837217"/>
                <a:gd name="connsiteX1" fmla="*/ 5728625 w 5777301"/>
                <a:gd name="connsiteY1" fmla="*/ 212097 h 837217"/>
                <a:gd name="connsiteX2" fmla="*/ 5613568 w 5777301"/>
                <a:gd name="connsiteY2" fmla="*/ 133374 h 837217"/>
                <a:gd name="connsiteX3" fmla="*/ 5528789 w 5777301"/>
                <a:gd name="connsiteY3" fmla="*/ 121263 h 837217"/>
                <a:gd name="connsiteX4" fmla="*/ 5450066 w 5777301"/>
                <a:gd name="connsiteY4" fmla="*/ 48595 h 837217"/>
                <a:gd name="connsiteX5" fmla="*/ 5298676 w 5777301"/>
                <a:gd name="connsiteY5" fmla="*/ 150 h 837217"/>
                <a:gd name="connsiteX6" fmla="*/ 5086728 w 5777301"/>
                <a:gd name="connsiteY6" fmla="*/ 42539 h 837217"/>
                <a:gd name="connsiteX7" fmla="*/ 4923226 w 5777301"/>
                <a:gd name="connsiteY7" fmla="*/ 163652 h 837217"/>
                <a:gd name="connsiteX8" fmla="*/ 4662834 w 5777301"/>
                <a:gd name="connsiteY8" fmla="*/ 302931 h 837217"/>
                <a:gd name="connsiteX9" fmla="*/ 4251052 w 5777301"/>
                <a:gd name="connsiteY9" fmla="*/ 448267 h 837217"/>
                <a:gd name="connsiteX10" fmla="*/ 3451709 w 5777301"/>
                <a:gd name="connsiteY10" fmla="*/ 623880 h 837217"/>
                <a:gd name="connsiteX11" fmla="*/ 968901 w 5777301"/>
                <a:gd name="connsiteY11" fmla="*/ 696547 h 837217"/>
                <a:gd name="connsiteX12" fmla="*/ 0 w 5777301"/>
                <a:gd name="connsiteY12" fmla="*/ 738937 h 837217"/>
                <a:gd name="connsiteX13" fmla="*/ 0 w 5777301"/>
                <a:gd name="connsiteY13" fmla="*/ 799493 h 837217"/>
                <a:gd name="connsiteX14" fmla="*/ 4232885 w 5777301"/>
                <a:gd name="connsiteY14" fmla="*/ 781326 h 837217"/>
                <a:gd name="connsiteX15" fmla="*/ 4868726 w 5777301"/>
                <a:gd name="connsiteY15" fmla="*/ 835827 h 837217"/>
                <a:gd name="connsiteX16" fmla="*/ 5207841 w 5777301"/>
                <a:gd name="connsiteY16" fmla="*/ 817660 h 837217"/>
                <a:gd name="connsiteX17" fmla="*/ 5383454 w 5777301"/>
                <a:gd name="connsiteY17" fmla="*/ 781326 h 837217"/>
                <a:gd name="connsiteX18" fmla="*/ 5498511 w 5777301"/>
                <a:gd name="connsiteY18" fmla="*/ 702603 h 837217"/>
                <a:gd name="connsiteX19" fmla="*/ 5613568 w 5777301"/>
                <a:gd name="connsiteY19" fmla="*/ 672325 h 837217"/>
                <a:gd name="connsiteX20" fmla="*/ 5740736 w 5777301"/>
                <a:gd name="connsiteY20" fmla="*/ 508823 h 837217"/>
                <a:gd name="connsiteX21" fmla="*/ 5777070 w 5777301"/>
                <a:gd name="connsiteY21" fmla="*/ 357432 h 837217"/>
                <a:gd name="connsiteX0" fmla="*/ 6071328 w 6071559"/>
                <a:gd name="connsiteY0" fmla="*/ 357432 h 836578"/>
                <a:gd name="connsiteX1" fmla="*/ 6022883 w 6071559"/>
                <a:gd name="connsiteY1" fmla="*/ 212097 h 836578"/>
                <a:gd name="connsiteX2" fmla="*/ 5907826 w 6071559"/>
                <a:gd name="connsiteY2" fmla="*/ 133374 h 836578"/>
                <a:gd name="connsiteX3" fmla="*/ 5823047 w 6071559"/>
                <a:gd name="connsiteY3" fmla="*/ 121263 h 836578"/>
                <a:gd name="connsiteX4" fmla="*/ 5744324 w 6071559"/>
                <a:gd name="connsiteY4" fmla="*/ 48595 h 836578"/>
                <a:gd name="connsiteX5" fmla="*/ 5592934 w 6071559"/>
                <a:gd name="connsiteY5" fmla="*/ 150 h 836578"/>
                <a:gd name="connsiteX6" fmla="*/ 5380986 w 6071559"/>
                <a:gd name="connsiteY6" fmla="*/ 42539 h 836578"/>
                <a:gd name="connsiteX7" fmla="*/ 5217484 w 6071559"/>
                <a:gd name="connsiteY7" fmla="*/ 163652 h 836578"/>
                <a:gd name="connsiteX8" fmla="*/ 4957092 w 6071559"/>
                <a:gd name="connsiteY8" fmla="*/ 302931 h 836578"/>
                <a:gd name="connsiteX9" fmla="*/ 4545310 w 6071559"/>
                <a:gd name="connsiteY9" fmla="*/ 448267 h 836578"/>
                <a:gd name="connsiteX10" fmla="*/ 3745967 w 6071559"/>
                <a:gd name="connsiteY10" fmla="*/ 623880 h 836578"/>
                <a:gd name="connsiteX11" fmla="*/ 1263159 w 6071559"/>
                <a:gd name="connsiteY11" fmla="*/ 696547 h 836578"/>
                <a:gd name="connsiteX12" fmla="*/ 294258 w 6071559"/>
                <a:gd name="connsiteY12" fmla="*/ 738937 h 836578"/>
                <a:gd name="connsiteX13" fmla="*/ 294258 w 6071559"/>
                <a:gd name="connsiteY13" fmla="*/ 799493 h 836578"/>
                <a:gd name="connsiteX14" fmla="*/ 4266751 w 6071559"/>
                <a:gd name="connsiteY14" fmla="*/ 793437 h 836578"/>
                <a:gd name="connsiteX15" fmla="*/ 5162984 w 6071559"/>
                <a:gd name="connsiteY15" fmla="*/ 835827 h 836578"/>
                <a:gd name="connsiteX16" fmla="*/ 5502099 w 6071559"/>
                <a:gd name="connsiteY16" fmla="*/ 817660 h 836578"/>
                <a:gd name="connsiteX17" fmla="*/ 5677712 w 6071559"/>
                <a:gd name="connsiteY17" fmla="*/ 781326 h 836578"/>
                <a:gd name="connsiteX18" fmla="*/ 5792769 w 6071559"/>
                <a:gd name="connsiteY18" fmla="*/ 702603 h 836578"/>
                <a:gd name="connsiteX19" fmla="*/ 5907826 w 6071559"/>
                <a:gd name="connsiteY19" fmla="*/ 672325 h 836578"/>
                <a:gd name="connsiteX20" fmla="*/ 6034994 w 6071559"/>
                <a:gd name="connsiteY20" fmla="*/ 508823 h 836578"/>
                <a:gd name="connsiteX21" fmla="*/ 6071328 w 6071559"/>
                <a:gd name="connsiteY21" fmla="*/ 357432 h 836578"/>
                <a:gd name="connsiteX0" fmla="*/ 6071328 w 6071559"/>
                <a:gd name="connsiteY0" fmla="*/ 357432 h 836578"/>
                <a:gd name="connsiteX1" fmla="*/ 6022883 w 6071559"/>
                <a:gd name="connsiteY1" fmla="*/ 212097 h 836578"/>
                <a:gd name="connsiteX2" fmla="*/ 5907826 w 6071559"/>
                <a:gd name="connsiteY2" fmla="*/ 133374 h 836578"/>
                <a:gd name="connsiteX3" fmla="*/ 5823047 w 6071559"/>
                <a:gd name="connsiteY3" fmla="*/ 121263 h 836578"/>
                <a:gd name="connsiteX4" fmla="*/ 5744324 w 6071559"/>
                <a:gd name="connsiteY4" fmla="*/ 48595 h 836578"/>
                <a:gd name="connsiteX5" fmla="*/ 5592934 w 6071559"/>
                <a:gd name="connsiteY5" fmla="*/ 150 h 836578"/>
                <a:gd name="connsiteX6" fmla="*/ 5380986 w 6071559"/>
                <a:gd name="connsiteY6" fmla="*/ 42539 h 836578"/>
                <a:gd name="connsiteX7" fmla="*/ 5217484 w 6071559"/>
                <a:gd name="connsiteY7" fmla="*/ 163652 h 836578"/>
                <a:gd name="connsiteX8" fmla="*/ 4521086 w 6071559"/>
                <a:gd name="connsiteY8" fmla="*/ 315042 h 836578"/>
                <a:gd name="connsiteX9" fmla="*/ 4545310 w 6071559"/>
                <a:gd name="connsiteY9" fmla="*/ 448267 h 836578"/>
                <a:gd name="connsiteX10" fmla="*/ 3745967 w 6071559"/>
                <a:gd name="connsiteY10" fmla="*/ 623880 h 836578"/>
                <a:gd name="connsiteX11" fmla="*/ 1263159 w 6071559"/>
                <a:gd name="connsiteY11" fmla="*/ 696547 h 836578"/>
                <a:gd name="connsiteX12" fmla="*/ 294258 w 6071559"/>
                <a:gd name="connsiteY12" fmla="*/ 738937 h 836578"/>
                <a:gd name="connsiteX13" fmla="*/ 294258 w 6071559"/>
                <a:gd name="connsiteY13" fmla="*/ 799493 h 836578"/>
                <a:gd name="connsiteX14" fmla="*/ 4266751 w 6071559"/>
                <a:gd name="connsiteY14" fmla="*/ 793437 h 836578"/>
                <a:gd name="connsiteX15" fmla="*/ 5162984 w 6071559"/>
                <a:gd name="connsiteY15" fmla="*/ 835827 h 836578"/>
                <a:gd name="connsiteX16" fmla="*/ 5502099 w 6071559"/>
                <a:gd name="connsiteY16" fmla="*/ 817660 h 836578"/>
                <a:gd name="connsiteX17" fmla="*/ 5677712 w 6071559"/>
                <a:gd name="connsiteY17" fmla="*/ 781326 h 836578"/>
                <a:gd name="connsiteX18" fmla="*/ 5792769 w 6071559"/>
                <a:gd name="connsiteY18" fmla="*/ 702603 h 836578"/>
                <a:gd name="connsiteX19" fmla="*/ 5907826 w 6071559"/>
                <a:gd name="connsiteY19" fmla="*/ 672325 h 836578"/>
                <a:gd name="connsiteX20" fmla="*/ 6034994 w 6071559"/>
                <a:gd name="connsiteY20" fmla="*/ 508823 h 836578"/>
                <a:gd name="connsiteX21" fmla="*/ 6071328 w 6071559"/>
                <a:gd name="connsiteY21" fmla="*/ 357432 h 836578"/>
                <a:gd name="connsiteX0" fmla="*/ 6071328 w 6071559"/>
                <a:gd name="connsiteY0" fmla="*/ 358201 h 837347"/>
                <a:gd name="connsiteX1" fmla="*/ 6022883 w 6071559"/>
                <a:gd name="connsiteY1" fmla="*/ 212866 h 837347"/>
                <a:gd name="connsiteX2" fmla="*/ 5907826 w 6071559"/>
                <a:gd name="connsiteY2" fmla="*/ 134143 h 837347"/>
                <a:gd name="connsiteX3" fmla="*/ 5823047 w 6071559"/>
                <a:gd name="connsiteY3" fmla="*/ 122032 h 837347"/>
                <a:gd name="connsiteX4" fmla="*/ 5744324 w 6071559"/>
                <a:gd name="connsiteY4" fmla="*/ 49364 h 837347"/>
                <a:gd name="connsiteX5" fmla="*/ 5592934 w 6071559"/>
                <a:gd name="connsiteY5" fmla="*/ 919 h 837347"/>
                <a:gd name="connsiteX6" fmla="*/ 5205372 w 6071559"/>
                <a:gd name="connsiteY6" fmla="*/ 91753 h 837347"/>
                <a:gd name="connsiteX7" fmla="*/ 5217484 w 6071559"/>
                <a:gd name="connsiteY7" fmla="*/ 164421 h 837347"/>
                <a:gd name="connsiteX8" fmla="*/ 4521086 w 6071559"/>
                <a:gd name="connsiteY8" fmla="*/ 315811 h 837347"/>
                <a:gd name="connsiteX9" fmla="*/ 4545310 w 6071559"/>
                <a:gd name="connsiteY9" fmla="*/ 449036 h 837347"/>
                <a:gd name="connsiteX10" fmla="*/ 3745967 w 6071559"/>
                <a:gd name="connsiteY10" fmla="*/ 624649 h 837347"/>
                <a:gd name="connsiteX11" fmla="*/ 1263159 w 6071559"/>
                <a:gd name="connsiteY11" fmla="*/ 697316 h 837347"/>
                <a:gd name="connsiteX12" fmla="*/ 294258 w 6071559"/>
                <a:gd name="connsiteY12" fmla="*/ 739706 h 837347"/>
                <a:gd name="connsiteX13" fmla="*/ 294258 w 6071559"/>
                <a:gd name="connsiteY13" fmla="*/ 800262 h 837347"/>
                <a:gd name="connsiteX14" fmla="*/ 4266751 w 6071559"/>
                <a:gd name="connsiteY14" fmla="*/ 794206 h 837347"/>
                <a:gd name="connsiteX15" fmla="*/ 5162984 w 6071559"/>
                <a:gd name="connsiteY15" fmla="*/ 836596 h 837347"/>
                <a:gd name="connsiteX16" fmla="*/ 5502099 w 6071559"/>
                <a:gd name="connsiteY16" fmla="*/ 818429 h 837347"/>
                <a:gd name="connsiteX17" fmla="*/ 5677712 w 6071559"/>
                <a:gd name="connsiteY17" fmla="*/ 782095 h 837347"/>
                <a:gd name="connsiteX18" fmla="*/ 5792769 w 6071559"/>
                <a:gd name="connsiteY18" fmla="*/ 703372 h 837347"/>
                <a:gd name="connsiteX19" fmla="*/ 5907826 w 6071559"/>
                <a:gd name="connsiteY19" fmla="*/ 673094 h 837347"/>
                <a:gd name="connsiteX20" fmla="*/ 6034994 w 6071559"/>
                <a:gd name="connsiteY20" fmla="*/ 509592 h 837347"/>
                <a:gd name="connsiteX21" fmla="*/ 6071328 w 6071559"/>
                <a:gd name="connsiteY21" fmla="*/ 358201 h 837347"/>
                <a:gd name="connsiteX0" fmla="*/ 6071328 w 6071559"/>
                <a:gd name="connsiteY0" fmla="*/ 358201 h 837347"/>
                <a:gd name="connsiteX1" fmla="*/ 6022883 w 6071559"/>
                <a:gd name="connsiteY1" fmla="*/ 212866 h 837347"/>
                <a:gd name="connsiteX2" fmla="*/ 5907826 w 6071559"/>
                <a:gd name="connsiteY2" fmla="*/ 134143 h 837347"/>
                <a:gd name="connsiteX3" fmla="*/ 5823047 w 6071559"/>
                <a:gd name="connsiteY3" fmla="*/ 122032 h 837347"/>
                <a:gd name="connsiteX4" fmla="*/ 5744324 w 6071559"/>
                <a:gd name="connsiteY4" fmla="*/ 49364 h 837347"/>
                <a:gd name="connsiteX5" fmla="*/ 5592934 w 6071559"/>
                <a:gd name="connsiteY5" fmla="*/ 919 h 837347"/>
                <a:gd name="connsiteX6" fmla="*/ 5205372 w 6071559"/>
                <a:gd name="connsiteY6" fmla="*/ 91753 h 837347"/>
                <a:gd name="connsiteX7" fmla="*/ 4521086 w 6071559"/>
                <a:gd name="connsiteY7" fmla="*/ 315811 h 837347"/>
                <a:gd name="connsiteX8" fmla="*/ 4545310 w 6071559"/>
                <a:gd name="connsiteY8" fmla="*/ 449036 h 837347"/>
                <a:gd name="connsiteX9" fmla="*/ 3745967 w 6071559"/>
                <a:gd name="connsiteY9" fmla="*/ 624649 h 837347"/>
                <a:gd name="connsiteX10" fmla="*/ 1263159 w 6071559"/>
                <a:gd name="connsiteY10" fmla="*/ 697316 h 837347"/>
                <a:gd name="connsiteX11" fmla="*/ 294258 w 6071559"/>
                <a:gd name="connsiteY11" fmla="*/ 739706 h 837347"/>
                <a:gd name="connsiteX12" fmla="*/ 294258 w 6071559"/>
                <a:gd name="connsiteY12" fmla="*/ 800262 h 837347"/>
                <a:gd name="connsiteX13" fmla="*/ 4266751 w 6071559"/>
                <a:gd name="connsiteY13" fmla="*/ 794206 h 837347"/>
                <a:gd name="connsiteX14" fmla="*/ 5162984 w 6071559"/>
                <a:gd name="connsiteY14" fmla="*/ 836596 h 837347"/>
                <a:gd name="connsiteX15" fmla="*/ 5502099 w 6071559"/>
                <a:gd name="connsiteY15" fmla="*/ 818429 h 837347"/>
                <a:gd name="connsiteX16" fmla="*/ 5677712 w 6071559"/>
                <a:gd name="connsiteY16" fmla="*/ 782095 h 837347"/>
                <a:gd name="connsiteX17" fmla="*/ 5792769 w 6071559"/>
                <a:gd name="connsiteY17" fmla="*/ 703372 h 837347"/>
                <a:gd name="connsiteX18" fmla="*/ 5907826 w 6071559"/>
                <a:gd name="connsiteY18" fmla="*/ 673094 h 837347"/>
                <a:gd name="connsiteX19" fmla="*/ 6034994 w 6071559"/>
                <a:gd name="connsiteY19" fmla="*/ 509592 h 837347"/>
                <a:gd name="connsiteX20" fmla="*/ 6071328 w 6071559"/>
                <a:gd name="connsiteY20" fmla="*/ 358201 h 837347"/>
                <a:gd name="connsiteX0" fmla="*/ 6071328 w 6071559"/>
                <a:gd name="connsiteY0" fmla="*/ 358201 h 837347"/>
                <a:gd name="connsiteX1" fmla="*/ 6022883 w 6071559"/>
                <a:gd name="connsiteY1" fmla="*/ 212866 h 837347"/>
                <a:gd name="connsiteX2" fmla="*/ 5907826 w 6071559"/>
                <a:gd name="connsiteY2" fmla="*/ 134143 h 837347"/>
                <a:gd name="connsiteX3" fmla="*/ 5823047 w 6071559"/>
                <a:gd name="connsiteY3" fmla="*/ 122032 h 837347"/>
                <a:gd name="connsiteX4" fmla="*/ 5744324 w 6071559"/>
                <a:gd name="connsiteY4" fmla="*/ 49364 h 837347"/>
                <a:gd name="connsiteX5" fmla="*/ 5592934 w 6071559"/>
                <a:gd name="connsiteY5" fmla="*/ 919 h 837347"/>
                <a:gd name="connsiteX6" fmla="*/ 5205372 w 6071559"/>
                <a:gd name="connsiteY6" fmla="*/ 91753 h 837347"/>
                <a:gd name="connsiteX7" fmla="*/ 4521086 w 6071559"/>
                <a:gd name="connsiteY7" fmla="*/ 315811 h 837347"/>
                <a:gd name="connsiteX8" fmla="*/ 3745967 w 6071559"/>
                <a:gd name="connsiteY8" fmla="*/ 624649 h 837347"/>
                <a:gd name="connsiteX9" fmla="*/ 1263159 w 6071559"/>
                <a:gd name="connsiteY9" fmla="*/ 697316 h 837347"/>
                <a:gd name="connsiteX10" fmla="*/ 294258 w 6071559"/>
                <a:gd name="connsiteY10" fmla="*/ 739706 h 837347"/>
                <a:gd name="connsiteX11" fmla="*/ 294258 w 6071559"/>
                <a:gd name="connsiteY11" fmla="*/ 800262 h 837347"/>
                <a:gd name="connsiteX12" fmla="*/ 4266751 w 6071559"/>
                <a:gd name="connsiteY12" fmla="*/ 794206 h 837347"/>
                <a:gd name="connsiteX13" fmla="*/ 5162984 w 6071559"/>
                <a:gd name="connsiteY13" fmla="*/ 836596 h 837347"/>
                <a:gd name="connsiteX14" fmla="*/ 5502099 w 6071559"/>
                <a:gd name="connsiteY14" fmla="*/ 818429 h 837347"/>
                <a:gd name="connsiteX15" fmla="*/ 5677712 w 6071559"/>
                <a:gd name="connsiteY15" fmla="*/ 782095 h 837347"/>
                <a:gd name="connsiteX16" fmla="*/ 5792769 w 6071559"/>
                <a:gd name="connsiteY16" fmla="*/ 703372 h 837347"/>
                <a:gd name="connsiteX17" fmla="*/ 5907826 w 6071559"/>
                <a:gd name="connsiteY17" fmla="*/ 673094 h 837347"/>
                <a:gd name="connsiteX18" fmla="*/ 6034994 w 6071559"/>
                <a:gd name="connsiteY18" fmla="*/ 509592 h 837347"/>
                <a:gd name="connsiteX19" fmla="*/ 6071328 w 6071559"/>
                <a:gd name="connsiteY19" fmla="*/ 358201 h 837347"/>
                <a:gd name="connsiteX0" fmla="*/ 6071328 w 6071559"/>
                <a:gd name="connsiteY0" fmla="*/ 358201 h 837347"/>
                <a:gd name="connsiteX1" fmla="*/ 6022883 w 6071559"/>
                <a:gd name="connsiteY1" fmla="*/ 212866 h 837347"/>
                <a:gd name="connsiteX2" fmla="*/ 5907826 w 6071559"/>
                <a:gd name="connsiteY2" fmla="*/ 134143 h 837347"/>
                <a:gd name="connsiteX3" fmla="*/ 5823047 w 6071559"/>
                <a:gd name="connsiteY3" fmla="*/ 122032 h 837347"/>
                <a:gd name="connsiteX4" fmla="*/ 5744324 w 6071559"/>
                <a:gd name="connsiteY4" fmla="*/ 49364 h 837347"/>
                <a:gd name="connsiteX5" fmla="*/ 5592934 w 6071559"/>
                <a:gd name="connsiteY5" fmla="*/ 919 h 837347"/>
                <a:gd name="connsiteX6" fmla="*/ 5205372 w 6071559"/>
                <a:gd name="connsiteY6" fmla="*/ 91753 h 837347"/>
                <a:gd name="connsiteX7" fmla="*/ 4521086 w 6071559"/>
                <a:gd name="connsiteY7" fmla="*/ 315811 h 837347"/>
                <a:gd name="connsiteX8" fmla="*/ 2843679 w 6071559"/>
                <a:gd name="connsiteY8" fmla="*/ 618593 h 837347"/>
                <a:gd name="connsiteX9" fmla="*/ 1263159 w 6071559"/>
                <a:gd name="connsiteY9" fmla="*/ 697316 h 837347"/>
                <a:gd name="connsiteX10" fmla="*/ 294258 w 6071559"/>
                <a:gd name="connsiteY10" fmla="*/ 739706 h 837347"/>
                <a:gd name="connsiteX11" fmla="*/ 294258 w 6071559"/>
                <a:gd name="connsiteY11" fmla="*/ 800262 h 837347"/>
                <a:gd name="connsiteX12" fmla="*/ 4266751 w 6071559"/>
                <a:gd name="connsiteY12" fmla="*/ 794206 h 837347"/>
                <a:gd name="connsiteX13" fmla="*/ 5162984 w 6071559"/>
                <a:gd name="connsiteY13" fmla="*/ 836596 h 837347"/>
                <a:gd name="connsiteX14" fmla="*/ 5502099 w 6071559"/>
                <a:gd name="connsiteY14" fmla="*/ 818429 h 837347"/>
                <a:gd name="connsiteX15" fmla="*/ 5677712 w 6071559"/>
                <a:gd name="connsiteY15" fmla="*/ 782095 h 837347"/>
                <a:gd name="connsiteX16" fmla="*/ 5792769 w 6071559"/>
                <a:gd name="connsiteY16" fmla="*/ 703372 h 837347"/>
                <a:gd name="connsiteX17" fmla="*/ 5907826 w 6071559"/>
                <a:gd name="connsiteY17" fmla="*/ 673094 h 837347"/>
                <a:gd name="connsiteX18" fmla="*/ 6034994 w 6071559"/>
                <a:gd name="connsiteY18" fmla="*/ 509592 h 837347"/>
                <a:gd name="connsiteX19" fmla="*/ 6071328 w 6071559"/>
                <a:gd name="connsiteY19" fmla="*/ 358201 h 837347"/>
                <a:gd name="connsiteX0" fmla="*/ 6071328 w 6071559"/>
                <a:gd name="connsiteY0" fmla="*/ 358201 h 837347"/>
                <a:gd name="connsiteX1" fmla="*/ 6022883 w 6071559"/>
                <a:gd name="connsiteY1" fmla="*/ 212866 h 837347"/>
                <a:gd name="connsiteX2" fmla="*/ 5907826 w 6071559"/>
                <a:gd name="connsiteY2" fmla="*/ 134143 h 837347"/>
                <a:gd name="connsiteX3" fmla="*/ 5823047 w 6071559"/>
                <a:gd name="connsiteY3" fmla="*/ 122032 h 837347"/>
                <a:gd name="connsiteX4" fmla="*/ 5744324 w 6071559"/>
                <a:gd name="connsiteY4" fmla="*/ 49364 h 837347"/>
                <a:gd name="connsiteX5" fmla="*/ 5592934 w 6071559"/>
                <a:gd name="connsiteY5" fmla="*/ 919 h 837347"/>
                <a:gd name="connsiteX6" fmla="*/ 5205372 w 6071559"/>
                <a:gd name="connsiteY6" fmla="*/ 91753 h 837347"/>
                <a:gd name="connsiteX7" fmla="*/ 4521086 w 6071559"/>
                <a:gd name="connsiteY7" fmla="*/ 315811 h 837347"/>
                <a:gd name="connsiteX8" fmla="*/ 2843679 w 6071559"/>
                <a:gd name="connsiteY8" fmla="*/ 588315 h 837347"/>
                <a:gd name="connsiteX9" fmla="*/ 1263159 w 6071559"/>
                <a:gd name="connsiteY9" fmla="*/ 697316 h 837347"/>
                <a:gd name="connsiteX10" fmla="*/ 294258 w 6071559"/>
                <a:gd name="connsiteY10" fmla="*/ 739706 h 837347"/>
                <a:gd name="connsiteX11" fmla="*/ 294258 w 6071559"/>
                <a:gd name="connsiteY11" fmla="*/ 800262 h 837347"/>
                <a:gd name="connsiteX12" fmla="*/ 4266751 w 6071559"/>
                <a:gd name="connsiteY12" fmla="*/ 794206 h 837347"/>
                <a:gd name="connsiteX13" fmla="*/ 5162984 w 6071559"/>
                <a:gd name="connsiteY13" fmla="*/ 836596 h 837347"/>
                <a:gd name="connsiteX14" fmla="*/ 5502099 w 6071559"/>
                <a:gd name="connsiteY14" fmla="*/ 818429 h 837347"/>
                <a:gd name="connsiteX15" fmla="*/ 5677712 w 6071559"/>
                <a:gd name="connsiteY15" fmla="*/ 782095 h 837347"/>
                <a:gd name="connsiteX16" fmla="*/ 5792769 w 6071559"/>
                <a:gd name="connsiteY16" fmla="*/ 703372 h 837347"/>
                <a:gd name="connsiteX17" fmla="*/ 5907826 w 6071559"/>
                <a:gd name="connsiteY17" fmla="*/ 673094 h 837347"/>
                <a:gd name="connsiteX18" fmla="*/ 6034994 w 6071559"/>
                <a:gd name="connsiteY18" fmla="*/ 509592 h 837347"/>
                <a:gd name="connsiteX19" fmla="*/ 6071328 w 6071559"/>
                <a:gd name="connsiteY19" fmla="*/ 358201 h 837347"/>
                <a:gd name="connsiteX0" fmla="*/ 6071328 w 6071559"/>
                <a:gd name="connsiteY0" fmla="*/ 358201 h 837347"/>
                <a:gd name="connsiteX1" fmla="*/ 6022883 w 6071559"/>
                <a:gd name="connsiteY1" fmla="*/ 212866 h 837347"/>
                <a:gd name="connsiteX2" fmla="*/ 5907826 w 6071559"/>
                <a:gd name="connsiteY2" fmla="*/ 134143 h 837347"/>
                <a:gd name="connsiteX3" fmla="*/ 5823047 w 6071559"/>
                <a:gd name="connsiteY3" fmla="*/ 122032 h 837347"/>
                <a:gd name="connsiteX4" fmla="*/ 5744324 w 6071559"/>
                <a:gd name="connsiteY4" fmla="*/ 49364 h 837347"/>
                <a:gd name="connsiteX5" fmla="*/ 5592934 w 6071559"/>
                <a:gd name="connsiteY5" fmla="*/ 919 h 837347"/>
                <a:gd name="connsiteX6" fmla="*/ 5205372 w 6071559"/>
                <a:gd name="connsiteY6" fmla="*/ 91753 h 837347"/>
                <a:gd name="connsiteX7" fmla="*/ 4521086 w 6071559"/>
                <a:gd name="connsiteY7" fmla="*/ 291588 h 837347"/>
                <a:gd name="connsiteX8" fmla="*/ 2843679 w 6071559"/>
                <a:gd name="connsiteY8" fmla="*/ 588315 h 837347"/>
                <a:gd name="connsiteX9" fmla="*/ 1263159 w 6071559"/>
                <a:gd name="connsiteY9" fmla="*/ 697316 h 837347"/>
                <a:gd name="connsiteX10" fmla="*/ 294258 w 6071559"/>
                <a:gd name="connsiteY10" fmla="*/ 739706 h 837347"/>
                <a:gd name="connsiteX11" fmla="*/ 294258 w 6071559"/>
                <a:gd name="connsiteY11" fmla="*/ 800262 h 837347"/>
                <a:gd name="connsiteX12" fmla="*/ 4266751 w 6071559"/>
                <a:gd name="connsiteY12" fmla="*/ 794206 h 837347"/>
                <a:gd name="connsiteX13" fmla="*/ 5162984 w 6071559"/>
                <a:gd name="connsiteY13" fmla="*/ 836596 h 837347"/>
                <a:gd name="connsiteX14" fmla="*/ 5502099 w 6071559"/>
                <a:gd name="connsiteY14" fmla="*/ 818429 h 837347"/>
                <a:gd name="connsiteX15" fmla="*/ 5677712 w 6071559"/>
                <a:gd name="connsiteY15" fmla="*/ 782095 h 837347"/>
                <a:gd name="connsiteX16" fmla="*/ 5792769 w 6071559"/>
                <a:gd name="connsiteY16" fmla="*/ 703372 h 837347"/>
                <a:gd name="connsiteX17" fmla="*/ 5907826 w 6071559"/>
                <a:gd name="connsiteY17" fmla="*/ 673094 h 837347"/>
                <a:gd name="connsiteX18" fmla="*/ 6034994 w 6071559"/>
                <a:gd name="connsiteY18" fmla="*/ 509592 h 837347"/>
                <a:gd name="connsiteX19" fmla="*/ 6071328 w 6071559"/>
                <a:gd name="connsiteY19" fmla="*/ 358201 h 837347"/>
                <a:gd name="connsiteX0" fmla="*/ 6071328 w 6071559"/>
                <a:gd name="connsiteY0" fmla="*/ 357282 h 836428"/>
                <a:gd name="connsiteX1" fmla="*/ 6022883 w 6071559"/>
                <a:gd name="connsiteY1" fmla="*/ 211947 h 836428"/>
                <a:gd name="connsiteX2" fmla="*/ 5907826 w 6071559"/>
                <a:gd name="connsiteY2" fmla="*/ 133224 h 836428"/>
                <a:gd name="connsiteX3" fmla="*/ 5823047 w 6071559"/>
                <a:gd name="connsiteY3" fmla="*/ 121113 h 836428"/>
                <a:gd name="connsiteX4" fmla="*/ 5592934 w 6071559"/>
                <a:gd name="connsiteY4" fmla="*/ 0 h 836428"/>
                <a:gd name="connsiteX5" fmla="*/ 5205372 w 6071559"/>
                <a:gd name="connsiteY5" fmla="*/ 90834 h 836428"/>
                <a:gd name="connsiteX6" fmla="*/ 4521086 w 6071559"/>
                <a:gd name="connsiteY6" fmla="*/ 290669 h 836428"/>
                <a:gd name="connsiteX7" fmla="*/ 2843679 w 6071559"/>
                <a:gd name="connsiteY7" fmla="*/ 587396 h 836428"/>
                <a:gd name="connsiteX8" fmla="*/ 1263159 w 6071559"/>
                <a:gd name="connsiteY8" fmla="*/ 696397 h 836428"/>
                <a:gd name="connsiteX9" fmla="*/ 294258 w 6071559"/>
                <a:gd name="connsiteY9" fmla="*/ 738787 h 836428"/>
                <a:gd name="connsiteX10" fmla="*/ 294258 w 6071559"/>
                <a:gd name="connsiteY10" fmla="*/ 799343 h 836428"/>
                <a:gd name="connsiteX11" fmla="*/ 4266751 w 6071559"/>
                <a:gd name="connsiteY11" fmla="*/ 793287 h 836428"/>
                <a:gd name="connsiteX12" fmla="*/ 5162984 w 6071559"/>
                <a:gd name="connsiteY12" fmla="*/ 835677 h 836428"/>
                <a:gd name="connsiteX13" fmla="*/ 5502099 w 6071559"/>
                <a:gd name="connsiteY13" fmla="*/ 817510 h 836428"/>
                <a:gd name="connsiteX14" fmla="*/ 5677712 w 6071559"/>
                <a:gd name="connsiteY14" fmla="*/ 781176 h 836428"/>
                <a:gd name="connsiteX15" fmla="*/ 5792769 w 6071559"/>
                <a:gd name="connsiteY15" fmla="*/ 702453 h 836428"/>
                <a:gd name="connsiteX16" fmla="*/ 5907826 w 6071559"/>
                <a:gd name="connsiteY16" fmla="*/ 672175 h 836428"/>
                <a:gd name="connsiteX17" fmla="*/ 6034994 w 6071559"/>
                <a:gd name="connsiteY17" fmla="*/ 508673 h 836428"/>
                <a:gd name="connsiteX18" fmla="*/ 6071328 w 6071559"/>
                <a:gd name="connsiteY18" fmla="*/ 357282 h 836428"/>
                <a:gd name="connsiteX0" fmla="*/ 6071328 w 6071559"/>
                <a:gd name="connsiteY0" fmla="*/ 357282 h 836428"/>
                <a:gd name="connsiteX1" fmla="*/ 6022883 w 6071559"/>
                <a:gd name="connsiteY1" fmla="*/ 211947 h 836428"/>
                <a:gd name="connsiteX2" fmla="*/ 5907826 w 6071559"/>
                <a:gd name="connsiteY2" fmla="*/ 133224 h 836428"/>
                <a:gd name="connsiteX3" fmla="*/ 5592934 w 6071559"/>
                <a:gd name="connsiteY3" fmla="*/ 0 h 836428"/>
                <a:gd name="connsiteX4" fmla="*/ 5205372 w 6071559"/>
                <a:gd name="connsiteY4" fmla="*/ 90834 h 836428"/>
                <a:gd name="connsiteX5" fmla="*/ 4521086 w 6071559"/>
                <a:gd name="connsiteY5" fmla="*/ 290669 h 836428"/>
                <a:gd name="connsiteX6" fmla="*/ 2843679 w 6071559"/>
                <a:gd name="connsiteY6" fmla="*/ 587396 h 836428"/>
                <a:gd name="connsiteX7" fmla="*/ 1263159 w 6071559"/>
                <a:gd name="connsiteY7" fmla="*/ 696397 h 836428"/>
                <a:gd name="connsiteX8" fmla="*/ 294258 w 6071559"/>
                <a:gd name="connsiteY8" fmla="*/ 738787 h 836428"/>
                <a:gd name="connsiteX9" fmla="*/ 294258 w 6071559"/>
                <a:gd name="connsiteY9" fmla="*/ 799343 h 836428"/>
                <a:gd name="connsiteX10" fmla="*/ 4266751 w 6071559"/>
                <a:gd name="connsiteY10" fmla="*/ 793287 h 836428"/>
                <a:gd name="connsiteX11" fmla="*/ 5162984 w 6071559"/>
                <a:gd name="connsiteY11" fmla="*/ 835677 h 836428"/>
                <a:gd name="connsiteX12" fmla="*/ 5502099 w 6071559"/>
                <a:gd name="connsiteY12" fmla="*/ 817510 h 836428"/>
                <a:gd name="connsiteX13" fmla="*/ 5677712 w 6071559"/>
                <a:gd name="connsiteY13" fmla="*/ 781176 h 836428"/>
                <a:gd name="connsiteX14" fmla="*/ 5792769 w 6071559"/>
                <a:gd name="connsiteY14" fmla="*/ 702453 h 836428"/>
                <a:gd name="connsiteX15" fmla="*/ 5907826 w 6071559"/>
                <a:gd name="connsiteY15" fmla="*/ 672175 h 836428"/>
                <a:gd name="connsiteX16" fmla="*/ 6034994 w 6071559"/>
                <a:gd name="connsiteY16" fmla="*/ 508673 h 836428"/>
                <a:gd name="connsiteX17" fmla="*/ 6071328 w 6071559"/>
                <a:gd name="connsiteY17" fmla="*/ 357282 h 836428"/>
                <a:gd name="connsiteX0" fmla="*/ 6071328 w 6071559"/>
                <a:gd name="connsiteY0" fmla="*/ 357345 h 836491"/>
                <a:gd name="connsiteX1" fmla="*/ 6022883 w 6071559"/>
                <a:gd name="connsiteY1" fmla="*/ 212010 h 836491"/>
                <a:gd name="connsiteX2" fmla="*/ 5949422 w 6071559"/>
                <a:gd name="connsiteY2" fmla="*/ 77826 h 836491"/>
                <a:gd name="connsiteX3" fmla="*/ 5592934 w 6071559"/>
                <a:gd name="connsiteY3" fmla="*/ 63 h 836491"/>
                <a:gd name="connsiteX4" fmla="*/ 5205372 w 6071559"/>
                <a:gd name="connsiteY4" fmla="*/ 90897 h 836491"/>
                <a:gd name="connsiteX5" fmla="*/ 4521086 w 6071559"/>
                <a:gd name="connsiteY5" fmla="*/ 290732 h 836491"/>
                <a:gd name="connsiteX6" fmla="*/ 2843679 w 6071559"/>
                <a:gd name="connsiteY6" fmla="*/ 587459 h 836491"/>
                <a:gd name="connsiteX7" fmla="*/ 1263159 w 6071559"/>
                <a:gd name="connsiteY7" fmla="*/ 696460 h 836491"/>
                <a:gd name="connsiteX8" fmla="*/ 294258 w 6071559"/>
                <a:gd name="connsiteY8" fmla="*/ 738850 h 836491"/>
                <a:gd name="connsiteX9" fmla="*/ 294258 w 6071559"/>
                <a:gd name="connsiteY9" fmla="*/ 799406 h 836491"/>
                <a:gd name="connsiteX10" fmla="*/ 4266751 w 6071559"/>
                <a:gd name="connsiteY10" fmla="*/ 793350 h 836491"/>
                <a:gd name="connsiteX11" fmla="*/ 5162984 w 6071559"/>
                <a:gd name="connsiteY11" fmla="*/ 835740 h 836491"/>
                <a:gd name="connsiteX12" fmla="*/ 5502099 w 6071559"/>
                <a:gd name="connsiteY12" fmla="*/ 817573 h 836491"/>
                <a:gd name="connsiteX13" fmla="*/ 5677712 w 6071559"/>
                <a:gd name="connsiteY13" fmla="*/ 781239 h 836491"/>
                <a:gd name="connsiteX14" fmla="*/ 5792769 w 6071559"/>
                <a:gd name="connsiteY14" fmla="*/ 702516 h 836491"/>
                <a:gd name="connsiteX15" fmla="*/ 5907826 w 6071559"/>
                <a:gd name="connsiteY15" fmla="*/ 672238 h 836491"/>
                <a:gd name="connsiteX16" fmla="*/ 6034994 w 6071559"/>
                <a:gd name="connsiteY16" fmla="*/ 508736 h 836491"/>
                <a:gd name="connsiteX17" fmla="*/ 6071328 w 6071559"/>
                <a:gd name="connsiteY17" fmla="*/ 357345 h 836491"/>
                <a:gd name="connsiteX0" fmla="*/ 6071328 w 6071559"/>
                <a:gd name="connsiteY0" fmla="*/ 357345 h 836491"/>
                <a:gd name="connsiteX1" fmla="*/ 6022883 w 6071559"/>
                <a:gd name="connsiteY1" fmla="*/ 212010 h 836491"/>
                <a:gd name="connsiteX2" fmla="*/ 5949422 w 6071559"/>
                <a:gd name="connsiteY2" fmla="*/ 77826 h 836491"/>
                <a:gd name="connsiteX3" fmla="*/ 5592934 w 6071559"/>
                <a:gd name="connsiteY3" fmla="*/ 63 h 836491"/>
                <a:gd name="connsiteX4" fmla="*/ 5205372 w 6071559"/>
                <a:gd name="connsiteY4" fmla="*/ 90897 h 836491"/>
                <a:gd name="connsiteX5" fmla="*/ 4521086 w 6071559"/>
                <a:gd name="connsiteY5" fmla="*/ 290732 h 836491"/>
                <a:gd name="connsiteX6" fmla="*/ 2843679 w 6071559"/>
                <a:gd name="connsiteY6" fmla="*/ 587459 h 836491"/>
                <a:gd name="connsiteX7" fmla="*/ 1263159 w 6071559"/>
                <a:gd name="connsiteY7" fmla="*/ 696460 h 836491"/>
                <a:gd name="connsiteX8" fmla="*/ 294258 w 6071559"/>
                <a:gd name="connsiteY8" fmla="*/ 738850 h 836491"/>
                <a:gd name="connsiteX9" fmla="*/ 294258 w 6071559"/>
                <a:gd name="connsiteY9" fmla="*/ 799406 h 836491"/>
                <a:gd name="connsiteX10" fmla="*/ 4266751 w 6071559"/>
                <a:gd name="connsiteY10" fmla="*/ 793350 h 836491"/>
                <a:gd name="connsiteX11" fmla="*/ 5162984 w 6071559"/>
                <a:gd name="connsiteY11" fmla="*/ 835740 h 836491"/>
                <a:gd name="connsiteX12" fmla="*/ 5502099 w 6071559"/>
                <a:gd name="connsiteY12" fmla="*/ 817573 h 836491"/>
                <a:gd name="connsiteX13" fmla="*/ 5677712 w 6071559"/>
                <a:gd name="connsiteY13" fmla="*/ 781239 h 836491"/>
                <a:gd name="connsiteX14" fmla="*/ 5907826 w 6071559"/>
                <a:gd name="connsiteY14" fmla="*/ 672238 h 836491"/>
                <a:gd name="connsiteX15" fmla="*/ 6034994 w 6071559"/>
                <a:gd name="connsiteY15" fmla="*/ 508736 h 836491"/>
                <a:gd name="connsiteX16" fmla="*/ 6071328 w 6071559"/>
                <a:gd name="connsiteY16" fmla="*/ 357345 h 836491"/>
                <a:gd name="connsiteX0" fmla="*/ 6071328 w 6071559"/>
                <a:gd name="connsiteY0" fmla="*/ 357345 h 838951"/>
                <a:gd name="connsiteX1" fmla="*/ 6022883 w 6071559"/>
                <a:gd name="connsiteY1" fmla="*/ 212010 h 838951"/>
                <a:gd name="connsiteX2" fmla="*/ 5949422 w 6071559"/>
                <a:gd name="connsiteY2" fmla="*/ 77826 h 838951"/>
                <a:gd name="connsiteX3" fmla="*/ 5592934 w 6071559"/>
                <a:gd name="connsiteY3" fmla="*/ 63 h 838951"/>
                <a:gd name="connsiteX4" fmla="*/ 5205372 w 6071559"/>
                <a:gd name="connsiteY4" fmla="*/ 90897 h 838951"/>
                <a:gd name="connsiteX5" fmla="*/ 4521086 w 6071559"/>
                <a:gd name="connsiteY5" fmla="*/ 290732 h 838951"/>
                <a:gd name="connsiteX6" fmla="*/ 2843679 w 6071559"/>
                <a:gd name="connsiteY6" fmla="*/ 587459 h 838951"/>
                <a:gd name="connsiteX7" fmla="*/ 1263159 w 6071559"/>
                <a:gd name="connsiteY7" fmla="*/ 696460 h 838951"/>
                <a:gd name="connsiteX8" fmla="*/ 294258 w 6071559"/>
                <a:gd name="connsiteY8" fmla="*/ 738850 h 838951"/>
                <a:gd name="connsiteX9" fmla="*/ 294258 w 6071559"/>
                <a:gd name="connsiteY9" fmla="*/ 799406 h 838951"/>
                <a:gd name="connsiteX10" fmla="*/ 4266751 w 6071559"/>
                <a:gd name="connsiteY10" fmla="*/ 793350 h 838951"/>
                <a:gd name="connsiteX11" fmla="*/ 5162984 w 6071559"/>
                <a:gd name="connsiteY11" fmla="*/ 835740 h 838951"/>
                <a:gd name="connsiteX12" fmla="*/ 5502099 w 6071559"/>
                <a:gd name="connsiteY12" fmla="*/ 817573 h 838951"/>
                <a:gd name="connsiteX13" fmla="*/ 5907826 w 6071559"/>
                <a:gd name="connsiteY13" fmla="*/ 672238 h 838951"/>
                <a:gd name="connsiteX14" fmla="*/ 6034994 w 6071559"/>
                <a:gd name="connsiteY14" fmla="*/ 508736 h 838951"/>
                <a:gd name="connsiteX15" fmla="*/ 6071328 w 6071559"/>
                <a:gd name="connsiteY15" fmla="*/ 357345 h 838951"/>
                <a:gd name="connsiteX0" fmla="*/ 6071328 w 6071559"/>
                <a:gd name="connsiteY0" fmla="*/ 357345 h 837151"/>
                <a:gd name="connsiteX1" fmla="*/ 6022883 w 6071559"/>
                <a:gd name="connsiteY1" fmla="*/ 212010 h 837151"/>
                <a:gd name="connsiteX2" fmla="*/ 5949422 w 6071559"/>
                <a:gd name="connsiteY2" fmla="*/ 77826 h 837151"/>
                <a:gd name="connsiteX3" fmla="*/ 5592934 w 6071559"/>
                <a:gd name="connsiteY3" fmla="*/ 63 h 837151"/>
                <a:gd name="connsiteX4" fmla="*/ 5205372 w 6071559"/>
                <a:gd name="connsiteY4" fmla="*/ 90897 h 837151"/>
                <a:gd name="connsiteX5" fmla="*/ 4521086 w 6071559"/>
                <a:gd name="connsiteY5" fmla="*/ 290732 h 837151"/>
                <a:gd name="connsiteX6" fmla="*/ 2843679 w 6071559"/>
                <a:gd name="connsiteY6" fmla="*/ 587459 h 837151"/>
                <a:gd name="connsiteX7" fmla="*/ 1263159 w 6071559"/>
                <a:gd name="connsiteY7" fmla="*/ 696460 h 837151"/>
                <a:gd name="connsiteX8" fmla="*/ 294258 w 6071559"/>
                <a:gd name="connsiteY8" fmla="*/ 738850 h 837151"/>
                <a:gd name="connsiteX9" fmla="*/ 294258 w 6071559"/>
                <a:gd name="connsiteY9" fmla="*/ 799406 h 837151"/>
                <a:gd name="connsiteX10" fmla="*/ 4266751 w 6071559"/>
                <a:gd name="connsiteY10" fmla="*/ 793350 h 837151"/>
                <a:gd name="connsiteX11" fmla="*/ 5162984 w 6071559"/>
                <a:gd name="connsiteY11" fmla="*/ 835740 h 837151"/>
                <a:gd name="connsiteX12" fmla="*/ 5502099 w 6071559"/>
                <a:gd name="connsiteY12" fmla="*/ 817573 h 837151"/>
                <a:gd name="connsiteX13" fmla="*/ 5907827 w 6071559"/>
                <a:gd name="connsiteY13" fmla="*/ 727698 h 837151"/>
                <a:gd name="connsiteX14" fmla="*/ 6034994 w 6071559"/>
                <a:gd name="connsiteY14" fmla="*/ 508736 h 837151"/>
                <a:gd name="connsiteX15" fmla="*/ 6071328 w 6071559"/>
                <a:gd name="connsiteY15" fmla="*/ 357345 h 837151"/>
                <a:gd name="connsiteX0" fmla="*/ 6071328 w 6072144"/>
                <a:gd name="connsiteY0" fmla="*/ 357345 h 837151"/>
                <a:gd name="connsiteX1" fmla="*/ 6022883 w 6072144"/>
                <a:gd name="connsiteY1" fmla="*/ 212010 h 837151"/>
                <a:gd name="connsiteX2" fmla="*/ 5949422 w 6072144"/>
                <a:gd name="connsiteY2" fmla="*/ 77826 h 837151"/>
                <a:gd name="connsiteX3" fmla="*/ 5592934 w 6072144"/>
                <a:gd name="connsiteY3" fmla="*/ 63 h 837151"/>
                <a:gd name="connsiteX4" fmla="*/ 5205372 w 6072144"/>
                <a:gd name="connsiteY4" fmla="*/ 90897 h 837151"/>
                <a:gd name="connsiteX5" fmla="*/ 4521086 w 6072144"/>
                <a:gd name="connsiteY5" fmla="*/ 290732 h 837151"/>
                <a:gd name="connsiteX6" fmla="*/ 2843679 w 6072144"/>
                <a:gd name="connsiteY6" fmla="*/ 587459 h 837151"/>
                <a:gd name="connsiteX7" fmla="*/ 1263159 w 6072144"/>
                <a:gd name="connsiteY7" fmla="*/ 696460 h 837151"/>
                <a:gd name="connsiteX8" fmla="*/ 294258 w 6072144"/>
                <a:gd name="connsiteY8" fmla="*/ 738850 h 837151"/>
                <a:gd name="connsiteX9" fmla="*/ 294258 w 6072144"/>
                <a:gd name="connsiteY9" fmla="*/ 799406 h 837151"/>
                <a:gd name="connsiteX10" fmla="*/ 4266751 w 6072144"/>
                <a:gd name="connsiteY10" fmla="*/ 793350 h 837151"/>
                <a:gd name="connsiteX11" fmla="*/ 5162984 w 6072144"/>
                <a:gd name="connsiteY11" fmla="*/ 835740 h 837151"/>
                <a:gd name="connsiteX12" fmla="*/ 5502099 w 6072144"/>
                <a:gd name="connsiteY12" fmla="*/ 817573 h 837151"/>
                <a:gd name="connsiteX13" fmla="*/ 5907827 w 6072144"/>
                <a:gd name="connsiteY13" fmla="*/ 727698 h 837151"/>
                <a:gd name="connsiteX14" fmla="*/ 6041926 w 6072144"/>
                <a:gd name="connsiteY14" fmla="*/ 578062 h 837151"/>
                <a:gd name="connsiteX15" fmla="*/ 6071328 w 6072144"/>
                <a:gd name="connsiteY15" fmla="*/ 357345 h 837151"/>
                <a:gd name="connsiteX0" fmla="*/ 6099059 w 6099301"/>
                <a:gd name="connsiteY0" fmla="*/ 364277 h 837151"/>
                <a:gd name="connsiteX1" fmla="*/ 6022883 w 6099301"/>
                <a:gd name="connsiteY1" fmla="*/ 212010 h 837151"/>
                <a:gd name="connsiteX2" fmla="*/ 5949422 w 6099301"/>
                <a:gd name="connsiteY2" fmla="*/ 77826 h 837151"/>
                <a:gd name="connsiteX3" fmla="*/ 5592934 w 6099301"/>
                <a:gd name="connsiteY3" fmla="*/ 63 h 837151"/>
                <a:gd name="connsiteX4" fmla="*/ 5205372 w 6099301"/>
                <a:gd name="connsiteY4" fmla="*/ 90897 h 837151"/>
                <a:gd name="connsiteX5" fmla="*/ 4521086 w 6099301"/>
                <a:gd name="connsiteY5" fmla="*/ 290732 h 837151"/>
                <a:gd name="connsiteX6" fmla="*/ 2843679 w 6099301"/>
                <a:gd name="connsiteY6" fmla="*/ 587459 h 837151"/>
                <a:gd name="connsiteX7" fmla="*/ 1263159 w 6099301"/>
                <a:gd name="connsiteY7" fmla="*/ 696460 h 837151"/>
                <a:gd name="connsiteX8" fmla="*/ 294258 w 6099301"/>
                <a:gd name="connsiteY8" fmla="*/ 738850 h 837151"/>
                <a:gd name="connsiteX9" fmla="*/ 294258 w 6099301"/>
                <a:gd name="connsiteY9" fmla="*/ 799406 h 837151"/>
                <a:gd name="connsiteX10" fmla="*/ 4266751 w 6099301"/>
                <a:gd name="connsiteY10" fmla="*/ 793350 h 837151"/>
                <a:gd name="connsiteX11" fmla="*/ 5162984 w 6099301"/>
                <a:gd name="connsiteY11" fmla="*/ 835740 h 837151"/>
                <a:gd name="connsiteX12" fmla="*/ 5502099 w 6099301"/>
                <a:gd name="connsiteY12" fmla="*/ 817573 h 837151"/>
                <a:gd name="connsiteX13" fmla="*/ 5907827 w 6099301"/>
                <a:gd name="connsiteY13" fmla="*/ 727698 h 837151"/>
                <a:gd name="connsiteX14" fmla="*/ 6041926 w 6099301"/>
                <a:gd name="connsiteY14" fmla="*/ 578062 h 837151"/>
                <a:gd name="connsiteX15" fmla="*/ 6099059 w 6099301"/>
                <a:gd name="connsiteY15" fmla="*/ 364277 h 837151"/>
                <a:gd name="connsiteX0" fmla="*/ 6099059 w 6099295"/>
                <a:gd name="connsiteY0" fmla="*/ 364277 h 837151"/>
                <a:gd name="connsiteX1" fmla="*/ 6057546 w 6099295"/>
                <a:gd name="connsiteY1" fmla="*/ 184279 h 837151"/>
                <a:gd name="connsiteX2" fmla="*/ 5949422 w 6099295"/>
                <a:gd name="connsiteY2" fmla="*/ 77826 h 837151"/>
                <a:gd name="connsiteX3" fmla="*/ 5592934 w 6099295"/>
                <a:gd name="connsiteY3" fmla="*/ 63 h 837151"/>
                <a:gd name="connsiteX4" fmla="*/ 5205372 w 6099295"/>
                <a:gd name="connsiteY4" fmla="*/ 90897 h 837151"/>
                <a:gd name="connsiteX5" fmla="*/ 4521086 w 6099295"/>
                <a:gd name="connsiteY5" fmla="*/ 290732 h 837151"/>
                <a:gd name="connsiteX6" fmla="*/ 2843679 w 6099295"/>
                <a:gd name="connsiteY6" fmla="*/ 587459 h 837151"/>
                <a:gd name="connsiteX7" fmla="*/ 1263159 w 6099295"/>
                <a:gd name="connsiteY7" fmla="*/ 696460 h 837151"/>
                <a:gd name="connsiteX8" fmla="*/ 294258 w 6099295"/>
                <a:gd name="connsiteY8" fmla="*/ 738850 h 837151"/>
                <a:gd name="connsiteX9" fmla="*/ 294258 w 6099295"/>
                <a:gd name="connsiteY9" fmla="*/ 799406 h 837151"/>
                <a:gd name="connsiteX10" fmla="*/ 4266751 w 6099295"/>
                <a:gd name="connsiteY10" fmla="*/ 793350 h 837151"/>
                <a:gd name="connsiteX11" fmla="*/ 5162984 w 6099295"/>
                <a:gd name="connsiteY11" fmla="*/ 835740 h 837151"/>
                <a:gd name="connsiteX12" fmla="*/ 5502099 w 6099295"/>
                <a:gd name="connsiteY12" fmla="*/ 817573 h 837151"/>
                <a:gd name="connsiteX13" fmla="*/ 5907827 w 6099295"/>
                <a:gd name="connsiteY13" fmla="*/ 727698 h 837151"/>
                <a:gd name="connsiteX14" fmla="*/ 6041926 w 6099295"/>
                <a:gd name="connsiteY14" fmla="*/ 578062 h 837151"/>
                <a:gd name="connsiteX15" fmla="*/ 6099059 w 6099295"/>
                <a:gd name="connsiteY15" fmla="*/ 364277 h 837151"/>
                <a:gd name="connsiteX0" fmla="*/ 6099059 w 6099295"/>
                <a:gd name="connsiteY0" fmla="*/ 364277 h 836651"/>
                <a:gd name="connsiteX1" fmla="*/ 6057546 w 6099295"/>
                <a:gd name="connsiteY1" fmla="*/ 184279 h 836651"/>
                <a:gd name="connsiteX2" fmla="*/ 5949422 w 6099295"/>
                <a:gd name="connsiteY2" fmla="*/ 77826 h 836651"/>
                <a:gd name="connsiteX3" fmla="*/ 5592934 w 6099295"/>
                <a:gd name="connsiteY3" fmla="*/ 63 h 836651"/>
                <a:gd name="connsiteX4" fmla="*/ 5205372 w 6099295"/>
                <a:gd name="connsiteY4" fmla="*/ 90897 h 836651"/>
                <a:gd name="connsiteX5" fmla="*/ 4521086 w 6099295"/>
                <a:gd name="connsiteY5" fmla="*/ 290732 h 836651"/>
                <a:gd name="connsiteX6" fmla="*/ 2843679 w 6099295"/>
                <a:gd name="connsiteY6" fmla="*/ 587459 h 836651"/>
                <a:gd name="connsiteX7" fmla="*/ 1263159 w 6099295"/>
                <a:gd name="connsiteY7" fmla="*/ 696460 h 836651"/>
                <a:gd name="connsiteX8" fmla="*/ 294258 w 6099295"/>
                <a:gd name="connsiteY8" fmla="*/ 738850 h 836651"/>
                <a:gd name="connsiteX9" fmla="*/ 294258 w 6099295"/>
                <a:gd name="connsiteY9" fmla="*/ 799406 h 836651"/>
                <a:gd name="connsiteX10" fmla="*/ 4266751 w 6099295"/>
                <a:gd name="connsiteY10" fmla="*/ 793350 h 836651"/>
                <a:gd name="connsiteX11" fmla="*/ 5162984 w 6099295"/>
                <a:gd name="connsiteY11" fmla="*/ 835740 h 836651"/>
                <a:gd name="connsiteX12" fmla="*/ 5502099 w 6099295"/>
                <a:gd name="connsiteY12" fmla="*/ 817573 h 836651"/>
                <a:gd name="connsiteX13" fmla="*/ 5859298 w 6099295"/>
                <a:gd name="connsiteY13" fmla="*/ 762361 h 836651"/>
                <a:gd name="connsiteX14" fmla="*/ 6041926 w 6099295"/>
                <a:gd name="connsiteY14" fmla="*/ 578062 h 836651"/>
                <a:gd name="connsiteX15" fmla="*/ 6099059 w 6099295"/>
                <a:gd name="connsiteY15" fmla="*/ 364277 h 836651"/>
                <a:gd name="connsiteX0" fmla="*/ 6099059 w 6099295"/>
                <a:gd name="connsiteY0" fmla="*/ 364277 h 836651"/>
                <a:gd name="connsiteX1" fmla="*/ 6057546 w 6099295"/>
                <a:gd name="connsiteY1" fmla="*/ 184279 h 836651"/>
                <a:gd name="connsiteX2" fmla="*/ 5949422 w 6099295"/>
                <a:gd name="connsiteY2" fmla="*/ 77826 h 836651"/>
                <a:gd name="connsiteX3" fmla="*/ 5592934 w 6099295"/>
                <a:gd name="connsiteY3" fmla="*/ 63 h 836651"/>
                <a:gd name="connsiteX4" fmla="*/ 5205372 w 6099295"/>
                <a:gd name="connsiteY4" fmla="*/ 90897 h 836651"/>
                <a:gd name="connsiteX5" fmla="*/ 4521086 w 6099295"/>
                <a:gd name="connsiteY5" fmla="*/ 290732 h 836651"/>
                <a:gd name="connsiteX6" fmla="*/ 3218040 w 6099295"/>
                <a:gd name="connsiteY6" fmla="*/ 573594 h 836651"/>
                <a:gd name="connsiteX7" fmla="*/ 1263159 w 6099295"/>
                <a:gd name="connsiteY7" fmla="*/ 696460 h 836651"/>
                <a:gd name="connsiteX8" fmla="*/ 294258 w 6099295"/>
                <a:gd name="connsiteY8" fmla="*/ 738850 h 836651"/>
                <a:gd name="connsiteX9" fmla="*/ 294258 w 6099295"/>
                <a:gd name="connsiteY9" fmla="*/ 799406 h 836651"/>
                <a:gd name="connsiteX10" fmla="*/ 4266751 w 6099295"/>
                <a:gd name="connsiteY10" fmla="*/ 793350 h 836651"/>
                <a:gd name="connsiteX11" fmla="*/ 5162984 w 6099295"/>
                <a:gd name="connsiteY11" fmla="*/ 835740 h 836651"/>
                <a:gd name="connsiteX12" fmla="*/ 5502099 w 6099295"/>
                <a:gd name="connsiteY12" fmla="*/ 817573 h 836651"/>
                <a:gd name="connsiteX13" fmla="*/ 5859298 w 6099295"/>
                <a:gd name="connsiteY13" fmla="*/ 762361 h 836651"/>
                <a:gd name="connsiteX14" fmla="*/ 6041926 w 6099295"/>
                <a:gd name="connsiteY14" fmla="*/ 578062 h 836651"/>
                <a:gd name="connsiteX15" fmla="*/ 6099059 w 6099295"/>
                <a:gd name="connsiteY15" fmla="*/ 364277 h 836651"/>
                <a:gd name="connsiteX0" fmla="*/ 5997045 w 5997281"/>
                <a:gd name="connsiteY0" fmla="*/ 364277 h 836651"/>
                <a:gd name="connsiteX1" fmla="*/ 5955532 w 5997281"/>
                <a:gd name="connsiteY1" fmla="*/ 184279 h 836651"/>
                <a:gd name="connsiteX2" fmla="*/ 5847408 w 5997281"/>
                <a:gd name="connsiteY2" fmla="*/ 77826 h 836651"/>
                <a:gd name="connsiteX3" fmla="*/ 5490920 w 5997281"/>
                <a:gd name="connsiteY3" fmla="*/ 63 h 836651"/>
                <a:gd name="connsiteX4" fmla="*/ 5103358 w 5997281"/>
                <a:gd name="connsiteY4" fmla="*/ 90897 h 836651"/>
                <a:gd name="connsiteX5" fmla="*/ 4419072 w 5997281"/>
                <a:gd name="connsiteY5" fmla="*/ 290732 h 836651"/>
                <a:gd name="connsiteX6" fmla="*/ 3116026 w 5997281"/>
                <a:gd name="connsiteY6" fmla="*/ 573594 h 836651"/>
                <a:gd name="connsiteX7" fmla="*/ 1161145 w 5997281"/>
                <a:gd name="connsiteY7" fmla="*/ 696460 h 836651"/>
                <a:gd name="connsiteX8" fmla="*/ 580469 w 5997281"/>
                <a:gd name="connsiteY8" fmla="*/ 738850 h 836651"/>
                <a:gd name="connsiteX9" fmla="*/ 192244 w 5997281"/>
                <a:gd name="connsiteY9" fmla="*/ 799406 h 836651"/>
                <a:gd name="connsiteX10" fmla="*/ 4164737 w 5997281"/>
                <a:gd name="connsiteY10" fmla="*/ 793350 h 836651"/>
                <a:gd name="connsiteX11" fmla="*/ 5060970 w 5997281"/>
                <a:gd name="connsiteY11" fmla="*/ 835740 h 836651"/>
                <a:gd name="connsiteX12" fmla="*/ 5400085 w 5997281"/>
                <a:gd name="connsiteY12" fmla="*/ 817573 h 836651"/>
                <a:gd name="connsiteX13" fmla="*/ 5757284 w 5997281"/>
                <a:gd name="connsiteY13" fmla="*/ 762361 h 836651"/>
                <a:gd name="connsiteX14" fmla="*/ 5939912 w 5997281"/>
                <a:gd name="connsiteY14" fmla="*/ 578062 h 836651"/>
                <a:gd name="connsiteX15" fmla="*/ 5997045 w 5997281"/>
                <a:gd name="connsiteY15" fmla="*/ 364277 h 836651"/>
                <a:gd name="connsiteX0" fmla="*/ 5997045 w 5997281"/>
                <a:gd name="connsiteY0" fmla="*/ 364277 h 836651"/>
                <a:gd name="connsiteX1" fmla="*/ 5955532 w 5997281"/>
                <a:gd name="connsiteY1" fmla="*/ 184279 h 836651"/>
                <a:gd name="connsiteX2" fmla="*/ 5847408 w 5997281"/>
                <a:gd name="connsiteY2" fmla="*/ 77826 h 836651"/>
                <a:gd name="connsiteX3" fmla="*/ 5490920 w 5997281"/>
                <a:gd name="connsiteY3" fmla="*/ 63 h 836651"/>
                <a:gd name="connsiteX4" fmla="*/ 5103358 w 5997281"/>
                <a:gd name="connsiteY4" fmla="*/ 90897 h 836651"/>
                <a:gd name="connsiteX5" fmla="*/ 4419072 w 5997281"/>
                <a:gd name="connsiteY5" fmla="*/ 290732 h 836651"/>
                <a:gd name="connsiteX6" fmla="*/ 3116026 w 5997281"/>
                <a:gd name="connsiteY6" fmla="*/ 573594 h 836651"/>
                <a:gd name="connsiteX7" fmla="*/ 580469 w 5997281"/>
                <a:gd name="connsiteY7" fmla="*/ 738850 h 836651"/>
                <a:gd name="connsiteX8" fmla="*/ 192244 w 5997281"/>
                <a:gd name="connsiteY8" fmla="*/ 799406 h 836651"/>
                <a:gd name="connsiteX9" fmla="*/ 4164737 w 5997281"/>
                <a:gd name="connsiteY9" fmla="*/ 793350 h 836651"/>
                <a:gd name="connsiteX10" fmla="*/ 5060970 w 5997281"/>
                <a:gd name="connsiteY10" fmla="*/ 835740 h 836651"/>
                <a:gd name="connsiteX11" fmla="*/ 5400085 w 5997281"/>
                <a:gd name="connsiteY11" fmla="*/ 817573 h 836651"/>
                <a:gd name="connsiteX12" fmla="*/ 5757284 w 5997281"/>
                <a:gd name="connsiteY12" fmla="*/ 762361 h 836651"/>
                <a:gd name="connsiteX13" fmla="*/ 5939912 w 5997281"/>
                <a:gd name="connsiteY13" fmla="*/ 578062 h 836651"/>
                <a:gd name="connsiteX14" fmla="*/ 5997045 w 5997281"/>
                <a:gd name="connsiteY14" fmla="*/ 364277 h 836651"/>
                <a:gd name="connsiteX0" fmla="*/ 5828254 w 5828490"/>
                <a:gd name="connsiteY0" fmla="*/ 364277 h 836651"/>
                <a:gd name="connsiteX1" fmla="*/ 5786741 w 5828490"/>
                <a:gd name="connsiteY1" fmla="*/ 184279 h 836651"/>
                <a:gd name="connsiteX2" fmla="*/ 5678617 w 5828490"/>
                <a:gd name="connsiteY2" fmla="*/ 77826 h 836651"/>
                <a:gd name="connsiteX3" fmla="*/ 5322129 w 5828490"/>
                <a:gd name="connsiteY3" fmla="*/ 63 h 836651"/>
                <a:gd name="connsiteX4" fmla="*/ 4934567 w 5828490"/>
                <a:gd name="connsiteY4" fmla="*/ 90897 h 836651"/>
                <a:gd name="connsiteX5" fmla="*/ 4250281 w 5828490"/>
                <a:gd name="connsiteY5" fmla="*/ 290732 h 836651"/>
                <a:gd name="connsiteX6" fmla="*/ 2947235 w 5828490"/>
                <a:gd name="connsiteY6" fmla="*/ 573594 h 836651"/>
                <a:gd name="connsiteX7" fmla="*/ 2248817 w 5828490"/>
                <a:gd name="connsiteY7" fmla="*/ 718053 h 836651"/>
                <a:gd name="connsiteX8" fmla="*/ 23453 w 5828490"/>
                <a:gd name="connsiteY8" fmla="*/ 799406 h 836651"/>
                <a:gd name="connsiteX9" fmla="*/ 3995946 w 5828490"/>
                <a:gd name="connsiteY9" fmla="*/ 793350 h 836651"/>
                <a:gd name="connsiteX10" fmla="*/ 4892179 w 5828490"/>
                <a:gd name="connsiteY10" fmla="*/ 835740 h 836651"/>
                <a:gd name="connsiteX11" fmla="*/ 5231294 w 5828490"/>
                <a:gd name="connsiteY11" fmla="*/ 817573 h 836651"/>
                <a:gd name="connsiteX12" fmla="*/ 5588493 w 5828490"/>
                <a:gd name="connsiteY12" fmla="*/ 762361 h 836651"/>
                <a:gd name="connsiteX13" fmla="*/ 5771121 w 5828490"/>
                <a:gd name="connsiteY13" fmla="*/ 578062 h 836651"/>
                <a:gd name="connsiteX14" fmla="*/ 5828254 w 5828490"/>
                <a:gd name="connsiteY14" fmla="*/ 364277 h 836651"/>
                <a:gd name="connsiteX0" fmla="*/ 3813466 w 3813702"/>
                <a:gd name="connsiteY0" fmla="*/ 364277 h 836651"/>
                <a:gd name="connsiteX1" fmla="*/ 3771953 w 3813702"/>
                <a:gd name="connsiteY1" fmla="*/ 184279 h 836651"/>
                <a:gd name="connsiteX2" fmla="*/ 3663829 w 3813702"/>
                <a:gd name="connsiteY2" fmla="*/ 77826 h 836651"/>
                <a:gd name="connsiteX3" fmla="*/ 3307341 w 3813702"/>
                <a:gd name="connsiteY3" fmla="*/ 63 h 836651"/>
                <a:gd name="connsiteX4" fmla="*/ 2919779 w 3813702"/>
                <a:gd name="connsiteY4" fmla="*/ 90897 h 836651"/>
                <a:gd name="connsiteX5" fmla="*/ 2235493 w 3813702"/>
                <a:gd name="connsiteY5" fmla="*/ 290732 h 836651"/>
                <a:gd name="connsiteX6" fmla="*/ 932447 w 3813702"/>
                <a:gd name="connsiteY6" fmla="*/ 573594 h 836651"/>
                <a:gd name="connsiteX7" fmla="*/ 234029 w 3813702"/>
                <a:gd name="connsiteY7" fmla="*/ 718053 h 836651"/>
                <a:gd name="connsiteX8" fmla="*/ 102312 w 3813702"/>
                <a:gd name="connsiteY8" fmla="*/ 792475 h 836651"/>
                <a:gd name="connsiteX9" fmla="*/ 1981158 w 3813702"/>
                <a:gd name="connsiteY9" fmla="*/ 793350 h 836651"/>
                <a:gd name="connsiteX10" fmla="*/ 2877391 w 3813702"/>
                <a:gd name="connsiteY10" fmla="*/ 835740 h 836651"/>
                <a:gd name="connsiteX11" fmla="*/ 3216506 w 3813702"/>
                <a:gd name="connsiteY11" fmla="*/ 817573 h 836651"/>
                <a:gd name="connsiteX12" fmla="*/ 3573705 w 3813702"/>
                <a:gd name="connsiteY12" fmla="*/ 762361 h 836651"/>
                <a:gd name="connsiteX13" fmla="*/ 3756333 w 3813702"/>
                <a:gd name="connsiteY13" fmla="*/ 578062 h 836651"/>
                <a:gd name="connsiteX14" fmla="*/ 3813466 w 3813702"/>
                <a:gd name="connsiteY14" fmla="*/ 364277 h 836651"/>
                <a:gd name="connsiteX0" fmla="*/ 3711155 w 3711391"/>
                <a:gd name="connsiteY0" fmla="*/ 364277 h 836651"/>
                <a:gd name="connsiteX1" fmla="*/ 3669642 w 3711391"/>
                <a:gd name="connsiteY1" fmla="*/ 184279 h 836651"/>
                <a:gd name="connsiteX2" fmla="*/ 3561518 w 3711391"/>
                <a:gd name="connsiteY2" fmla="*/ 77826 h 836651"/>
                <a:gd name="connsiteX3" fmla="*/ 3205030 w 3711391"/>
                <a:gd name="connsiteY3" fmla="*/ 63 h 836651"/>
                <a:gd name="connsiteX4" fmla="*/ 2817468 w 3711391"/>
                <a:gd name="connsiteY4" fmla="*/ 90897 h 836651"/>
                <a:gd name="connsiteX5" fmla="*/ 2133182 w 3711391"/>
                <a:gd name="connsiteY5" fmla="*/ 290732 h 836651"/>
                <a:gd name="connsiteX6" fmla="*/ 830136 w 3711391"/>
                <a:gd name="connsiteY6" fmla="*/ 573594 h 836651"/>
                <a:gd name="connsiteX7" fmla="*/ 131718 w 3711391"/>
                <a:gd name="connsiteY7" fmla="*/ 718053 h 836651"/>
                <a:gd name="connsiteX8" fmla="*/ 1 w 3711391"/>
                <a:gd name="connsiteY8" fmla="*/ 792475 h 836651"/>
                <a:gd name="connsiteX9" fmla="*/ 1878847 w 3711391"/>
                <a:gd name="connsiteY9" fmla="*/ 793350 h 836651"/>
                <a:gd name="connsiteX10" fmla="*/ 2775080 w 3711391"/>
                <a:gd name="connsiteY10" fmla="*/ 835740 h 836651"/>
                <a:gd name="connsiteX11" fmla="*/ 3114195 w 3711391"/>
                <a:gd name="connsiteY11" fmla="*/ 817573 h 836651"/>
                <a:gd name="connsiteX12" fmla="*/ 3471394 w 3711391"/>
                <a:gd name="connsiteY12" fmla="*/ 762361 h 836651"/>
                <a:gd name="connsiteX13" fmla="*/ 3654022 w 3711391"/>
                <a:gd name="connsiteY13" fmla="*/ 578062 h 836651"/>
                <a:gd name="connsiteX14" fmla="*/ 3711155 w 3711391"/>
                <a:gd name="connsiteY14" fmla="*/ 364277 h 836651"/>
                <a:gd name="connsiteX0" fmla="*/ 3870604 w 3870840"/>
                <a:gd name="connsiteY0" fmla="*/ 364277 h 836651"/>
                <a:gd name="connsiteX1" fmla="*/ 3829091 w 3870840"/>
                <a:gd name="connsiteY1" fmla="*/ 184279 h 836651"/>
                <a:gd name="connsiteX2" fmla="*/ 3720967 w 3870840"/>
                <a:gd name="connsiteY2" fmla="*/ 77826 h 836651"/>
                <a:gd name="connsiteX3" fmla="*/ 3364479 w 3870840"/>
                <a:gd name="connsiteY3" fmla="*/ 63 h 836651"/>
                <a:gd name="connsiteX4" fmla="*/ 2976917 w 3870840"/>
                <a:gd name="connsiteY4" fmla="*/ 90897 h 836651"/>
                <a:gd name="connsiteX5" fmla="*/ 2292631 w 3870840"/>
                <a:gd name="connsiteY5" fmla="*/ 290732 h 836651"/>
                <a:gd name="connsiteX6" fmla="*/ 989585 w 3870840"/>
                <a:gd name="connsiteY6" fmla="*/ 573594 h 836651"/>
                <a:gd name="connsiteX7" fmla="*/ 291167 w 3870840"/>
                <a:gd name="connsiteY7" fmla="*/ 718053 h 836651"/>
                <a:gd name="connsiteX8" fmla="*/ 0 w 3870840"/>
                <a:gd name="connsiteY8" fmla="*/ 799407 h 836651"/>
                <a:gd name="connsiteX9" fmla="*/ 2038296 w 3870840"/>
                <a:gd name="connsiteY9" fmla="*/ 793350 h 836651"/>
                <a:gd name="connsiteX10" fmla="*/ 2934529 w 3870840"/>
                <a:gd name="connsiteY10" fmla="*/ 835740 h 836651"/>
                <a:gd name="connsiteX11" fmla="*/ 3273644 w 3870840"/>
                <a:gd name="connsiteY11" fmla="*/ 817573 h 836651"/>
                <a:gd name="connsiteX12" fmla="*/ 3630843 w 3870840"/>
                <a:gd name="connsiteY12" fmla="*/ 762361 h 836651"/>
                <a:gd name="connsiteX13" fmla="*/ 3813471 w 3870840"/>
                <a:gd name="connsiteY13" fmla="*/ 578062 h 836651"/>
                <a:gd name="connsiteX14" fmla="*/ 3870604 w 3870840"/>
                <a:gd name="connsiteY14" fmla="*/ 364277 h 836651"/>
                <a:gd name="connsiteX0" fmla="*/ 3870604 w 3870840"/>
                <a:gd name="connsiteY0" fmla="*/ 364277 h 836651"/>
                <a:gd name="connsiteX1" fmla="*/ 3829091 w 3870840"/>
                <a:gd name="connsiteY1" fmla="*/ 184279 h 836651"/>
                <a:gd name="connsiteX2" fmla="*/ 3720967 w 3870840"/>
                <a:gd name="connsiteY2" fmla="*/ 77826 h 836651"/>
                <a:gd name="connsiteX3" fmla="*/ 3364479 w 3870840"/>
                <a:gd name="connsiteY3" fmla="*/ 63 h 836651"/>
                <a:gd name="connsiteX4" fmla="*/ 2976917 w 3870840"/>
                <a:gd name="connsiteY4" fmla="*/ 90897 h 836651"/>
                <a:gd name="connsiteX5" fmla="*/ 2292631 w 3870840"/>
                <a:gd name="connsiteY5" fmla="*/ 290732 h 836651"/>
                <a:gd name="connsiteX6" fmla="*/ 1287687 w 3870840"/>
                <a:gd name="connsiteY6" fmla="*/ 476537 h 836651"/>
                <a:gd name="connsiteX7" fmla="*/ 291167 w 3870840"/>
                <a:gd name="connsiteY7" fmla="*/ 718053 h 836651"/>
                <a:gd name="connsiteX8" fmla="*/ 0 w 3870840"/>
                <a:gd name="connsiteY8" fmla="*/ 799407 h 836651"/>
                <a:gd name="connsiteX9" fmla="*/ 2038296 w 3870840"/>
                <a:gd name="connsiteY9" fmla="*/ 793350 h 836651"/>
                <a:gd name="connsiteX10" fmla="*/ 2934529 w 3870840"/>
                <a:gd name="connsiteY10" fmla="*/ 835740 h 836651"/>
                <a:gd name="connsiteX11" fmla="*/ 3273644 w 3870840"/>
                <a:gd name="connsiteY11" fmla="*/ 817573 h 836651"/>
                <a:gd name="connsiteX12" fmla="*/ 3630843 w 3870840"/>
                <a:gd name="connsiteY12" fmla="*/ 762361 h 836651"/>
                <a:gd name="connsiteX13" fmla="*/ 3813471 w 3870840"/>
                <a:gd name="connsiteY13" fmla="*/ 578062 h 836651"/>
                <a:gd name="connsiteX14" fmla="*/ 3870604 w 3870840"/>
                <a:gd name="connsiteY14" fmla="*/ 364277 h 836651"/>
                <a:gd name="connsiteX0" fmla="*/ 3870604 w 3870840"/>
                <a:gd name="connsiteY0" fmla="*/ 364277 h 836651"/>
                <a:gd name="connsiteX1" fmla="*/ 3829091 w 3870840"/>
                <a:gd name="connsiteY1" fmla="*/ 184279 h 836651"/>
                <a:gd name="connsiteX2" fmla="*/ 3720967 w 3870840"/>
                <a:gd name="connsiteY2" fmla="*/ 77826 h 836651"/>
                <a:gd name="connsiteX3" fmla="*/ 3364479 w 3870840"/>
                <a:gd name="connsiteY3" fmla="*/ 63 h 836651"/>
                <a:gd name="connsiteX4" fmla="*/ 2976917 w 3870840"/>
                <a:gd name="connsiteY4" fmla="*/ 90897 h 836651"/>
                <a:gd name="connsiteX5" fmla="*/ 2361957 w 3870840"/>
                <a:gd name="connsiteY5" fmla="*/ 235271 h 836651"/>
                <a:gd name="connsiteX6" fmla="*/ 1287687 w 3870840"/>
                <a:gd name="connsiteY6" fmla="*/ 476537 h 836651"/>
                <a:gd name="connsiteX7" fmla="*/ 291167 w 3870840"/>
                <a:gd name="connsiteY7" fmla="*/ 718053 h 836651"/>
                <a:gd name="connsiteX8" fmla="*/ 0 w 3870840"/>
                <a:gd name="connsiteY8" fmla="*/ 799407 h 836651"/>
                <a:gd name="connsiteX9" fmla="*/ 2038296 w 3870840"/>
                <a:gd name="connsiteY9" fmla="*/ 793350 h 836651"/>
                <a:gd name="connsiteX10" fmla="*/ 2934529 w 3870840"/>
                <a:gd name="connsiteY10" fmla="*/ 835740 h 836651"/>
                <a:gd name="connsiteX11" fmla="*/ 3273644 w 3870840"/>
                <a:gd name="connsiteY11" fmla="*/ 817573 h 836651"/>
                <a:gd name="connsiteX12" fmla="*/ 3630843 w 3870840"/>
                <a:gd name="connsiteY12" fmla="*/ 762361 h 836651"/>
                <a:gd name="connsiteX13" fmla="*/ 3813471 w 3870840"/>
                <a:gd name="connsiteY13" fmla="*/ 578062 h 836651"/>
                <a:gd name="connsiteX14" fmla="*/ 3870604 w 3870840"/>
                <a:gd name="connsiteY14" fmla="*/ 364277 h 836651"/>
                <a:gd name="connsiteX0" fmla="*/ 3870604 w 3870840"/>
                <a:gd name="connsiteY0" fmla="*/ 364277 h 836651"/>
                <a:gd name="connsiteX1" fmla="*/ 3829091 w 3870840"/>
                <a:gd name="connsiteY1" fmla="*/ 184279 h 836651"/>
                <a:gd name="connsiteX2" fmla="*/ 3720967 w 3870840"/>
                <a:gd name="connsiteY2" fmla="*/ 77826 h 836651"/>
                <a:gd name="connsiteX3" fmla="*/ 3364479 w 3870840"/>
                <a:gd name="connsiteY3" fmla="*/ 63 h 836651"/>
                <a:gd name="connsiteX4" fmla="*/ 2976917 w 3870840"/>
                <a:gd name="connsiteY4" fmla="*/ 90897 h 836651"/>
                <a:gd name="connsiteX5" fmla="*/ 2313429 w 3870840"/>
                <a:gd name="connsiteY5" fmla="*/ 186742 h 836651"/>
                <a:gd name="connsiteX6" fmla="*/ 1287687 w 3870840"/>
                <a:gd name="connsiteY6" fmla="*/ 476537 h 836651"/>
                <a:gd name="connsiteX7" fmla="*/ 291167 w 3870840"/>
                <a:gd name="connsiteY7" fmla="*/ 718053 h 836651"/>
                <a:gd name="connsiteX8" fmla="*/ 0 w 3870840"/>
                <a:gd name="connsiteY8" fmla="*/ 799407 h 836651"/>
                <a:gd name="connsiteX9" fmla="*/ 2038296 w 3870840"/>
                <a:gd name="connsiteY9" fmla="*/ 793350 h 836651"/>
                <a:gd name="connsiteX10" fmla="*/ 2934529 w 3870840"/>
                <a:gd name="connsiteY10" fmla="*/ 835740 h 836651"/>
                <a:gd name="connsiteX11" fmla="*/ 3273644 w 3870840"/>
                <a:gd name="connsiteY11" fmla="*/ 817573 h 836651"/>
                <a:gd name="connsiteX12" fmla="*/ 3630843 w 3870840"/>
                <a:gd name="connsiteY12" fmla="*/ 762361 h 836651"/>
                <a:gd name="connsiteX13" fmla="*/ 3813471 w 3870840"/>
                <a:gd name="connsiteY13" fmla="*/ 578062 h 836651"/>
                <a:gd name="connsiteX14" fmla="*/ 3870604 w 3870840"/>
                <a:gd name="connsiteY14" fmla="*/ 364277 h 836651"/>
                <a:gd name="connsiteX0" fmla="*/ 3870604 w 3870840"/>
                <a:gd name="connsiteY0" fmla="*/ 364277 h 836651"/>
                <a:gd name="connsiteX1" fmla="*/ 3829091 w 3870840"/>
                <a:gd name="connsiteY1" fmla="*/ 184279 h 836651"/>
                <a:gd name="connsiteX2" fmla="*/ 3720967 w 3870840"/>
                <a:gd name="connsiteY2" fmla="*/ 77826 h 836651"/>
                <a:gd name="connsiteX3" fmla="*/ 3364479 w 3870840"/>
                <a:gd name="connsiteY3" fmla="*/ 63 h 836651"/>
                <a:gd name="connsiteX4" fmla="*/ 2976917 w 3870840"/>
                <a:gd name="connsiteY4" fmla="*/ 90897 h 836651"/>
                <a:gd name="connsiteX5" fmla="*/ 1287687 w 3870840"/>
                <a:gd name="connsiteY5" fmla="*/ 476537 h 836651"/>
                <a:gd name="connsiteX6" fmla="*/ 291167 w 3870840"/>
                <a:gd name="connsiteY6" fmla="*/ 718053 h 836651"/>
                <a:gd name="connsiteX7" fmla="*/ 0 w 3870840"/>
                <a:gd name="connsiteY7" fmla="*/ 799407 h 836651"/>
                <a:gd name="connsiteX8" fmla="*/ 2038296 w 3870840"/>
                <a:gd name="connsiteY8" fmla="*/ 793350 h 836651"/>
                <a:gd name="connsiteX9" fmla="*/ 2934529 w 3870840"/>
                <a:gd name="connsiteY9" fmla="*/ 835740 h 836651"/>
                <a:gd name="connsiteX10" fmla="*/ 3273644 w 3870840"/>
                <a:gd name="connsiteY10" fmla="*/ 817573 h 836651"/>
                <a:gd name="connsiteX11" fmla="*/ 3630843 w 3870840"/>
                <a:gd name="connsiteY11" fmla="*/ 762361 h 836651"/>
                <a:gd name="connsiteX12" fmla="*/ 3813471 w 3870840"/>
                <a:gd name="connsiteY12" fmla="*/ 578062 h 836651"/>
                <a:gd name="connsiteX13" fmla="*/ 3870604 w 3870840"/>
                <a:gd name="connsiteY13" fmla="*/ 364277 h 836651"/>
                <a:gd name="connsiteX0" fmla="*/ 3870604 w 3870840"/>
                <a:gd name="connsiteY0" fmla="*/ 350435 h 822809"/>
                <a:gd name="connsiteX1" fmla="*/ 3829091 w 3870840"/>
                <a:gd name="connsiteY1" fmla="*/ 170437 h 822809"/>
                <a:gd name="connsiteX2" fmla="*/ 3720967 w 3870840"/>
                <a:gd name="connsiteY2" fmla="*/ 63984 h 822809"/>
                <a:gd name="connsiteX3" fmla="*/ 3378345 w 3870840"/>
                <a:gd name="connsiteY3" fmla="*/ 86 h 822809"/>
                <a:gd name="connsiteX4" fmla="*/ 2976917 w 3870840"/>
                <a:gd name="connsiteY4" fmla="*/ 77055 h 822809"/>
                <a:gd name="connsiteX5" fmla="*/ 1287687 w 3870840"/>
                <a:gd name="connsiteY5" fmla="*/ 462695 h 822809"/>
                <a:gd name="connsiteX6" fmla="*/ 291167 w 3870840"/>
                <a:gd name="connsiteY6" fmla="*/ 704211 h 822809"/>
                <a:gd name="connsiteX7" fmla="*/ 0 w 3870840"/>
                <a:gd name="connsiteY7" fmla="*/ 785565 h 822809"/>
                <a:gd name="connsiteX8" fmla="*/ 2038296 w 3870840"/>
                <a:gd name="connsiteY8" fmla="*/ 779508 h 822809"/>
                <a:gd name="connsiteX9" fmla="*/ 2934529 w 3870840"/>
                <a:gd name="connsiteY9" fmla="*/ 821898 h 822809"/>
                <a:gd name="connsiteX10" fmla="*/ 3273644 w 3870840"/>
                <a:gd name="connsiteY10" fmla="*/ 803731 h 822809"/>
                <a:gd name="connsiteX11" fmla="*/ 3630843 w 3870840"/>
                <a:gd name="connsiteY11" fmla="*/ 748519 h 822809"/>
                <a:gd name="connsiteX12" fmla="*/ 3813471 w 3870840"/>
                <a:gd name="connsiteY12" fmla="*/ 564220 h 822809"/>
                <a:gd name="connsiteX13" fmla="*/ 3870604 w 3870840"/>
                <a:gd name="connsiteY13" fmla="*/ 350435 h 822809"/>
                <a:gd name="connsiteX0" fmla="*/ 3870604 w 3870840"/>
                <a:gd name="connsiteY0" fmla="*/ 350435 h 822809"/>
                <a:gd name="connsiteX1" fmla="*/ 3829091 w 3870840"/>
                <a:gd name="connsiteY1" fmla="*/ 170437 h 822809"/>
                <a:gd name="connsiteX2" fmla="*/ 3720967 w 3870840"/>
                <a:gd name="connsiteY2" fmla="*/ 63984 h 822809"/>
                <a:gd name="connsiteX3" fmla="*/ 3378345 w 3870840"/>
                <a:gd name="connsiteY3" fmla="*/ 86 h 822809"/>
                <a:gd name="connsiteX4" fmla="*/ 2976917 w 3870840"/>
                <a:gd name="connsiteY4" fmla="*/ 77055 h 822809"/>
                <a:gd name="connsiteX5" fmla="*/ 1287687 w 3870840"/>
                <a:gd name="connsiteY5" fmla="*/ 462695 h 822809"/>
                <a:gd name="connsiteX6" fmla="*/ 291167 w 3870840"/>
                <a:gd name="connsiteY6" fmla="*/ 704211 h 822809"/>
                <a:gd name="connsiteX7" fmla="*/ 0 w 3870840"/>
                <a:gd name="connsiteY7" fmla="*/ 785565 h 822809"/>
                <a:gd name="connsiteX8" fmla="*/ 2038296 w 3870840"/>
                <a:gd name="connsiteY8" fmla="*/ 779508 h 822809"/>
                <a:gd name="connsiteX9" fmla="*/ 2934529 w 3870840"/>
                <a:gd name="connsiteY9" fmla="*/ 821898 h 822809"/>
                <a:gd name="connsiteX10" fmla="*/ 3273644 w 3870840"/>
                <a:gd name="connsiteY10" fmla="*/ 803731 h 822809"/>
                <a:gd name="connsiteX11" fmla="*/ 3630843 w 3870840"/>
                <a:gd name="connsiteY11" fmla="*/ 748519 h 822809"/>
                <a:gd name="connsiteX12" fmla="*/ 3813471 w 3870840"/>
                <a:gd name="connsiteY12" fmla="*/ 564220 h 822809"/>
                <a:gd name="connsiteX13" fmla="*/ 3870604 w 3870840"/>
                <a:gd name="connsiteY13" fmla="*/ 350435 h 822809"/>
                <a:gd name="connsiteX0" fmla="*/ 3870604 w 3870840"/>
                <a:gd name="connsiteY0" fmla="*/ 357360 h 829734"/>
                <a:gd name="connsiteX1" fmla="*/ 3829091 w 3870840"/>
                <a:gd name="connsiteY1" fmla="*/ 177362 h 829734"/>
                <a:gd name="connsiteX2" fmla="*/ 3720967 w 3870840"/>
                <a:gd name="connsiteY2" fmla="*/ 70909 h 829734"/>
                <a:gd name="connsiteX3" fmla="*/ 3447671 w 3870840"/>
                <a:gd name="connsiteY3" fmla="*/ 78 h 829734"/>
                <a:gd name="connsiteX4" fmla="*/ 2976917 w 3870840"/>
                <a:gd name="connsiteY4" fmla="*/ 83980 h 829734"/>
                <a:gd name="connsiteX5" fmla="*/ 1287687 w 3870840"/>
                <a:gd name="connsiteY5" fmla="*/ 469620 h 829734"/>
                <a:gd name="connsiteX6" fmla="*/ 291167 w 3870840"/>
                <a:gd name="connsiteY6" fmla="*/ 711136 h 829734"/>
                <a:gd name="connsiteX7" fmla="*/ 0 w 3870840"/>
                <a:gd name="connsiteY7" fmla="*/ 792490 h 829734"/>
                <a:gd name="connsiteX8" fmla="*/ 2038296 w 3870840"/>
                <a:gd name="connsiteY8" fmla="*/ 786433 h 829734"/>
                <a:gd name="connsiteX9" fmla="*/ 2934529 w 3870840"/>
                <a:gd name="connsiteY9" fmla="*/ 828823 h 829734"/>
                <a:gd name="connsiteX10" fmla="*/ 3273644 w 3870840"/>
                <a:gd name="connsiteY10" fmla="*/ 810656 h 829734"/>
                <a:gd name="connsiteX11" fmla="*/ 3630843 w 3870840"/>
                <a:gd name="connsiteY11" fmla="*/ 755444 h 829734"/>
                <a:gd name="connsiteX12" fmla="*/ 3813471 w 3870840"/>
                <a:gd name="connsiteY12" fmla="*/ 571145 h 829734"/>
                <a:gd name="connsiteX13" fmla="*/ 3870604 w 3870840"/>
                <a:gd name="connsiteY13" fmla="*/ 357360 h 829734"/>
                <a:gd name="connsiteX0" fmla="*/ 3870604 w 3870840"/>
                <a:gd name="connsiteY0" fmla="*/ 357360 h 811324"/>
                <a:gd name="connsiteX1" fmla="*/ 3829091 w 3870840"/>
                <a:gd name="connsiteY1" fmla="*/ 177362 h 811324"/>
                <a:gd name="connsiteX2" fmla="*/ 3720967 w 3870840"/>
                <a:gd name="connsiteY2" fmla="*/ 70909 h 811324"/>
                <a:gd name="connsiteX3" fmla="*/ 3447671 w 3870840"/>
                <a:gd name="connsiteY3" fmla="*/ 78 h 811324"/>
                <a:gd name="connsiteX4" fmla="*/ 2976917 w 3870840"/>
                <a:gd name="connsiteY4" fmla="*/ 83980 h 811324"/>
                <a:gd name="connsiteX5" fmla="*/ 1287687 w 3870840"/>
                <a:gd name="connsiteY5" fmla="*/ 469620 h 811324"/>
                <a:gd name="connsiteX6" fmla="*/ 291167 w 3870840"/>
                <a:gd name="connsiteY6" fmla="*/ 711136 h 811324"/>
                <a:gd name="connsiteX7" fmla="*/ 0 w 3870840"/>
                <a:gd name="connsiteY7" fmla="*/ 792490 h 811324"/>
                <a:gd name="connsiteX8" fmla="*/ 2038296 w 3870840"/>
                <a:gd name="connsiteY8" fmla="*/ 786433 h 811324"/>
                <a:gd name="connsiteX9" fmla="*/ 3273644 w 3870840"/>
                <a:gd name="connsiteY9" fmla="*/ 810656 h 811324"/>
                <a:gd name="connsiteX10" fmla="*/ 3630843 w 3870840"/>
                <a:gd name="connsiteY10" fmla="*/ 755444 h 811324"/>
                <a:gd name="connsiteX11" fmla="*/ 3813471 w 3870840"/>
                <a:gd name="connsiteY11" fmla="*/ 571145 h 811324"/>
                <a:gd name="connsiteX12" fmla="*/ 3870604 w 3870840"/>
                <a:gd name="connsiteY12" fmla="*/ 357360 h 811324"/>
                <a:gd name="connsiteX0" fmla="*/ 3870604 w 3870840"/>
                <a:gd name="connsiteY0" fmla="*/ 357360 h 811324"/>
                <a:gd name="connsiteX1" fmla="*/ 3829091 w 3870840"/>
                <a:gd name="connsiteY1" fmla="*/ 177362 h 811324"/>
                <a:gd name="connsiteX2" fmla="*/ 3720967 w 3870840"/>
                <a:gd name="connsiteY2" fmla="*/ 70909 h 811324"/>
                <a:gd name="connsiteX3" fmla="*/ 3447671 w 3870840"/>
                <a:gd name="connsiteY3" fmla="*/ 78 h 811324"/>
                <a:gd name="connsiteX4" fmla="*/ 2976917 w 3870840"/>
                <a:gd name="connsiteY4" fmla="*/ 83980 h 811324"/>
                <a:gd name="connsiteX5" fmla="*/ 1273822 w 3870840"/>
                <a:gd name="connsiteY5" fmla="*/ 532013 h 811324"/>
                <a:gd name="connsiteX6" fmla="*/ 291167 w 3870840"/>
                <a:gd name="connsiteY6" fmla="*/ 711136 h 811324"/>
                <a:gd name="connsiteX7" fmla="*/ 0 w 3870840"/>
                <a:gd name="connsiteY7" fmla="*/ 792490 h 811324"/>
                <a:gd name="connsiteX8" fmla="*/ 2038296 w 3870840"/>
                <a:gd name="connsiteY8" fmla="*/ 786433 h 811324"/>
                <a:gd name="connsiteX9" fmla="*/ 3273644 w 3870840"/>
                <a:gd name="connsiteY9" fmla="*/ 810656 h 811324"/>
                <a:gd name="connsiteX10" fmla="*/ 3630843 w 3870840"/>
                <a:gd name="connsiteY10" fmla="*/ 755444 h 811324"/>
                <a:gd name="connsiteX11" fmla="*/ 3813471 w 3870840"/>
                <a:gd name="connsiteY11" fmla="*/ 571145 h 811324"/>
                <a:gd name="connsiteX12" fmla="*/ 3870604 w 3870840"/>
                <a:gd name="connsiteY12" fmla="*/ 357360 h 811324"/>
                <a:gd name="connsiteX0" fmla="*/ 3870604 w 3870840"/>
                <a:gd name="connsiteY0" fmla="*/ 357360 h 811324"/>
                <a:gd name="connsiteX1" fmla="*/ 3829091 w 3870840"/>
                <a:gd name="connsiteY1" fmla="*/ 177362 h 811324"/>
                <a:gd name="connsiteX2" fmla="*/ 3720967 w 3870840"/>
                <a:gd name="connsiteY2" fmla="*/ 70909 h 811324"/>
                <a:gd name="connsiteX3" fmla="*/ 3447671 w 3870840"/>
                <a:gd name="connsiteY3" fmla="*/ 78 h 811324"/>
                <a:gd name="connsiteX4" fmla="*/ 2976917 w 3870840"/>
                <a:gd name="connsiteY4" fmla="*/ 83980 h 811324"/>
                <a:gd name="connsiteX5" fmla="*/ 1273822 w 3870840"/>
                <a:gd name="connsiteY5" fmla="*/ 532013 h 811324"/>
                <a:gd name="connsiteX6" fmla="*/ 0 w 3870840"/>
                <a:gd name="connsiteY6" fmla="*/ 792490 h 811324"/>
                <a:gd name="connsiteX7" fmla="*/ 2038296 w 3870840"/>
                <a:gd name="connsiteY7" fmla="*/ 786433 h 811324"/>
                <a:gd name="connsiteX8" fmla="*/ 3273644 w 3870840"/>
                <a:gd name="connsiteY8" fmla="*/ 810656 h 811324"/>
                <a:gd name="connsiteX9" fmla="*/ 3630843 w 3870840"/>
                <a:gd name="connsiteY9" fmla="*/ 755444 h 811324"/>
                <a:gd name="connsiteX10" fmla="*/ 3813471 w 3870840"/>
                <a:gd name="connsiteY10" fmla="*/ 571145 h 811324"/>
                <a:gd name="connsiteX11" fmla="*/ 3870604 w 3870840"/>
                <a:gd name="connsiteY11" fmla="*/ 357360 h 811324"/>
                <a:gd name="connsiteX0" fmla="*/ 3614097 w 3614333"/>
                <a:gd name="connsiteY0" fmla="*/ 357360 h 811324"/>
                <a:gd name="connsiteX1" fmla="*/ 3572584 w 3614333"/>
                <a:gd name="connsiteY1" fmla="*/ 177362 h 811324"/>
                <a:gd name="connsiteX2" fmla="*/ 3464460 w 3614333"/>
                <a:gd name="connsiteY2" fmla="*/ 70909 h 811324"/>
                <a:gd name="connsiteX3" fmla="*/ 3191164 w 3614333"/>
                <a:gd name="connsiteY3" fmla="*/ 78 h 811324"/>
                <a:gd name="connsiteX4" fmla="*/ 2720410 w 3614333"/>
                <a:gd name="connsiteY4" fmla="*/ 83980 h 811324"/>
                <a:gd name="connsiteX5" fmla="*/ 1017315 w 3614333"/>
                <a:gd name="connsiteY5" fmla="*/ 532013 h 811324"/>
                <a:gd name="connsiteX6" fmla="*/ 0 w 3614333"/>
                <a:gd name="connsiteY6" fmla="*/ 785559 h 811324"/>
                <a:gd name="connsiteX7" fmla="*/ 1781789 w 3614333"/>
                <a:gd name="connsiteY7" fmla="*/ 786433 h 811324"/>
                <a:gd name="connsiteX8" fmla="*/ 3017137 w 3614333"/>
                <a:gd name="connsiteY8" fmla="*/ 810656 h 811324"/>
                <a:gd name="connsiteX9" fmla="*/ 3374336 w 3614333"/>
                <a:gd name="connsiteY9" fmla="*/ 755444 h 811324"/>
                <a:gd name="connsiteX10" fmla="*/ 3556964 w 3614333"/>
                <a:gd name="connsiteY10" fmla="*/ 571145 h 811324"/>
                <a:gd name="connsiteX11" fmla="*/ 3614097 w 3614333"/>
                <a:gd name="connsiteY11" fmla="*/ 357360 h 811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14333" h="811324">
                  <a:moveTo>
                    <a:pt x="3614097" y="357360"/>
                  </a:moveTo>
                  <a:cubicBezTo>
                    <a:pt x="3616700" y="291730"/>
                    <a:pt x="3597523" y="225104"/>
                    <a:pt x="3572584" y="177362"/>
                  </a:cubicBezTo>
                  <a:cubicBezTo>
                    <a:pt x="3547645" y="129620"/>
                    <a:pt x="3528030" y="100456"/>
                    <a:pt x="3464460" y="70909"/>
                  </a:cubicBezTo>
                  <a:cubicBezTo>
                    <a:pt x="3400890" y="41362"/>
                    <a:pt x="3315172" y="-2101"/>
                    <a:pt x="3191164" y="78"/>
                  </a:cubicBezTo>
                  <a:cubicBezTo>
                    <a:pt x="3067156" y="2257"/>
                    <a:pt x="3082718" y="-4676"/>
                    <a:pt x="2720410" y="83980"/>
                  </a:cubicBezTo>
                  <a:cubicBezTo>
                    <a:pt x="2358102" y="172636"/>
                    <a:pt x="1580392" y="403466"/>
                    <a:pt x="1017315" y="532013"/>
                  </a:cubicBezTo>
                  <a:lnTo>
                    <a:pt x="0" y="785559"/>
                  </a:lnTo>
                  <a:cubicBezTo>
                    <a:pt x="291188" y="798108"/>
                    <a:pt x="457625" y="788452"/>
                    <a:pt x="1781789" y="786433"/>
                  </a:cubicBezTo>
                  <a:cubicBezTo>
                    <a:pt x="2327396" y="789461"/>
                    <a:pt x="2751713" y="815821"/>
                    <a:pt x="3017137" y="810656"/>
                  </a:cubicBezTo>
                  <a:cubicBezTo>
                    <a:pt x="3133189" y="798426"/>
                    <a:pt x="3284365" y="795362"/>
                    <a:pt x="3374336" y="755444"/>
                  </a:cubicBezTo>
                  <a:cubicBezTo>
                    <a:pt x="3464307" y="715526"/>
                    <a:pt x="3517004" y="637492"/>
                    <a:pt x="3556964" y="571145"/>
                  </a:cubicBezTo>
                  <a:cubicBezTo>
                    <a:pt x="3596924" y="504798"/>
                    <a:pt x="3611494" y="422991"/>
                    <a:pt x="3614097" y="357360"/>
                  </a:cubicBez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5992E39-FAAF-425F-B6FD-74EA51BC8DD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>
              <a:off x="6707663" y="894736"/>
              <a:ext cx="875023" cy="645329"/>
            </a:xfrm>
            <a:prstGeom prst="rect">
              <a:avLst/>
            </a:prstGeom>
          </p:spPr>
        </p:pic>
      </p:grp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11579A1-E644-47E1-B382-8134073A5EB6}"/>
              </a:ext>
            </a:extLst>
          </p:cNvPr>
          <p:cNvSpPr/>
          <p:nvPr/>
        </p:nvSpPr>
        <p:spPr>
          <a:xfrm>
            <a:off x="781672" y="2354260"/>
            <a:ext cx="11302335" cy="1079373"/>
          </a:xfrm>
          <a:custGeom>
            <a:avLst/>
            <a:gdLst>
              <a:gd name="connsiteX0" fmla="*/ 11173098 w 11173098"/>
              <a:gd name="connsiteY0" fmla="*/ 217714 h 409302"/>
              <a:gd name="connsiteX1" fmla="*/ 10633166 w 11173098"/>
              <a:gd name="connsiteY1" fmla="*/ 217714 h 409302"/>
              <a:gd name="connsiteX2" fmla="*/ 10554789 w 11173098"/>
              <a:gd name="connsiteY2" fmla="*/ 113211 h 409302"/>
              <a:gd name="connsiteX3" fmla="*/ 10432869 w 11173098"/>
              <a:gd name="connsiteY3" fmla="*/ 8708 h 409302"/>
              <a:gd name="connsiteX4" fmla="*/ 10197738 w 11173098"/>
              <a:gd name="connsiteY4" fmla="*/ 0 h 409302"/>
              <a:gd name="connsiteX5" fmla="*/ 9875520 w 11173098"/>
              <a:gd name="connsiteY5" fmla="*/ 78377 h 409302"/>
              <a:gd name="connsiteX6" fmla="*/ 9396549 w 11173098"/>
              <a:gd name="connsiteY6" fmla="*/ 182880 h 409302"/>
              <a:gd name="connsiteX7" fmla="*/ 8769532 w 11173098"/>
              <a:gd name="connsiteY7" fmla="*/ 357051 h 409302"/>
              <a:gd name="connsiteX8" fmla="*/ 8525692 w 11173098"/>
              <a:gd name="connsiteY8" fmla="*/ 409302 h 409302"/>
              <a:gd name="connsiteX9" fmla="*/ 0 w 11173098"/>
              <a:gd name="connsiteY9" fmla="*/ 409302 h 409302"/>
              <a:gd name="connsiteX0" fmla="*/ 11173098 w 11173098"/>
              <a:gd name="connsiteY0" fmla="*/ 217714 h 409302"/>
              <a:gd name="connsiteX1" fmla="*/ 10633166 w 11173098"/>
              <a:gd name="connsiteY1" fmla="*/ 217714 h 409302"/>
              <a:gd name="connsiteX2" fmla="*/ 10554789 w 11173098"/>
              <a:gd name="connsiteY2" fmla="*/ 113211 h 409302"/>
              <a:gd name="connsiteX3" fmla="*/ 10432869 w 11173098"/>
              <a:gd name="connsiteY3" fmla="*/ 8708 h 409302"/>
              <a:gd name="connsiteX4" fmla="*/ 10197738 w 11173098"/>
              <a:gd name="connsiteY4" fmla="*/ 0 h 409302"/>
              <a:gd name="connsiteX5" fmla="*/ 9875520 w 11173098"/>
              <a:gd name="connsiteY5" fmla="*/ 78377 h 409302"/>
              <a:gd name="connsiteX6" fmla="*/ 9396549 w 11173098"/>
              <a:gd name="connsiteY6" fmla="*/ 182880 h 409302"/>
              <a:gd name="connsiteX7" fmla="*/ 8769532 w 11173098"/>
              <a:gd name="connsiteY7" fmla="*/ 357051 h 409302"/>
              <a:gd name="connsiteX8" fmla="*/ 8525692 w 11173098"/>
              <a:gd name="connsiteY8" fmla="*/ 409302 h 409302"/>
              <a:gd name="connsiteX9" fmla="*/ 0 w 11173098"/>
              <a:gd name="connsiteY9" fmla="*/ 409302 h 409302"/>
              <a:gd name="connsiteX0" fmla="*/ 11173098 w 11173098"/>
              <a:gd name="connsiteY0" fmla="*/ 217714 h 409302"/>
              <a:gd name="connsiteX1" fmla="*/ 10741450 w 11173098"/>
              <a:gd name="connsiteY1" fmla="*/ 221725 h 409302"/>
              <a:gd name="connsiteX2" fmla="*/ 10554789 w 11173098"/>
              <a:gd name="connsiteY2" fmla="*/ 113211 h 409302"/>
              <a:gd name="connsiteX3" fmla="*/ 10432869 w 11173098"/>
              <a:gd name="connsiteY3" fmla="*/ 8708 h 409302"/>
              <a:gd name="connsiteX4" fmla="*/ 10197738 w 11173098"/>
              <a:gd name="connsiteY4" fmla="*/ 0 h 409302"/>
              <a:gd name="connsiteX5" fmla="*/ 9875520 w 11173098"/>
              <a:gd name="connsiteY5" fmla="*/ 78377 h 409302"/>
              <a:gd name="connsiteX6" fmla="*/ 9396549 w 11173098"/>
              <a:gd name="connsiteY6" fmla="*/ 182880 h 409302"/>
              <a:gd name="connsiteX7" fmla="*/ 8769532 w 11173098"/>
              <a:gd name="connsiteY7" fmla="*/ 357051 h 409302"/>
              <a:gd name="connsiteX8" fmla="*/ 8525692 w 11173098"/>
              <a:gd name="connsiteY8" fmla="*/ 409302 h 409302"/>
              <a:gd name="connsiteX9" fmla="*/ 0 w 11173098"/>
              <a:gd name="connsiteY9" fmla="*/ 409302 h 409302"/>
              <a:gd name="connsiteX0" fmla="*/ 11173098 w 11173098"/>
              <a:gd name="connsiteY0" fmla="*/ 230843 h 422431"/>
              <a:gd name="connsiteX1" fmla="*/ 10741450 w 11173098"/>
              <a:gd name="connsiteY1" fmla="*/ 234854 h 422431"/>
              <a:gd name="connsiteX2" fmla="*/ 10554789 w 11173098"/>
              <a:gd name="connsiteY2" fmla="*/ 126340 h 422431"/>
              <a:gd name="connsiteX3" fmla="*/ 10432869 w 11173098"/>
              <a:gd name="connsiteY3" fmla="*/ 21837 h 422431"/>
              <a:gd name="connsiteX4" fmla="*/ 10197738 w 11173098"/>
              <a:gd name="connsiteY4" fmla="*/ 13129 h 422431"/>
              <a:gd name="connsiteX5" fmla="*/ 9875520 w 11173098"/>
              <a:gd name="connsiteY5" fmla="*/ 91506 h 422431"/>
              <a:gd name="connsiteX6" fmla="*/ 9396549 w 11173098"/>
              <a:gd name="connsiteY6" fmla="*/ 196009 h 422431"/>
              <a:gd name="connsiteX7" fmla="*/ 8769532 w 11173098"/>
              <a:gd name="connsiteY7" fmla="*/ 370180 h 422431"/>
              <a:gd name="connsiteX8" fmla="*/ 8525692 w 11173098"/>
              <a:gd name="connsiteY8" fmla="*/ 422431 h 422431"/>
              <a:gd name="connsiteX9" fmla="*/ 0 w 11173098"/>
              <a:gd name="connsiteY9" fmla="*/ 422431 h 422431"/>
              <a:gd name="connsiteX0" fmla="*/ 11173098 w 11173098"/>
              <a:gd name="connsiteY0" fmla="*/ 231414 h 423002"/>
              <a:gd name="connsiteX1" fmla="*/ 10741450 w 11173098"/>
              <a:gd name="connsiteY1" fmla="*/ 235425 h 423002"/>
              <a:gd name="connsiteX2" fmla="*/ 10554789 w 11173098"/>
              <a:gd name="connsiteY2" fmla="*/ 126911 h 423002"/>
              <a:gd name="connsiteX3" fmla="*/ 10432869 w 11173098"/>
              <a:gd name="connsiteY3" fmla="*/ 22408 h 423002"/>
              <a:gd name="connsiteX4" fmla="*/ 10197738 w 11173098"/>
              <a:gd name="connsiteY4" fmla="*/ 13700 h 423002"/>
              <a:gd name="connsiteX5" fmla="*/ 9875520 w 11173098"/>
              <a:gd name="connsiteY5" fmla="*/ 92077 h 423002"/>
              <a:gd name="connsiteX6" fmla="*/ 9396549 w 11173098"/>
              <a:gd name="connsiteY6" fmla="*/ 196580 h 423002"/>
              <a:gd name="connsiteX7" fmla="*/ 8769532 w 11173098"/>
              <a:gd name="connsiteY7" fmla="*/ 370751 h 423002"/>
              <a:gd name="connsiteX8" fmla="*/ 8525692 w 11173098"/>
              <a:gd name="connsiteY8" fmla="*/ 423002 h 423002"/>
              <a:gd name="connsiteX9" fmla="*/ 0 w 11173098"/>
              <a:gd name="connsiteY9" fmla="*/ 423002 h 423002"/>
              <a:gd name="connsiteX0" fmla="*/ 11173098 w 11173098"/>
              <a:gd name="connsiteY0" fmla="*/ 231414 h 423002"/>
              <a:gd name="connsiteX1" fmla="*/ 10741450 w 11173098"/>
              <a:gd name="connsiteY1" fmla="*/ 235425 h 423002"/>
              <a:gd name="connsiteX2" fmla="*/ 10554789 w 11173098"/>
              <a:gd name="connsiteY2" fmla="*/ 126911 h 423002"/>
              <a:gd name="connsiteX3" fmla="*/ 10432869 w 11173098"/>
              <a:gd name="connsiteY3" fmla="*/ 22408 h 423002"/>
              <a:gd name="connsiteX4" fmla="*/ 10197738 w 11173098"/>
              <a:gd name="connsiteY4" fmla="*/ 13700 h 423002"/>
              <a:gd name="connsiteX5" fmla="*/ 9875520 w 11173098"/>
              <a:gd name="connsiteY5" fmla="*/ 92077 h 423002"/>
              <a:gd name="connsiteX6" fmla="*/ 8769532 w 11173098"/>
              <a:gd name="connsiteY6" fmla="*/ 370751 h 423002"/>
              <a:gd name="connsiteX7" fmla="*/ 8525692 w 11173098"/>
              <a:gd name="connsiteY7" fmla="*/ 423002 h 423002"/>
              <a:gd name="connsiteX8" fmla="*/ 0 w 11173098"/>
              <a:gd name="connsiteY8" fmla="*/ 423002 h 423002"/>
              <a:gd name="connsiteX0" fmla="*/ 11173098 w 11173098"/>
              <a:gd name="connsiteY0" fmla="*/ 231414 h 423002"/>
              <a:gd name="connsiteX1" fmla="*/ 10741450 w 11173098"/>
              <a:gd name="connsiteY1" fmla="*/ 235425 h 423002"/>
              <a:gd name="connsiteX2" fmla="*/ 10554789 w 11173098"/>
              <a:gd name="connsiteY2" fmla="*/ 126911 h 423002"/>
              <a:gd name="connsiteX3" fmla="*/ 10432869 w 11173098"/>
              <a:gd name="connsiteY3" fmla="*/ 22408 h 423002"/>
              <a:gd name="connsiteX4" fmla="*/ 10197738 w 11173098"/>
              <a:gd name="connsiteY4" fmla="*/ 13700 h 423002"/>
              <a:gd name="connsiteX5" fmla="*/ 9875520 w 11173098"/>
              <a:gd name="connsiteY5" fmla="*/ 92077 h 423002"/>
              <a:gd name="connsiteX6" fmla="*/ 8769532 w 11173098"/>
              <a:gd name="connsiteY6" fmla="*/ 370751 h 423002"/>
              <a:gd name="connsiteX7" fmla="*/ 8525692 w 11173098"/>
              <a:gd name="connsiteY7" fmla="*/ 423002 h 423002"/>
              <a:gd name="connsiteX8" fmla="*/ 0 w 11173098"/>
              <a:gd name="connsiteY8" fmla="*/ 423002 h 423002"/>
              <a:gd name="connsiteX0" fmla="*/ 11173098 w 11173098"/>
              <a:gd name="connsiteY0" fmla="*/ 231414 h 423002"/>
              <a:gd name="connsiteX1" fmla="*/ 10741450 w 11173098"/>
              <a:gd name="connsiteY1" fmla="*/ 235425 h 423002"/>
              <a:gd name="connsiteX2" fmla="*/ 10554789 w 11173098"/>
              <a:gd name="connsiteY2" fmla="*/ 126911 h 423002"/>
              <a:gd name="connsiteX3" fmla="*/ 10432869 w 11173098"/>
              <a:gd name="connsiteY3" fmla="*/ 22408 h 423002"/>
              <a:gd name="connsiteX4" fmla="*/ 10197738 w 11173098"/>
              <a:gd name="connsiteY4" fmla="*/ 13700 h 423002"/>
              <a:gd name="connsiteX5" fmla="*/ 9875520 w 11173098"/>
              <a:gd name="connsiteY5" fmla="*/ 92077 h 423002"/>
              <a:gd name="connsiteX6" fmla="*/ 8769532 w 11173098"/>
              <a:gd name="connsiteY6" fmla="*/ 370751 h 423002"/>
              <a:gd name="connsiteX7" fmla="*/ 7422797 w 11173098"/>
              <a:gd name="connsiteY7" fmla="*/ 418992 h 423002"/>
              <a:gd name="connsiteX8" fmla="*/ 0 w 11173098"/>
              <a:gd name="connsiteY8" fmla="*/ 423002 h 423002"/>
              <a:gd name="connsiteX0" fmla="*/ 11173098 w 11173098"/>
              <a:gd name="connsiteY0" fmla="*/ 231414 h 423002"/>
              <a:gd name="connsiteX1" fmla="*/ 10741450 w 11173098"/>
              <a:gd name="connsiteY1" fmla="*/ 235425 h 423002"/>
              <a:gd name="connsiteX2" fmla="*/ 10554789 w 11173098"/>
              <a:gd name="connsiteY2" fmla="*/ 126911 h 423002"/>
              <a:gd name="connsiteX3" fmla="*/ 10432869 w 11173098"/>
              <a:gd name="connsiteY3" fmla="*/ 22408 h 423002"/>
              <a:gd name="connsiteX4" fmla="*/ 10197738 w 11173098"/>
              <a:gd name="connsiteY4" fmla="*/ 13700 h 423002"/>
              <a:gd name="connsiteX5" fmla="*/ 9875520 w 11173098"/>
              <a:gd name="connsiteY5" fmla="*/ 92077 h 423002"/>
              <a:gd name="connsiteX6" fmla="*/ 8769532 w 11173098"/>
              <a:gd name="connsiteY6" fmla="*/ 370751 h 423002"/>
              <a:gd name="connsiteX7" fmla="*/ 7422797 w 11173098"/>
              <a:gd name="connsiteY7" fmla="*/ 418992 h 423002"/>
              <a:gd name="connsiteX8" fmla="*/ 0 w 11173098"/>
              <a:gd name="connsiteY8" fmla="*/ 423002 h 423002"/>
              <a:gd name="connsiteX0" fmla="*/ 11173098 w 11173098"/>
              <a:gd name="connsiteY0" fmla="*/ 231414 h 427554"/>
              <a:gd name="connsiteX1" fmla="*/ 10741450 w 11173098"/>
              <a:gd name="connsiteY1" fmla="*/ 235425 h 427554"/>
              <a:gd name="connsiteX2" fmla="*/ 10554789 w 11173098"/>
              <a:gd name="connsiteY2" fmla="*/ 126911 h 427554"/>
              <a:gd name="connsiteX3" fmla="*/ 10432869 w 11173098"/>
              <a:gd name="connsiteY3" fmla="*/ 22408 h 427554"/>
              <a:gd name="connsiteX4" fmla="*/ 10197738 w 11173098"/>
              <a:gd name="connsiteY4" fmla="*/ 13700 h 427554"/>
              <a:gd name="connsiteX5" fmla="*/ 9875520 w 11173098"/>
              <a:gd name="connsiteY5" fmla="*/ 92077 h 427554"/>
              <a:gd name="connsiteX6" fmla="*/ 9014174 w 11173098"/>
              <a:gd name="connsiteY6" fmla="*/ 318614 h 427554"/>
              <a:gd name="connsiteX7" fmla="*/ 7422797 w 11173098"/>
              <a:gd name="connsiteY7" fmla="*/ 418992 h 427554"/>
              <a:gd name="connsiteX8" fmla="*/ 0 w 11173098"/>
              <a:gd name="connsiteY8" fmla="*/ 423002 h 427554"/>
              <a:gd name="connsiteX0" fmla="*/ 11173098 w 11173098"/>
              <a:gd name="connsiteY0" fmla="*/ 231414 h 429318"/>
              <a:gd name="connsiteX1" fmla="*/ 10741450 w 11173098"/>
              <a:gd name="connsiteY1" fmla="*/ 235425 h 429318"/>
              <a:gd name="connsiteX2" fmla="*/ 10554789 w 11173098"/>
              <a:gd name="connsiteY2" fmla="*/ 126911 h 429318"/>
              <a:gd name="connsiteX3" fmla="*/ 10432869 w 11173098"/>
              <a:gd name="connsiteY3" fmla="*/ 22408 h 429318"/>
              <a:gd name="connsiteX4" fmla="*/ 10197738 w 11173098"/>
              <a:gd name="connsiteY4" fmla="*/ 13700 h 429318"/>
              <a:gd name="connsiteX5" fmla="*/ 9875520 w 11173098"/>
              <a:gd name="connsiteY5" fmla="*/ 92077 h 429318"/>
              <a:gd name="connsiteX6" fmla="*/ 9110426 w 11173098"/>
              <a:gd name="connsiteY6" fmla="*/ 294551 h 429318"/>
              <a:gd name="connsiteX7" fmla="*/ 7422797 w 11173098"/>
              <a:gd name="connsiteY7" fmla="*/ 418992 h 429318"/>
              <a:gd name="connsiteX8" fmla="*/ 0 w 11173098"/>
              <a:gd name="connsiteY8" fmla="*/ 423002 h 429318"/>
              <a:gd name="connsiteX0" fmla="*/ 11150704 w 11150704"/>
              <a:gd name="connsiteY0" fmla="*/ 238878 h 429318"/>
              <a:gd name="connsiteX1" fmla="*/ 10741450 w 11150704"/>
              <a:gd name="connsiteY1" fmla="*/ 235425 h 429318"/>
              <a:gd name="connsiteX2" fmla="*/ 10554789 w 11150704"/>
              <a:gd name="connsiteY2" fmla="*/ 126911 h 429318"/>
              <a:gd name="connsiteX3" fmla="*/ 10432869 w 11150704"/>
              <a:gd name="connsiteY3" fmla="*/ 22408 h 429318"/>
              <a:gd name="connsiteX4" fmla="*/ 10197738 w 11150704"/>
              <a:gd name="connsiteY4" fmla="*/ 13700 h 429318"/>
              <a:gd name="connsiteX5" fmla="*/ 9875520 w 11150704"/>
              <a:gd name="connsiteY5" fmla="*/ 92077 h 429318"/>
              <a:gd name="connsiteX6" fmla="*/ 9110426 w 11150704"/>
              <a:gd name="connsiteY6" fmla="*/ 294551 h 429318"/>
              <a:gd name="connsiteX7" fmla="*/ 7422797 w 11150704"/>
              <a:gd name="connsiteY7" fmla="*/ 418992 h 429318"/>
              <a:gd name="connsiteX8" fmla="*/ 0 w 11150704"/>
              <a:gd name="connsiteY8" fmla="*/ 423002 h 429318"/>
              <a:gd name="connsiteX0" fmla="*/ 11150704 w 11150704"/>
              <a:gd name="connsiteY0" fmla="*/ 238878 h 429318"/>
              <a:gd name="connsiteX1" fmla="*/ 10741450 w 11150704"/>
              <a:gd name="connsiteY1" fmla="*/ 235425 h 429318"/>
              <a:gd name="connsiteX2" fmla="*/ 10554789 w 11150704"/>
              <a:gd name="connsiteY2" fmla="*/ 126911 h 429318"/>
              <a:gd name="connsiteX3" fmla="*/ 10432869 w 11150704"/>
              <a:gd name="connsiteY3" fmla="*/ 22408 h 429318"/>
              <a:gd name="connsiteX4" fmla="*/ 10197738 w 11150704"/>
              <a:gd name="connsiteY4" fmla="*/ 13700 h 429318"/>
              <a:gd name="connsiteX5" fmla="*/ 9875520 w 11150704"/>
              <a:gd name="connsiteY5" fmla="*/ 92077 h 429318"/>
              <a:gd name="connsiteX6" fmla="*/ 9110426 w 11150704"/>
              <a:gd name="connsiteY6" fmla="*/ 294551 h 429318"/>
              <a:gd name="connsiteX7" fmla="*/ 7422797 w 11150704"/>
              <a:gd name="connsiteY7" fmla="*/ 418992 h 429318"/>
              <a:gd name="connsiteX8" fmla="*/ 0 w 11150704"/>
              <a:gd name="connsiteY8" fmla="*/ 423002 h 429318"/>
              <a:gd name="connsiteX0" fmla="*/ 11158168 w 11158168"/>
              <a:gd name="connsiteY0" fmla="*/ 238878 h 429318"/>
              <a:gd name="connsiteX1" fmla="*/ 10741450 w 11158168"/>
              <a:gd name="connsiteY1" fmla="*/ 235425 h 429318"/>
              <a:gd name="connsiteX2" fmla="*/ 10554789 w 11158168"/>
              <a:gd name="connsiteY2" fmla="*/ 126911 h 429318"/>
              <a:gd name="connsiteX3" fmla="*/ 10432869 w 11158168"/>
              <a:gd name="connsiteY3" fmla="*/ 22408 h 429318"/>
              <a:gd name="connsiteX4" fmla="*/ 10197738 w 11158168"/>
              <a:gd name="connsiteY4" fmla="*/ 13700 h 429318"/>
              <a:gd name="connsiteX5" fmla="*/ 9875520 w 11158168"/>
              <a:gd name="connsiteY5" fmla="*/ 92077 h 429318"/>
              <a:gd name="connsiteX6" fmla="*/ 9110426 w 11158168"/>
              <a:gd name="connsiteY6" fmla="*/ 294551 h 429318"/>
              <a:gd name="connsiteX7" fmla="*/ 7422797 w 11158168"/>
              <a:gd name="connsiteY7" fmla="*/ 418992 h 429318"/>
              <a:gd name="connsiteX8" fmla="*/ 0 w 11158168"/>
              <a:gd name="connsiteY8" fmla="*/ 423002 h 429318"/>
              <a:gd name="connsiteX0" fmla="*/ 6454802 w 6454802"/>
              <a:gd name="connsiteY0" fmla="*/ 238878 h 426703"/>
              <a:gd name="connsiteX1" fmla="*/ 6038084 w 6454802"/>
              <a:gd name="connsiteY1" fmla="*/ 235425 h 426703"/>
              <a:gd name="connsiteX2" fmla="*/ 5851423 w 6454802"/>
              <a:gd name="connsiteY2" fmla="*/ 126911 h 426703"/>
              <a:gd name="connsiteX3" fmla="*/ 5729503 w 6454802"/>
              <a:gd name="connsiteY3" fmla="*/ 22408 h 426703"/>
              <a:gd name="connsiteX4" fmla="*/ 5494372 w 6454802"/>
              <a:gd name="connsiteY4" fmla="*/ 13700 h 426703"/>
              <a:gd name="connsiteX5" fmla="*/ 5172154 w 6454802"/>
              <a:gd name="connsiteY5" fmla="*/ 92077 h 426703"/>
              <a:gd name="connsiteX6" fmla="*/ 4407060 w 6454802"/>
              <a:gd name="connsiteY6" fmla="*/ 294551 h 426703"/>
              <a:gd name="connsiteX7" fmla="*/ 2719431 w 6454802"/>
              <a:gd name="connsiteY7" fmla="*/ 418992 h 426703"/>
              <a:gd name="connsiteX8" fmla="*/ 0 w 6454802"/>
              <a:gd name="connsiteY8" fmla="*/ 414844 h 426703"/>
              <a:gd name="connsiteX0" fmla="*/ 4386626 w 4386626"/>
              <a:gd name="connsiteY0" fmla="*/ 238878 h 427897"/>
              <a:gd name="connsiteX1" fmla="*/ 3969908 w 4386626"/>
              <a:gd name="connsiteY1" fmla="*/ 235425 h 427897"/>
              <a:gd name="connsiteX2" fmla="*/ 3783247 w 4386626"/>
              <a:gd name="connsiteY2" fmla="*/ 126911 h 427897"/>
              <a:gd name="connsiteX3" fmla="*/ 3661327 w 4386626"/>
              <a:gd name="connsiteY3" fmla="*/ 22408 h 427897"/>
              <a:gd name="connsiteX4" fmla="*/ 3426196 w 4386626"/>
              <a:gd name="connsiteY4" fmla="*/ 13700 h 427897"/>
              <a:gd name="connsiteX5" fmla="*/ 3103978 w 4386626"/>
              <a:gd name="connsiteY5" fmla="*/ 92077 h 427897"/>
              <a:gd name="connsiteX6" fmla="*/ 2338884 w 4386626"/>
              <a:gd name="connsiteY6" fmla="*/ 294551 h 427897"/>
              <a:gd name="connsiteX7" fmla="*/ 651255 w 4386626"/>
              <a:gd name="connsiteY7" fmla="*/ 418992 h 427897"/>
              <a:gd name="connsiteX8" fmla="*/ 0 w 4386626"/>
              <a:gd name="connsiteY8" fmla="*/ 418923 h 427897"/>
              <a:gd name="connsiteX0" fmla="*/ 4386626 w 4386626"/>
              <a:gd name="connsiteY0" fmla="*/ 238878 h 418923"/>
              <a:gd name="connsiteX1" fmla="*/ 3969908 w 4386626"/>
              <a:gd name="connsiteY1" fmla="*/ 235425 h 418923"/>
              <a:gd name="connsiteX2" fmla="*/ 3783247 w 4386626"/>
              <a:gd name="connsiteY2" fmla="*/ 126911 h 418923"/>
              <a:gd name="connsiteX3" fmla="*/ 3661327 w 4386626"/>
              <a:gd name="connsiteY3" fmla="*/ 22408 h 418923"/>
              <a:gd name="connsiteX4" fmla="*/ 3426196 w 4386626"/>
              <a:gd name="connsiteY4" fmla="*/ 13700 h 418923"/>
              <a:gd name="connsiteX5" fmla="*/ 3103978 w 4386626"/>
              <a:gd name="connsiteY5" fmla="*/ 92077 h 418923"/>
              <a:gd name="connsiteX6" fmla="*/ 2338884 w 4386626"/>
              <a:gd name="connsiteY6" fmla="*/ 294551 h 418923"/>
              <a:gd name="connsiteX7" fmla="*/ 0 w 4386626"/>
              <a:gd name="connsiteY7" fmla="*/ 418923 h 418923"/>
              <a:gd name="connsiteX0" fmla="*/ 4386626 w 4386626"/>
              <a:gd name="connsiteY0" fmla="*/ 238878 h 418923"/>
              <a:gd name="connsiteX1" fmla="*/ 3969908 w 4386626"/>
              <a:gd name="connsiteY1" fmla="*/ 235425 h 418923"/>
              <a:gd name="connsiteX2" fmla="*/ 3783247 w 4386626"/>
              <a:gd name="connsiteY2" fmla="*/ 126911 h 418923"/>
              <a:gd name="connsiteX3" fmla="*/ 3661327 w 4386626"/>
              <a:gd name="connsiteY3" fmla="*/ 22408 h 418923"/>
              <a:gd name="connsiteX4" fmla="*/ 3426196 w 4386626"/>
              <a:gd name="connsiteY4" fmla="*/ 13700 h 418923"/>
              <a:gd name="connsiteX5" fmla="*/ 3103978 w 4386626"/>
              <a:gd name="connsiteY5" fmla="*/ 92077 h 418923"/>
              <a:gd name="connsiteX6" fmla="*/ 2338884 w 4386626"/>
              <a:gd name="connsiteY6" fmla="*/ 294551 h 418923"/>
              <a:gd name="connsiteX7" fmla="*/ 1152909 w 4386626"/>
              <a:gd name="connsiteY7" fmla="*/ 367156 h 418923"/>
              <a:gd name="connsiteX8" fmla="*/ 0 w 4386626"/>
              <a:gd name="connsiteY8" fmla="*/ 418923 h 418923"/>
              <a:gd name="connsiteX0" fmla="*/ 4386626 w 4386626"/>
              <a:gd name="connsiteY0" fmla="*/ 238878 h 418923"/>
              <a:gd name="connsiteX1" fmla="*/ 3969908 w 4386626"/>
              <a:gd name="connsiteY1" fmla="*/ 235425 h 418923"/>
              <a:gd name="connsiteX2" fmla="*/ 3783247 w 4386626"/>
              <a:gd name="connsiteY2" fmla="*/ 126911 h 418923"/>
              <a:gd name="connsiteX3" fmla="*/ 3661327 w 4386626"/>
              <a:gd name="connsiteY3" fmla="*/ 22408 h 418923"/>
              <a:gd name="connsiteX4" fmla="*/ 3426196 w 4386626"/>
              <a:gd name="connsiteY4" fmla="*/ 13700 h 418923"/>
              <a:gd name="connsiteX5" fmla="*/ 3103978 w 4386626"/>
              <a:gd name="connsiteY5" fmla="*/ 92077 h 418923"/>
              <a:gd name="connsiteX6" fmla="*/ 2338884 w 4386626"/>
              <a:gd name="connsiteY6" fmla="*/ 294551 h 418923"/>
              <a:gd name="connsiteX7" fmla="*/ 1152909 w 4386626"/>
              <a:gd name="connsiteY7" fmla="*/ 399790 h 418923"/>
              <a:gd name="connsiteX8" fmla="*/ 0 w 4386626"/>
              <a:gd name="connsiteY8" fmla="*/ 418923 h 418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6626" h="418923">
                <a:moveTo>
                  <a:pt x="4386626" y="238878"/>
                </a:moveTo>
                <a:cubicBezTo>
                  <a:pt x="4247720" y="237727"/>
                  <a:pt x="4070471" y="254086"/>
                  <a:pt x="3969908" y="235425"/>
                </a:cubicBezTo>
                <a:cubicBezTo>
                  <a:pt x="3869345" y="216764"/>
                  <a:pt x="3816630" y="161745"/>
                  <a:pt x="3783247" y="126911"/>
                </a:cubicBezTo>
                <a:lnTo>
                  <a:pt x="3661327" y="22408"/>
                </a:lnTo>
                <a:cubicBezTo>
                  <a:pt x="3601819" y="3540"/>
                  <a:pt x="3533602" y="-12426"/>
                  <a:pt x="3426196" y="13700"/>
                </a:cubicBezTo>
                <a:lnTo>
                  <a:pt x="3103978" y="92077"/>
                </a:lnTo>
                <a:lnTo>
                  <a:pt x="2338884" y="294551"/>
                </a:lnTo>
                <a:cubicBezTo>
                  <a:pt x="2013706" y="340397"/>
                  <a:pt x="1542723" y="379061"/>
                  <a:pt x="1152909" y="399790"/>
                </a:cubicBezTo>
                <a:lnTo>
                  <a:pt x="0" y="418923"/>
                </a:lnTo>
              </a:path>
            </a:pathLst>
          </a:custGeom>
          <a:noFill/>
          <a:ln w="57150">
            <a:solidFill>
              <a:srgbClr val="CFB87C"/>
            </a:solidFill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A641FD0-9E5C-44C9-BB3A-A5EB36EABBDB}"/>
              </a:ext>
            </a:extLst>
          </p:cNvPr>
          <p:cNvSpPr/>
          <p:nvPr/>
        </p:nvSpPr>
        <p:spPr>
          <a:xfrm>
            <a:off x="1065538" y="3152453"/>
            <a:ext cx="11034497" cy="449589"/>
          </a:xfrm>
          <a:custGeom>
            <a:avLst/>
            <a:gdLst>
              <a:gd name="connsiteX0" fmla="*/ 11155680 w 11155680"/>
              <a:gd name="connsiteY0" fmla="*/ 0 h 174171"/>
              <a:gd name="connsiteX1" fmla="*/ 10755086 w 11155680"/>
              <a:gd name="connsiteY1" fmla="*/ 0 h 174171"/>
              <a:gd name="connsiteX2" fmla="*/ 10607040 w 11155680"/>
              <a:gd name="connsiteY2" fmla="*/ 26126 h 174171"/>
              <a:gd name="connsiteX3" fmla="*/ 10458994 w 11155680"/>
              <a:gd name="connsiteY3" fmla="*/ 104503 h 174171"/>
              <a:gd name="connsiteX4" fmla="*/ 10363200 w 11155680"/>
              <a:gd name="connsiteY4" fmla="*/ 165463 h 174171"/>
              <a:gd name="connsiteX5" fmla="*/ 10145486 w 11155680"/>
              <a:gd name="connsiteY5" fmla="*/ 174171 h 174171"/>
              <a:gd name="connsiteX6" fmla="*/ 9335589 w 11155680"/>
              <a:gd name="connsiteY6" fmla="*/ 165463 h 174171"/>
              <a:gd name="connsiteX7" fmla="*/ 8900160 w 11155680"/>
              <a:gd name="connsiteY7" fmla="*/ 148046 h 174171"/>
              <a:gd name="connsiteX8" fmla="*/ 0 w 11155680"/>
              <a:gd name="connsiteY8" fmla="*/ 148046 h 174171"/>
              <a:gd name="connsiteX0" fmla="*/ 11155680 w 11155680"/>
              <a:gd name="connsiteY0" fmla="*/ 0 h 174493"/>
              <a:gd name="connsiteX1" fmla="*/ 10755086 w 11155680"/>
              <a:gd name="connsiteY1" fmla="*/ 0 h 174493"/>
              <a:gd name="connsiteX2" fmla="*/ 10607040 w 11155680"/>
              <a:gd name="connsiteY2" fmla="*/ 26126 h 174493"/>
              <a:gd name="connsiteX3" fmla="*/ 10458994 w 11155680"/>
              <a:gd name="connsiteY3" fmla="*/ 104503 h 174493"/>
              <a:gd name="connsiteX4" fmla="*/ 10363200 w 11155680"/>
              <a:gd name="connsiteY4" fmla="*/ 165463 h 174493"/>
              <a:gd name="connsiteX5" fmla="*/ 10145486 w 11155680"/>
              <a:gd name="connsiteY5" fmla="*/ 174171 h 174493"/>
              <a:gd name="connsiteX6" fmla="*/ 9335589 w 11155680"/>
              <a:gd name="connsiteY6" fmla="*/ 165463 h 174493"/>
              <a:gd name="connsiteX7" fmla="*/ 8900160 w 11155680"/>
              <a:gd name="connsiteY7" fmla="*/ 148046 h 174493"/>
              <a:gd name="connsiteX8" fmla="*/ 0 w 11155680"/>
              <a:gd name="connsiteY8" fmla="*/ 148046 h 174493"/>
              <a:gd name="connsiteX0" fmla="*/ 11155680 w 11155680"/>
              <a:gd name="connsiteY0" fmla="*/ 0 h 174493"/>
              <a:gd name="connsiteX1" fmla="*/ 10755086 w 11155680"/>
              <a:gd name="connsiteY1" fmla="*/ 0 h 174493"/>
              <a:gd name="connsiteX2" fmla="*/ 10607040 w 11155680"/>
              <a:gd name="connsiteY2" fmla="*/ 26126 h 174493"/>
              <a:gd name="connsiteX3" fmla="*/ 10458994 w 11155680"/>
              <a:gd name="connsiteY3" fmla="*/ 104503 h 174493"/>
              <a:gd name="connsiteX4" fmla="*/ 10363200 w 11155680"/>
              <a:gd name="connsiteY4" fmla="*/ 165463 h 174493"/>
              <a:gd name="connsiteX5" fmla="*/ 10145486 w 11155680"/>
              <a:gd name="connsiteY5" fmla="*/ 174171 h 174493"/>
              <a:gd name="connsiteX6" fmla="*/ 9335589 w 11155680"/>
              <a:gd name="connsiteY6" fmla="*/ 165463 h 174493"/>
              <a:gd name="connsiteX7" fmla="*/ 8900160 w 11155680"/>
              <a:gd name="connsiteY7" fmla="*/ 148046 h 174493"/>
              <a:gd name="connsiteX8" fmla="*/ 0 w 11155680"/>
              <a:gd name="connsiteY8" fmla="*/ 148046 h 174493"/>
              <a:gd name="connsiteX0" fmla="*/ 11155680 w 11155680"/>
              <a:gd name="connsiteY0" fmla="*/ 0 h 174493"/>
              <a:gd name="connsiteX1" fmla="*/ 10755086 w 11155680"/>
              <a:gd name="connsiteY1" fmla="*/ 0 h 174493"/>
              <a:gd name="connsiteX2" fmla="*/ 10607040 w 11155680"/>
              <a:gd name="connsiteY2" fmla="*/ 26126 h 174493"/>
              <a:gd name="connsiteX3" fmla="*/ 10458994 w 11155680"/>
              <a:gd name="connsiteY3" fmla="*/ 104503 h 174493"/>
              <a:gd name="connsiteX4" fmla="*/ 10363200 w 11155680"/>
              <a:gd name="connsiteY4" fmla="*/ 165463 h 174493"/>
              <a:gd name="connsiteX5" fmla="*/ 10145486 w 11155680"/>
              <a:gd name="connsiteY5" fmla="*/ 174171 h 174493"/>
              <a:gd name="connsiteX6" fmla="*/ 9335589 w 11155680"/>
              <a:gd name="connsiteY6" fmla="*/ 165463 h 174493"/>
              <a:gd name="connsiteX7" fmla="*/ 8900160 w 11155680"/>
              <a:gd name="connsiteY7" fmla="*/ 148046 h 174493"/>
              <a:gd name="connsiteX8" fmla="*/ 0 w 11155680"/>
              <a:gd name="connsiteY8" fmla="*/ 155510 h 174493"/>
              <a:gd name="connsiteX0" fmla="*/ 11174341 w 11174341"/>
              <a:gd name="connsiteY0" fmla="*/ 0 h 174493"/>
              <a:gd name="connsiteX1" fmla="*/ 10773747 w 11174341"/>
              <a:gd name="connsiteY1" fmla="*/ 0 h 174493"/>
              <a:gd name="connsiteX2" fmla="*/ 10625701 w 11174341"/>
              <a:gd name="connsiteY2" fmla="*/ 26126 h 174493"/>
              <a:gd name="connsiteX3" fmla="*/ 10477655 w 11174341"/>
              <a:gd name="connsiteY3" fmla="*/ 104503 h 174493"/>
              <a:gd name="connsiteX4" fmla="*/ 10381861 w 11174341"/>
              <a:gd name="connsiteY4" fmla="*/ 165463 h 174493"/>
              <a:gd name="connsiteX5" fmla="*/ 10164147 w 11174341"/>
              <a:gd name="connsiteY5" fmla="*/ 174171 h 174493"/>
              <a:gd name="connsiteX6" fmla="*/ 9354250 w 11174341"/>
              <a:gd name="connsiteY6" fmla="*/ 165463 h 174493"/>
              <a:gd name="connsiteX7" fmla="*/ 8918821 w 11174341"/>
              <a:gd name="connsiteY7" fmla="*/ 148046 h 174493"/>
              <a:gd name="connsiteX8" fmla="*/ 0 w 11174341"/>
              <a:gd name="connsiteY8" fmla="*/ 159242 h 174493"/>
              <a:gd name="connsiteX0" fmla="*/ 11155680 w 11155680"/>
              <a:gd name="connsiteY0" fmla="*/ 0 h 174493"/>
              <a:gd name="connsiteX1" fmla="*/ 10755086 w 11155680"/>
              <a:gd name="connsiteY1" fmla="*/ 0 h 174493"/>
              <a:gd name="connsiteX2" fmla="*/ 10607040 w 11155680"/>
              <a:gd name="connsiteY2" fmla="*/ 26126 h 174493"/>
              <a:gd name="connsiteX3" fmla="*/ 10458994 w 11155680"/>
              <a:gd name="connsiteY3" fmla="*/ 104503 h 174493"/>
              <a:gd name="connsiteX4" fmla="*/ 10363200 w 11155680"/>
              <a:gd name="connsiteY4" fmla="*/ 165463 h 174493"/>
              <a:gd name="connsiteX5" fmla="*/ 10145486 w 11155680"/>
              <a:gd name="connsiteY5" fmla="*/ 174171 h 174493"/>
              <a:gd name="connsiteX6" fmla="*/ 9335589 w 11155680"/>
              <a:gd name="connsiteY6" fmla="*/ 165463 h 174493"/>
              <a:gd name="connsiteX7" fmla="*/ 8900160 w 11155680"/>
              <a:gd name="connsiteY7" fmla="*/ 148046 h 174493"/>
              <a:gd name="connsiteX8" fmla="*/ 0 w 11155680"/>
              <a:gd name="connsiteY8" fmla="*/ 159242 h 174493"/>
              <a:gd name="connsiteX0" fmla="*/ 11155680 w 11155680"/>
              <a:gd name="connsiteY0" fmla="*/ 0 h 174493"/>
              <a:gd name="connsiteX1" fmla="*/ 10755086 w 11155680"/>
              <a:gd name="connsiteY1" fmla="*/ 0 h 174493"/>
              <a:gd name="connsiteX2" fmla="*/ 10607040 w 11155680"/>
              <a:gd name="connsiteY2" fmla="*/ 26126 h 174493"/>
              <a:gd name="connsiteX3" fmla="*/ 10458994 w 11155680"/>
              <a:gd name="connsiteY3" fmla="*/ 104503 h 174493"/>
              <a:gd name="connsiteX4" fmla="*/ 10363200 w 11155680"/>
              <a:gd name="connsiteY4" fmla="*/ 165463 h 174493"/>
              <a:gd name="connsiteX5" fmla="*/ 10145486 w 11155680"/>
              <a:gd name="connsiteY5" fmla="*/ 174171 h 174493"/>
              <a:gd name="connsiteX6" fmla="*/ 9335589 w 11155680"/>
              <a:gd name="connsiteY6" fmla="*/ 165463 h 174493"/>
              <a:gd name="connsiteX7" fmla="*/ 8900160 w 11155680"/>
              <a:gd name="connsiteY7" fmla="*/ 148046 h 174493"/>
              <a:gd name="connsiteX8" fmla="*/ 0 w 11155680"/>
              <a:gd name="connsiteY8" fmla="*/ 159242 h 174493"/>
              <a:gd name="connsiteX0" fmla="*/ 11170609 w 11170609"/>
              <a:gd name="connsiteY0" fmla="*/ 0 h 174493"/>
              <a:gd name="connsiteX1" fmla="*/ 10770015 w 11170609"/>
              <a:gd name="connsiteY1" fmla="*/ 0 h 174493"/>
              <a:gd name="connsiteX2" fmla="*/ 10621969 w 11170609"/>
              <a:gd name="connsiteY2" fmla="*/ 26126 h 174493"/>
              <a:gd name="connsiteX3" fmla="*/ 10473923 w 11170609"/>
              <a:gd name="connsiteY3" fmla="*/ 104503 h 174493"/>
              <a:gd name="connsiteX4" fmla="*/ 10378129 w 11170609"/>
              <a:gd name="connsiteY4" fmla="*/ 165463 h 174493"/>
              <a:gd name="connsiteX5" fmla="*/ 10160415 w 11170609"/>
              <a:gd name="connsiteY5" fmla="*/ 174171 h 174493"/>
              <a:gd name="connsiteX6" fmla="*/ 9350518 w 11170609"/>
              <a:gd name="connsiteY6" fmla="*/ 165463 h 174493"/>
              <a:gd name="connsiteX7" fmla="*/ 8915089 w 11170609"/>
              <a:gd name="connsiteY7" fmla="*/ 148046 h 174493"/>
              <a:gd name="connsiteX8" fmla="*/ 0 w 11170609"/>
              <a:gd name="connsiteY8" fmla="*/ 159242 h 174493"/>
              <a:gd name="connsiteX0" fmla="*/ 11144484 w 11144484"/>
              <a:gd name="connsiteY0" fmla="*/ 0 h 174493"/>
              <a:gd name="connsiteX1" fmla="*/ 10743890 w 11144484"/>
              <a:gd name="connsiteY1" fmla="*/ 0 h 174493"/>
              <a:gd name="connsiteX2" fmla="*/ 10595844 w 11144484"/>
              <a:gd name="connsiteY2" fmla="*/ 26126 h 174493"/>
              <a:gd name="connsiteX3" fmla="*/ 10447798 w 11144484"/>
              <a:gd name="connsiteY3" fmla="*/ 104503 h 174493"/>
              <a:gd name="connsiteX4" fmla="*/ 10352004 w 11144484"/>
              <a:gd name="connsiteY4" fmla="*/ 165463 h 174493"/>
              <a:gd name="connsiteX5" fmla="*/ 10134290 w 11144484"/>
              <a:gd name="connsiteY5" fmla="*/ 174171 h 174493"/>
              <a:gd name="connsiteX6" fmla="*/ 9324393 w 11144484"/>
              <a:gd name="connsiteY6" fmla="*/ 165463 h 174493"/>
              <a:gd name="connsiteX7" fmla="*/ 8888964 w 11144484"/>
              <a:gd name="connsiteY7" fmla="*/ 148046 h 174493"/>
              <a:gd name="connsiteX8" fmla="*/ 0 w 11144484"/>
              <a:gd name="connsiteY8" fmla="*/ 159242 h 174493"/>
              <a:gd name="connsiteX0" fmla="*/ 11043713 w 11043713"/>
              <a:gd name="connsiteY0" fmla="*/ 0 h 174493"/>
              <a:gd name="connsiteX1" fmla="*/ 10643119 w 11043713"/>
              <a:gd name="connsiteY1" fmla="*/ 0 h 174493"/>
              <a:gd name="connsiteX2" fmla="*/ 10495073 w 11043713"/>
              <a:gd name="connsiteY2" fmla="*/ 26126 h 174493"/>
              <a:gd name="connsiteX3" fmla="*/ 10347027 w 11043713"/>
              <a:gd name="connsiteY3" fmla="*/ 104503 h 174493"/>
              <a:gd name="connsiteX4" fmla="*/ 10251233 w 11043713"/>
              <a:gd name="connsiteY4" fmla="*/ 165463 h 174493"/>
              <a:gd name="connsiteX5" fmla="*/ 10033519 w 11043713"/>
              <a:gd name="connsiteY5" fmla="*/ 174171 h 174493"/>
              <a:gd name="connsiteX6" fmla="*/ 9223622 w 11043713"/>
              <a:gd name="connsiteY6" fmla="*/ 165463 h 174493"/>
              <a:gd name="connsiteX7" fmla="*/ 8788193 w 11043713"/>
              <a:gd name="connsiteY7" fmla="*/ 148046 h 174493"/>
              <a:gd name="connsiteX8" fmla="*/ 0 w 11043713"/>
              <a:gd name="connsiteY8" fmla="*/ 159242 h 174493"/>
              <a:gd name="connsiteX0" fmla="*/ 11058642 w 11058642"/>
              <a:gd name="connsiteY0" fmla="*/ 0 h 174493"/>
              <a:gd name="connsiteX1" fmla="*/ 10658048 w 11058642"/>
              <a:gd name="connsiteY1" fmla="*/ 0 h 174493"/>
              <a:gd name="connsiteX2" fmla="*/ 10510002 w 11058642"/>
              <a:gd name="connsiteY2" fmla="*/ 26126 h 174493"/>
              <a:gd name="connsiteX3" fmla="*/ 10361956 w 11058642"/>
              <a:gd name="connsiteY3" fmla="*/ 104503 h 174493"/>
              <a:gd name="connsiteX4" fmla="*/ 10266162 w 11058642"/>
              <a:gd name="connsiteY4" fmla="*/ 165463 h 174493"/>
              <a:gd name="connsiteX5" fmla="*/ 10048448 w 11058642"/>
              <a:gd name="connsiteY5" fmla="*/ 174171 h 174493"/>
              <a:gd name="connsiteX6" fmla="*/ 9238551 w 11058642"/>
              <a:gd name="connsiteY6" fmla="*/ 165463 h 174493"/>
              <a:gd name="connsiteX7" fmla="*/ 8803122 w 11058642"/>
              <a:gd name="connsiteY7" fmla="*/ 148046 h 174493"/>
              <a:gd name="connsiteX8" fmla="*/ 0 w 11058642"/>
              <a:gd name="connsiteY8" fmla="*/ 159242 h 174493"/>
              <a:gd name="connsiteX0" fmla="*/ 11062374 w 11062374"/>
              <a:gd name="connsiteY0" fmla="*/ 0 h 174493"/>
              <a:gd name="connsiteX1" fmla="*/ 10661780 w 11062374"/>
              <a:gd name="connsiteY1" fmla="*/ 0 h 174493"/>
              <a:gd name="connsiteX2" fmla="*/ 10513734 w 11062374"/>
              <a:gd name="connsiteY2" fmla="*/ 26126 h 174493"/>
              <a:gd name="connsiteX3" fmla="*/ 10365688 w 11062374"/>
              <a:gd name="connsiteY3" fmla="*/ 104503 h 174493"/>
              <a:gd name="connsiteX4" fmla="*/ 10269894 w 11062374"/>
              <a:gd name="connsiteY4" fmla="*/ 165463 h 174493"/>
              <a:gd name="connsiteX5" fmla="*/ 10052180 w 11062374"/>
              <a:gd name="connsiteY5" fmla="*/ 174171 h 174493"/>
              <a:gd name="connsiteX6" fmla="*/ 9242283 w 11062374"/>
              <a:gd name="connsiteY6" fmla="*/ 165463 h 174493"/>
              <a:gd name="connsiteX7" fmla="*/ 8806854 w 11062374"/>
              <a:gd name="connsiteY7" fmla="*/ 148046 h 174493"/>
              <a:gd name="connsiteX8" fmla="*/ 0 w 11062374"/>
              <a:gd name="connsiteY8" fmla="*/ 159242 h 174493"/>
              <a:gd name="connsiteX0" fmla="*/ 11062374 w 11062374"/>
              <a:gd name="connsiteY0" fmla="*/ 0 h 174493"/>
              <a:gd name="connsiteX1" fmla="*/ 10661780 w 11062374"/>
              <a:gd name="connsiteY1" fmla="*/ 0 h 174493"/>
              <a:gd name="connsiteX2" fmla="*/ 10513734 w 11062374"/>
              <a:gd name="connsiteY2" fmla="*/ 26126 h 174493"/>
              <a:gd name="connsiteX3" fmla="*/ 10365688 w 11062374"/>
              <a:gd name="connsiteY3" fmla="*/ 104503 h 174493"/>
              <a:gd name="connsiteX4" fmla="*/ 10269894 w 11062374"/>
              <a:gd name="connsiteY4" fmla="*/ 165463 h 174493"/>
              <a:gd name="connsiteX5" fmla="*/ 10052180 w 11062374"/>
              <a:gd name="connsiteY5" fmla="*/ 174171 h 174493"/>
              <a:gd name="connsiteX6" fmla="*/ 8806854 w 11062374"/>
              <a:gd name="connsiteY6" fmla="*/ 148046 h 174493"/>
              <a:gd name="connsiteX7" fmla="*/ 0 w 11062374"/>
              <a:gd name="connsiteY7" fmla="*/ 159242 h 174493"/>
              <a:gd name="connsiteX0" fmla="*/ 6391642 w 6391642"/>
              <a:gd name="connsiteY0" fmla="*/ 0 h 174493"/>
              <a:gd name="connsiteX1" fmla="*/ 5991048 w 6391642"/>
              <a:gd name="connsiteY1" fmla="*/ 0 h 174493"/>
              <a:gd name="connsiteX2" fmla="*/ 5843002 w 6391642"/>
              <a:gd name="connsiteY2" fmla="*/ 26126 h 174493"/>
              <a:gd name="connsiteX3" fmla="*/ 5694956 w 6391642"/>
              <a:gd name="connsiteY3" fmla="*/ 104503 h 174493"/>
              <a:gd name="connsiteX4" fmla="*/ 5599162 w 6391642"/>
              <a:gd name="connsiteY4" fmla="*/ 165463 h 174493"/>
              <a:gd name="connsiteX5" fmla="*/ 5381448 w 6391642"/>
              <a:gd name="connsiteY5" fmla="*/ 174171 h 174493"/>
              <a:gd name="connsiteX6" fmla="*/ 4136122 w 6391642"/>
              <a:gd name="connsiteY6" fmla="*/ 148046 h 174493"/>
              <a:gd name="connsiteX7" fmla="*/ 0 w 6391642"/>
              <a:gd name="connsiteY7" fmla="*/ 151083 h 174493"/>
              <a:gd name="connsiteX0" fmla="*/ 4250040 w 4250040"/>
              <a:gd name="connsiteY0" fmla="*/ 0 h 174493"/>
              <a:gd name="connsiteX1" fmla="*/ 3849446 w 4250040"/>
              <a:gd name="connsiteY1" fmla="*/ 0 h 174493"/>
              <a:gd name="connsiteX2" fmla="*/ 3701400 w 4250040"/>
              <a:gd name="connsiteY2" fmla="*/ 26126 h 174493"/>
              <a:gd name="connsiteX3" fmla="*/ 3553354 w 4250040"/>
              <a:gd name="connsiteY3" fmla="*/ 104503 h 174493"/>
              <a:gd name="connsiteX4" fmla="*/ 3457560 w 4250040"/>
              <a:gd name="connsiteY4" fmla="*/ 165463 h 174493"/>
              <a:gd name="connsiteX5" fmla="*/ 3239846 w 4250040"/>
              <a:gd name="connsiteY5" fmla="*/ 174171 h 174493"/>
              <a:gd name="connsiteX6" fmla="*/ 1994520 w 4250040"/>
              <a:gd name="connsiteY6" fmla="*/ 148046 h 174493"/>
              <a:gd name="connsiteX7" fmla="*/ 0 w 4250040"/>
              <a:gd name="connsiteY7" fmla="*/ 142924 h 174493"/>
              <a:gd name="connsiteX0" fmla="*/ 4270436 w 4270436"/>
              <a:gd name="connsiteY0" fmla="*/ 0 h 174493"/>
              <a:gd name="connsiteX1" fmla="*/ 3869842 w 4270436"/>
              <a:gd name="connsiteY1" fmla="*/ 0 h 174493"/>
              <a:gd name="connsiteX2" fmla="*/ 3721796 w 4270436"/>
              <a:gd name="connsiteY2" fmla="*/ 26126 h 174493"/>
              <a:gd name="connsiteX3" fmla="*/ 3573750 w 4270436"/>
              <a:gd name="connsiteY3" fmla="*/ 104503 h 174493"/>
              <a:gd name="connsiteX4" fmla="*/ 3477956 w 4270436"/>
              <a:gd name="connsiteY4" fmla="*/ 165463 h 174493"/>
              <a:gd name="connsiteX5" fmla="*/ 3260242 w 4270436"/>
              <a:gd name="connsiteY5" fmla="*/ 174171 h 174493"/>
              <a:gd name="connsiteX6" fmla="*/ 2014916 w 4270436"/>
              <a:gd name="connsiteY6" fmla="*/ 148046 h 174493"/>
              <a:gd name="connsiteX7" fmla="*/ 0 w 4270436"/>
              <a:gd name="connsiteY7" fmla="*/ 151082 h 174493"/>
              <a:gd name="connsiteX0" fmla="*/ 4282674 w 4282674"/>
              <a:gd name="connsiteY0" fmla="*/ 0 h 174493"/>
              <a:gd name="connsiteX1" fmla="*/ 3882080 w 4282674"/>
              <a:gd name="connsiteY1" fmla="*/ 0 h 174493"/>
              <a:gd name="connsiteX2" fmla="*/ 3734034 w 4282674"/>
              <a:gd name="connsiteY2" fmla="*/ 26126 h 174493"/>
              <a:gd name="connsiteX3" fmla="*/ 3585988 w 4282674"/>
              <a:gd name="connsiteY3" fmla="*/ 104503 h 174493"/>
              <a:gd name="connsiteX4" fmla="*/ 3490194 w 4282674"/>
              <a:gd name="connsiteY4" fmla="*/ 165463 h 174493"/>
              <a:gd name="connsiteX5" fmla="*/ 3272480 w 4282674"/>
              <a:gd name="connsiteY5" fmla="*/ 174171 h 174493"/>
              <a:gd name="connsiteX6" fmla="*/ 2027154 w 4282674"/>
              <a:gd name="connsiteY6" fmla="*/ 148046 h 174493"/>
              <a:gd name="connsiteX7" fmla="*/ 0 w 4282674"/>
              <a:gd name="connsiteY7" fmla="*/ 151082 h 174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82674" h="174493">
                <a:moveTo>
                  <a:pt x="4282674" y="0"/>
                </a:moveTo>
                <a:lnTo>
                  <a:pt x="3882080" y="0"/>
                </a:lnTo>
                <a:cubicBezTo>
                  <a:pt x="3790640" y="4354"/>
                  <a:pt x="3783383" y="8709"/>
                  <a:pt x="3734034" y="26126"/>
                </a:cubicBezTo>
                <a:cubicBezTo>
                  <a:pt x="3684685" y="43543"/>
                  <a:pt x="3626628" y="81280"/>
                  <a:pt x="3585988" y="104503"/>
                </a:cubicBezTo>
                <a:cubicBezTo>
                  <a:pt x="3545348" y="127726"/>
                  <a:pt x="3542445" y="153852"/>
                  <a:pt x="3490194" y="165463"/>
                </a:cubicBezTo>
                <a:cubicBezTo>
                  <a:pt x="3437943" y="177074"/>
                  <a:pt x="3443748" y="174171"/>
                  <a:pt x="3272480" y="174171"/>
                </a:cubicBezTo>
                <a:cubicBezTo>
                  <a:pt x="2857371" y="165463"/>
                  <a:pt x="2572567" y="151894"/>
                  <a:pt x="2027154" y="148046"/>
                </a:cubicBezTo>
                <a:lnTo>
                  <a:pt x="0" y="151082"/>
                </a:lnTo>
              </a:path>
            </a:pathLst>
          </a:custGeom>
          <a:noFill/>
          <a:ln w="57150">
            <a:solidFill>
              <a:srgbClr val="CFB87C"/>
            </a:solidFill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1055D98-C87D-400A-80CF-18F00CE768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282704"/>
            <a:ext cx="7315200" cy="606425"/>
          </a:xfrm>
        </p:spPr>
        <p:txBody>
          <a:bodyPr anchor="b"/>
          <a:lstStyle>
            <a:lvl1pPr marL="0" indent="0">
              <a:buNone/>
              <a:defRPr b="1" i="1"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67533109"/>
      </p:ext>
    </p:extLst>
  </p:cSld>
  <p:clrMapOvr>
    <a:masterClrMapping/>
  </p:clrMapOvr>
  <p:hf hdr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4158" y="585378"/>
            <a:ext cx="10635967" cy="576938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BDCB3EA-BD98-446D-8D63-B6D9F2C64FFC}" type="datetime1">
              <a:rPr lang="en-US" smtClean="0"/>
              <a:t>3/5/2025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967F07-FE2B-4BD4-93CB-234175A568E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0C13F92-5B73-4C0A-BEFA-0F437AD2B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1879" y="109127"/>
            <a:ext cx="10748244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University of Colorado - Boulder</a:t>
            </a:r>
          </a:p>
          <a:p>
            <a:r>
              <a:rPr lang="en-US"/>
              <a:t>Smead Aerospace Engineering Sciences</a:t>
            </a:r>
          </a:p>
        </p:txBody>
      </p:sp>
    </p:spTree>
    <p:extLst>
      <p:ext uri="{BB962C8B-B14F-4D97-AF65-F5344CB8AC3E}">
        <p14:creationId xmlns:p14="http://schemas.microsoft.com/office/powerpoint/2010/main" val="2694986985"/>
      </p:ext>
    </p:extLst>
  </p:cSld>
  <p:clrMapOvr>
    <a:masterClrMapping/>
  </p:clrMapOvr>
  <p:hf hdr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4158" y="585378"/>
            <a:ext cx="10635967" cy="576938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BDCB3EA-BD98-446D-8D63-B6D9F2C64FFC}" type="datetime1">
              <a:rPr lang="en-US" smtClean="0"/>
              <a:t>3/5/2025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967F07-FE2B-4BD4-93CB-234175A568E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0C13F92-5B73-4C0A-BEFA-0F437AD2B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1879" y="109127"/>
            <a:ext cx="10748244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University of Colorado - Boulder</a:t>
            </a:r>
          </a:p>
          <a:p>
            <a:r>
              <a:rPr lang="en-US"/>
              <a:t>Smead Aerospace Engineering Sciences</a:t>
            </a:r>
          </a:p>
        </p:txBody>
      </p:sp>
    </p:spTree>
    <p:extLst>
      <p:ext uri="{BB962C8B-B14F-4D97-AF65-F5344CB8AC3E}">
        <p14:creationId xmlns:p14="http://schemas.microsoft.com/office/powerpoint/2010/main" val="3535558230"/>
      </p:ext>
    </p:extLst>
  </p:cSld>
  <p:clrMapOvr>
    <a:masterClrMapping/>
  </p:clrMapOvr>
  <p:hf hdr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4158" y="585378"/>
            <a:ext cx="10635967" cy="576938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BDCB3EA-BD98-446D-8D63-B6D9F2C64FFC}" type="datetime1">
              <a:rPr lang="en-US" smtClean="0"/>
              <a:t>3/5/2025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967F07-FE2B-4BD4-93CB-234175A568E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0C13F92-5B73-4C0A-BEFA-0F437AD2B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1879" y="109127"/>
            <a:ext cx="10748244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University of Colorado - Boulder</a:t>
            </a:r>
          </a:p>
          <a:p>
            <a:r>
              <a:rPr lang="en-US"/>
              <a:t>Smead Aerospace Engineering Sciences</a:t>
            </a:r>
          </a:p>
        </p:txBody>
      </p:sp>
    </p:spTree>
    <p:extLst>
      <p:ext uri="{BB962C8B-B14F-4D97-AF65-F5344CB8AC3E}">
        <p14:creationId xmlns:p14="http://schemas.microsoft.com/office/powerpoint/2010/main" val="2411876728"/>
      </p:ext>
    </p:extLst>
  </p:cSld>
  <p:clrMapOvr>
    <a:masterClrMapping/>
  </p:clrMapOvr>
  <p:hf hdr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8159D-4A37-4505-B16A-3C77227D87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1891862"/>
            <a:ext cx="7315201" cy="1258056"/>
          </a:xfrm>
        </p:spPr>
        <p:txBody>
          <a:bodyPr anchor="t"/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C68CA4-1DB2-46E5-9E9A-42E3FCBAC3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1" y="3602038"/>
            <a:ext cx="9829801" cy="1655762"/>
          </a:xfrm>
        </p:spPr>
        <p:txBody>
          <a:bodyPr/>
          <a:lstStyle>
            <a:lvl1pPr marL="0" indent="0" algn="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D1CFC7-62DC-448D-B15F-A45B062A80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3BDCB3EA-BD98-446D-8D63-B6D9F2C64FFC}" type="datetime1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20C97-4032-4B29-A1C5-638AC1B61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Colorado - Boulder</a:t>
            </a:r>
          </a:p>
          <a:p>
            <a:r>
              <a:rPr lang="en-US"/>
              <a:t>Smead Aerospace Engineering Sciences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36B85-CCB6-4A3E-8106-DAB39566E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67F07-FE2B-4BD4-93CB-234175A568EC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D66952-5E8D-445D-B639-6AE7D07284C2}"/>
              </a:ext>
            </a:extLst>
          </p:cNvPr>
          <p:cNvGrpSpPr/>
          <p:nvPr/>
        </p:nvGrpSpPr>
        <p:grpSpPr>
          <a:xfrm>
            <a:off x="6220611" y="2495401"/>
            <a:ext cx="4190963" cy="940761"/>
            <a:chOff x="4489635" y="858690"/>
            <a:chExt cx="3157118" cy="708691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C33BF4C-375E-472C-8F0C-9CA3E39CDDB0}"/>
                </a:ext>
              </a:extLst>
            </p:cNvPr>
            <p:cNvSpPr/>
            <p:nvPr userDrawn="1"/>
          </p:nvSpPr>
          <p:spPr>
            <a:xfrm>
              <a:off x="4489635" y="858690"/>
              <a:ext cx="3157118" cy="708691"/>
            </a:xfrm>
            <a:custGeom>
              <a:avLst/>
              <a:gdLst>
                <a:gd name="connsiteX0" fmla="*/ 5777070 w 5777070"/>
                <a:gd name="connsiteY0" fmla="*/ 357282 h 835677"/>
                <a:gd name="connsiteX1" fmla="*/ 5728625 w 5777070"/>
                <a:gd name="connsiteY1" fmla="*/ 211947 h 835677"/>
                <a:gd name="connsiteX2" fmla="*/ 5613568 w 5777070"/>
                <a:gd name="connsiteY2" fmla="*/ 133224 h 835677"/>
                <a:gd name="connsiteX3" fmla="*/ 5528789 w 5777070"/>
                <a:gd name="connsiteY3" fmla="*/ 121113 h 835677"/>
                <a:gd name="connsiteX4" fmla="*/ 5450066 w 5777070"/>
                <a:gd name="connsiteY4" fmla="*/ 48445 h 835677"/>
                <a:gd name="connsiteX5" fmla="*/ 5298676 w 5777070"/>
                <a:gd name="connsiteY5" fmla="*/ 0 h 835677"/>
                <a:gd name="connsiteX6" fmla="*/ 5086728 w 5777070"/>
                <a:gd name="connsiteY6" fmla="*/ 42389 h 835677"/>
                <a:gd name="connsiteX7" fmla="*/ 4923226 w 5777070"/>
                <a:gd name="connsiteY7" fmla="*/ 163502 h 835677"/>
                <a:gd name="connsiteX8" fmla="*/ 4662834 w 5777070"/>
                <a:gd name="connsiteY8" fmla="*/ 302781 h 835677"/>
                <a:gd name="connsiteX9" fmla="*/ 4251052 w 5777070"/>
                <a:gd name="connsiteY9" fmla="*/ 448117 h 835677"/>
                <a:gd name="connsiteX10" fmla="*/ 3451709 w 5777070"/>
                <a:gd name="connsiteY10" fmla="*/ 623730 h 835677"/>
                <a:gd name="connsiteX11" fmla="*/ 968901 w 5777070"/>
                <a:gd name="connsiteY11" fmla="*/ 696397 h 835677"/>
                <a:gd name="connsiteX12" fmla="*/ 0 w 5777070"/>
                <a:gd name="connsiteY12" fmla="*/ 738787 h 835677"/>
                <a:gd name="connsiteX13" fmla="*/ 0 w 5777070"/>
                <a:gd name="connsiteY13" fmla="*/ 799343 h 835677"/>
                <a:gd name="connsiteX14" fmla="*/ 4232885 w 5777070"/>
                <a:gd name="connsiteY14" fmla="*/ 781176 h 835677"/>
                <a:gd name="connsiteX15" fmla="*/ 4717335 w 5777070"/>
                <a:gd name="connsiteY15" fmla="*/ 811454 h 835677"/>
                <a:gd name="connsiteX16" fmla="*/ 4868726 w 5777070"/>
                <a:gd name="connsiteY16" fmla="*/ 835677 h 835677"/>
                <a:gd name="connsiteX17" fmla="*/ 5207841 w 5777070"/>
                <a:gd name="connsiteY17" fmla="*/ 817510 h 835677"/>
                <a:gd name="connsiteX18" fmla="*/ 5383454 w 5777070"/>
                <a:gd name="connsiteY18" fmla="*/ 781176 h 835677"/>
                <a:gd name="connsiteX19" fmla="*/ 5498511 w 5777070"/>
                <a:gd name="connsiteY19" fmla="*/ 702453 h 835677"/>
                <a:gd name="connsiteX20" fmla="*/ 5613568 w 5777070"/>
                <a:gd name="connsiteY20" fmla="*/ 672175 h 835677"/>
                <a:gd name="connsiteX21" fmla="*/ 5740736 w 5777070"/>
                <a:gd name="connsiteY21" fmla="*/ 508673 h 835677"/>
                <a:gd name="connsiteX22" fmla="*/ 5777070 w 5777070"/>
                <a:gd name="connsiteY22" fmla="*/ 357282 h 835677"/>
                <a:gd name="connsiteX0" fmla="*/ 5777070 w 5777070"/>
                <a:gd name="connsiteY0" fmla="*/ 357326 h 835721"/>
                <a:gd name="connsiteX1" fmla="*/ 5728625 w 5777070"/>
                <a:gd name="connsiteY1" fmla="*/ 211991 h 835721"/>
                <a:gd name="connsiteX2" fmla="*/ 5613568 w 5777070"/>
                <a:gd name="connsiteY2" fmla="*/ 133268 h 835721"/>
                <a:gd name="connsiteX3" fmla="*/ 5528789 w 5777070"/>
                <a:gd name="connsiteY3" fmla="*/ 121157 h 835721"/>
                <a:gd name="connsiteX4" fmla="*/ 5450066 w 5777070"/>
                <a:gd name="connsiteY4" fmla="*/ 48489 h 835721"/>
                <a:gd name="connsiteX5" fmla="*/ 5298676 w 5777070"/>
                <a:gd name="connsiteY5" fmla="*/ 44 h 835721"/>
                <a:gd name="connsiteX6" fmla="*/ 5086728 w 5777070"/>
                <a:gd name="connsiteY6" fmla="*/ 42433 h 835721"/>
                <a:gd name="connsiteX7" fmla="*/ 4923226 w 5777070"/>
                <a:gd name="connsiteY7" fmla="*/ 163546 h 835721"/>
                <a:gd name="connsiteX8" fmla="*/ 4662834 w 5777070"/>
                <a:gd name="connsiteY8" fmla="*/ 302825 h 835721"/>
                <a:gd name="connsiteX9" fmla="*/ 4251052 w 5777070"/>
                <a:gd name="connsiteY9" fmla="*/ 448161 h 835721"/>
                <a:gd name="connsiteX10" fmla="*/ 3451709 w 5777070"/>
                <a:gd name="connsiteY10" fmla="*/ 623774 h 835721"/>
                <a:gd name="connsiteX11" fmla="*/ 968901 w 5777070"/>
                <a:gd name="connsiteY11" fmla="*/ 696441 h 835721"/>
                <a:gd name="connsiteX12" fmla="*/ 0 w 5777070"/>
                <a:gd name="connsiteY12" fmla="*/ 738831 h 835721"/>
                <a:gd name="connsiteX13" fmla="*/ 0 w 5777070"/>
                <a:gd name="connsiteY13" fmla="*/ 799387 h 835721"/>
                <a:gd name="connsiteX14" fmla="*/ 4232885 w 5777070"/>
                <a:gd name="connsiteY14" fmla="*/ 781220 h 835721"/>
                <a:gd name="connsiteX15" fmla="*/ 4717335 w 5777070"/>
                <a:gd name="connsiteY15" fmla="*/ 811498 h 835721"/>
                <a:gd name="connsiteX16" fmla="*/ 4868726 w 5777070"/>
                <a:gd name="connsiteY16" fmla="*/ 835721 h 835721"/>
                <a:gd name="connsiteX17" fmla="*/ 5207841 w 5777070"/>
                <a:gd name="connsiteY17" fmla="*/ 817554 h 835721"/>
                <a:gd name="connsiteX18" fmla="*/ 5383454 w 5777070"/>
                <a:gd name="connsiteY18" fmla="*/ 781220 h 835721"/>
                <a:gd name="connsiteX19" fmla="*/ 5498511 w 5777070"/>
                <a:gd name="connsiteY19" fmla="*/ 702497 h 835721"/>
                <a:gd name="connsiteX20" fmla="*/ 5613568 w 5777070"/>
                <a:gd name="connsiteY20" fmla="*/ 672219 h 835721"/>
                <a:gd name="connsiteX21" fmla="*/ 5740736 w 5777070"/>
                <a:gd name="connsiteY21" fmla="*/ 508717 h 835721"/>
                <a:gd name="connsiteX22" fmla="*/ 5777070 w 5777070"/>
                <a:gd name="connsiteY22" fmla="*/ 357326 h 835721"/>
                <a:gd name="connsiteX0" fmla="*/ 5777070 w 5777070"/>
                <a:gd name="connsiteY0" fmla="*/ 357432 h 835827"/>
                <a:gd name="connsiteX1" fmla="*/ 5728625 w 5777070"/>
                <a:gd name="connsiteY1" fmla="*/ 212097 h 835827"/>
                <a:gd name="connsiteX2" fmla="*/ 5613568 w 5777070"/>
                <a:gd name="connsiteY2" fmla="*/ 133374 h 835827"/>
                <a:gd name="connsiteX3" fmla="*/ 5528789 w 5777070"/>
                <a:gd name="connsiteY3" fmla="*/ 121263 h 835827"/>
                <a:gd name="connsiteX4" fmla="*/ 5450066 w 5777070"/>
                <a:gd name="connsiteY4" fmla="*/ 48595 h 835827"/>
                <a:gd name="connsiteX5" fmla="*/ 5298676 w 5777070"/>
                <a:gd name="connsiteY5" fmla="*/ 150 h 835827"/>
                <a:gd name="connsiteX6" fmla="*/ 5086728 w 5777070"/>
                <a:gd name="connsiteY6" fmla="*/ 42539 h 835827"/>
                <a:gd name="connsiteX7" fmla="*/ 4923226 w 5777070"/>
                <a:gd name="connsiteY7" fmla="*/ 163652 h 835827"/>
                <a:gd name="connsiteX8" fmla="*/ 4662834 w 5777070"/>
                <a:gd name="connsiteY8" fmla="*/ 302931 h 835827"/>
                <a:gd name="connsiteX9" fmla="*/ 4251052 w 5777070"/>
                <a:gd name="connsiteY9" fmla="*/ 448267 h 835827"/>
                <a:gd name="connsiteX10" fmla="*/ 3451709 w 5777070"/>
                <a:gd name="connsiteY10" fmla="*/ 623880 h 835827"/>
                <a:gd name="connsiteX11" fmla="*/ 968901 w 5777070"/>
                <a:gd name="connsiteY11" fmla="*/ 696547 h 835827"/>
                <a:gd name="connsiteX12" fmla="*/ 0 w 5777070"/>
                <a:gd name="connsiteY12" fmla="*/ 738937 h 835827"/>
                <a:gd name="connsiteX13" fmla="*/ 0 w 5777070"/>
                <a:gd name="connsiteY13" fmla="*/ 799493 h 835827"/>
                <a:gd name="connsiteX14" fmla="*/ 4232885 w 5777070"/>
                <a:gd name="connsiteY14" fmla="*/ 781326 h 835827"/>
                <a:gd name="connsiteX15" fmla="*/ 4717335 w 5777070"/>
                <a:gd name="connsiteY15" fmla="*/ 811604 h 835827"/>
                <a:gd name="connsiteX16" fmla="*/ 4868726 w 5777070"/>
                <a:gd name="connsiteY16" fmla="*/ 835827 h 835827"/>
                <a:gd name="connsiteX17" fmla="*/ 5207841 w 5777070"/>
                <a:gd name="connsiteY17" fmla="*/ 817660 h 835827"/>
                <a:gd name="connsiteX18" fmla="*/ 5383454 w 5777070"/>
                <a:gd name="connsiteY18" fmla="*/ 781326 h 835827"/>
                <a:gd name="connsiteX19" fmla="*/ 5498511 w 5777070"/>
                <a:gd name="connsiteY19" fmla="*/ 702603 h 835827"/>
                <a:gd name="connsiteX20" fmla="*/ 5613568 w 5777070"/>
                <a:gd name="connsiteY20" fmla="*/ 672325 h 835827"/>
                <a:gd name="connsiteX21" fmla="*/ 5740736 w 5777070"/>
                <a:gd name="connsiteY21" fmla="*/ 508823 h 835827"/>
                <a:gd name="connsiteX22" fmla="*/ 5777070 w 5777070"/>
                <a:gd name="connsiteY22" fmla="*/ 357432 h 835827"/>
                <a:gd name="connsiteX0" fmla="*/ 5777070 w 5777070"/>
                <a:gd name="connsiteY0" fmla="*/ 357432 h 835827"/>
                <a:gd name="connsiteX1" fmla="*/ 5728625 w 5777070"/>
                <a:gd name="connsiteY1" fmla="*/ 212097 h 835827"/>
                <a:gd name="connsiteX2" fmla="*/ 5613568 w 5777070"/>
                <a:gd name="connsiteY2" fmla="*/ 133374 h 835827"/>
                <a:gd name="connsiteX3" fmla="*/ 5528789 w 5777070"/>
                <a:gd name="connsiteY3" fmla="*/ 121263 h 835827"/>
                <a:gd name="connsiteX4" fmla="*/ 5450066 w 5777070"/>
                <a:gd name="connsiteY4" fmla="*/ 48595 h 835827"/>
                <a:gd name="connsiteX5" fmla="*/ 5298676 w 5777070"/>
                <a:gd name="connsiteY5" fmla="*/ 150 h 835827"/>
                <a:gd name="connsiteX6" fmla="*/ 5086728 w 5777070"/>
                <a:gd name="connsiteY6" fmla="*/ 42539 h 835827"/>
                <a:gd name="connsiteX7" fmla="*/ 4923226 w 5777070"/>
                <a:gd name="connsiteY7" fmla="*/ 163652 h 835827"/>
                <a:gd name="connsiteX8" fmla="*/ 4662834 w 5777070"/>
                <a:gd name="connsiteY8" fmla="*/ 302931 h 835827"/>
                <a:gd name="connsiteX9" fmla="*/ 4251052 w 5777070"/>
                <a:gd name="connsiteY9" fmla="*/ 448267 h 835827"/>
                <a:gd name="connsiteX10" fmla="*/ 3451709 w 5777070"/>
                <a:gd name="connsiteY10" fmla="*/ 623880 h 835827"/>
                <a:gd name="connsiteX11" fmla="*/ 968901 w 5777070"/>
                <a:gd name="connsiteY11" fmla="*/ 696547 h 835827"/>
                <a:gd name="connsiteX12" fmla="*/ 0 w 5777070"/>
                <a:gd name="connsiteY12" fmla="*/ 738937 h 835827"/>
                <a:gd name="connsiteX13" fmla="*/ 0 w 5777070"/>
                <a:gd name="connsiteY13" fmla="*/ 799493 h 835827"/>
                <a:gd name="connsiteX14" fmla="*/ 4232885 w 5777070"/>
                <a:gd name="connsiteY14" fmla="*/ 781326 h 835827"/>
                <a:gd name="connsiteX15" fmla="*/ 4717335 w 5777070"/>
                <a:gd name="connsiteY15" fmla="*/ 811604 h 835827"/>
                <a:gd name="connsiteX16" fmla="*/ 4868726 w 5777070"/>
                <a:gd name="connsiteY16" fmla="*/ 835827 h 835827"/>
                <a:gd name="connsiteX17" fmla="*/ 5207841 w 5777070"/>
                <a:gd name="connsiteY17" fmla="*/ 817660 h 835827"/>
                <a:gd name="connsiteX18" fmla="*/ 5383454 w 5777070"/>
                <a:gd name="connsiteY18" fmla="*/ 781326 h 835827"/>
                <a:gd name="connsiteX19" fmla="*/ 5498511 w 5777070"/>
                <a:gd name="connsiteY19" fmla="*/ 702603 h 835827"/>
                <a:gd name="connsiteX20" fmla="*/ 5613568 w 5777070"/>
                <a:gd name="connsiteY20" fmla="*/ 672325 h 835827"/>
                <a:gd name="connsiteX21" fmla="*/ 5740736 w 5777070"/>
                <a:gd name="connsiteY21" fmla="*/ 508823 h 835827"/>
                <a:gd name="connsiteX22" fmla="*/ 5777070 w 5777070"/>
                <a:gd name="connsiteY22" fmla="*/ 357432 h 835827"/>
                <a:gd name="connsiteX0" fmla="*/ 5777070 w 5777070"/>
                <a:gd name="connsiteY0" fmla="*/ 357432 h 835827"/>
                <a:gd name="connsiteX1" fmla="*/ 5728625 w 5777070"/>
                <a:gd name="connsiteY1" fmla="*/ 212097 h 835827"/>
                <a:gd name="connsiteX2" fmla="*/ 5613568 w 5777070"/>
                <a:gd name="connsiteY2" fmla="*/ 133374 h 835827"/>
                <a:gd name="connsiteX3" fmla="*/ 5528789 w 5777070"/>
                <a:gd name="connsiteY3" fmla="*/ 121263 h 835827"/>
                <a:gd name="connsiteX4" fmla="*/ 5450066 w 5777070"/>
                <a:gd name="connsiteY4" fmla="*/ 48595 h 835827"/>
                <a:gd name="connsiteX5" fmla="*/ 5298676 w 5777070"/>
                <a:gd name="connsiteY5" fmla="*/ 150 h 835827"/>
                <a:gd name="connsiteX6" fmla="*/ 5086728 w 5777070"/>
                <a:gd name="connsiteY6" fmla="*/ 42539 h 835827"/>
                <a:gd name="connsiteX7" fmla="*/ 4923226 w 5777070"/>
                <a:gd name="connsiteY7" fmla="*/ 163652 h 835827"/>
                <a:gd name="connsiteX8" fmla="*/ 4662834 w 5777070"/>
                <a:gd name="connsiteY8" fmla="*/ 302931 h 835827"/>
                <a:gd name="connsiteX9" fmla="*/ 4251052 w 5777070"/>
                <a:gd name="connsiteY9" fmla="*/ 448267 h 835827"/>
                <a:gd name="connsiteX10" fmla="*/ 3451709 w 5777070"/>
                <a:gd name="connsiteY10" fmla="*/ 623880 h 835827"/>
                <a:gd name="connsiteX11" fmla="*/ 968901 w 5777070"/>
                <a:gd name="connsiteY11" fmla="*/ 696547 h 835827"/>
                <a:gd name="connsiteX12" fmla="*/ 0 w 5777070"/>
                <a:gd name="connsiteY12" fmla="*/ 738937 h 835827"/>
                <a:gd name="connsiteX13" fmla="*/ 0 w 5777070"/>
                <a:gd name="connsiteY13" fmla="*/ 799493 h 835827"/>
                <a:gd name="connsiteX14" fmla="*/ 4232885 w 5777070"/>
                <a:gd name="connsiteY14" fmla="*/ 781326 h 835827"/>
                <a:gd name="connsiteX15" fmla="*/ 4717335 w 5777070"/>
                <a:gd name="connsiteY15" fmla="*/ 811604 h 835827"/>
                <a:gd name="connsiteX16" fmla="*/ 4868726 w 5777070"/>
                <a:gd name="connsiteY16" fmla="*/ 835827 h 835827"/>
                <a:gd name="connsiteX17" fmla="*/ 5207841 w 5777070"/>
                <a:gd name="connsiteY17" fmla="*/ 817660 h 835827"/>
                <a:gd name="connsiteX18" fmla="*/ 5383454 w 5777070"/>
                <a:gd name="connsiteY18" fmla="*/ 781326 h 835827"/>
                <a:gd name="connsiteX19" fmla="*/ 5498511 w 5777070"/>
                <a:gd name="connsiteY19" fmla="*/ 702603 h 835827"/>
                <a:gd name="connsiteX20" fmla="*/ 5613568 w 5777070"/>
                <a:gd name="connsiteY20" fmla="*/ 672325 h 835827"/>
                <a:gd name="connsiteX21" fmla="*/ 5740736 w 5777070"/>
                <a:gd name="connsiteY21" fmla="*/ 508823 h 835827"/>
                <a:gd name="connsiteX22" fmla="*/ 5777070 w 5777070"/>
                <a:gd name="connsiteY22" fmla="*/ 357432 h 835827"/>
                <a:gd name="connsiteX0" fmla="*/ 5777070 w 5777070"/>
                <a:gd name="connsiteY0" fmla="*/ 357432 h 835827"/>
                <a:gd name="connsiteX1" fmla="*/ 5728625 w 5777070"/>
                <a:gd name="connsiteY1" fmla="*/ 212097 h 835827"/>
                <a:gd name="connsiteX2" fmla="*/ 5613568 w 5777070"/>
                <a:gd name="connsiteY2" fmla="*/ 133374 h 835827"/>
                <a:gd name="connsiteX3" fmla="*/ 5528789 w 5777070"/>
                <a:gd name="connsiteY3" fmla="*/ 121263 h 835827"/>
                <a:gd name="connsiteX4" fmla="*/ 5450066 w 5777070"/>
                <a:gd name="connsiteY4" fmla="*/ 48595 h 835827"/>
                <a:gd name="connsiteX5" fmla="*/ 5298676 w 5777070"/>
                <a:gd name="connsiteY5" fmla="*/ 150 h 835827"/>
                <a:gd name="connsiteX6" fmla="*/ 5086728 w 5777070"/>
                <a:gd name="connsiteY6" fmla="*/ 42539 h 835827"/>
                <a:gd name="connsiteX7" fmla="*/ 4923226 w 5777070"/>
                <a:gd name="connsiteY7" fmla="*/ 163652 h 835827"/>
                <a:gd name="connsiteX8" fmla="*/ 4662834 w 5777070"/>
                <a:gd name="connsiteY8" fmla="*/ 302931 h 835827"/>
                <a:gd name="connsiteX9" fmla="*/ 4251052 w 5777070"/>
                <a:gd name="connsiteY9" fmla="*/ 448267 h 835827"/>
                <a:gd name="connsiteX10" fmla="*/ 3451709 w 5777070"/>
                <a:gd name="connsiteY10" fmla="*/ 623880 h 835827"/>
                <a:gd name="connsiteX11" fmla="*/ 968901 w 5777070"/>
                <a:gd name="connsiteY11" fmla="*/ 696547 h 835827"/>
                <a:gd name="connsiteX12" fmla="*/ 0 w 5777070"/>
                <a:gd name="connsiteY12" fmla="*/ 738937 h 835827"/>
                <a:gd name="connsiteX13" fmla="*/ 0 w 5777070"/>
                <a:gd name="connsiteY13" fmla="*/ 799493 h 835827"/>
                <a:gd name="connsiteX14" fmla="*/ 4232885 w 5777070"/>
                <a:gd name="connsiteY14" fmla="*/ 781326 h 835827"/>
                <a:gd name="connsiteX15" fmla="*/ 4717335 w 5777070"/>
                <a:gd name="connsiteY15" fmla="*/ 811604 h 835827"/>
                <a:gd name="connsiteX16" fmla="*/ 4868726 w 5777070"/>
                <a:gd name="connsiteY16" fmla="*/ 835827 h 835827"/>
                <a:gd name="connsiteX17" fmla="*/ 5207841 w 5777070"/>
                <a:gd name="connsiteY17" fmla="*/ 817660 h 835827"/>
                <a:gd name="connsiteX18" fmla="*/ 5383454 w 5777070"/>
                <a:gd name="connsiteY18" fmla="*/ 781326 h 835827"/>
                <a:gd name="connsiteX19" fmla="*/ 5498511 w 5777070"/>
                <a:gd name="connsiteY19" fmla="*/ 702603 h 835827"/>
                <a:gd name="connsiteX20" fmla="*/ 5613568 w 5777070"/>
                <a:gd name="connsiteY20" fmla="*/ 672325 h 835827"/>
                <a:gd name="connsiteX21" fmla="*/ 5740736 w 5777070"/>
                <a:gd name="connsiteY21" fmla="*/ 508823 h 835827"/>
                <a:gd name="connsiteX22" fmla="*/ 5777070 w 5777070"/>
                <a:gd name="connsiteY22" fmla="*/ 357432 h 835827"/>
                <a:gd name="connsiteX0" fmla="*/ 5777070 w 5777070"/>
                <a:gd name="connsiteY0" fmla="*/ 357432 h 835827"/>
                <a:gd name="connsiteX1" fmla="*/ 5728625 w 5777070"/>
                <a:gd name="connsiteY1" fmla="*/ 212097 h 835827"/>
                <a:gd name="connsiteX2" fmla="*/ 5613568 w 5777070"/>
                <a:gd name="connsiteY2" fmla="*/ 133374 h 835827"/>
                <a:gd name="connsiteX3" fmla="*/ 5528789 w 5777070"/>
                <a:gd name="connsiteY3" fmla="*/ 121263 h 835827"/>
                <a:gd name="connsiteX4" fmla="*/ 5450066 w 5777070"/>
                <a:gd name="connsiteY4" fmla="*/ 48595 h 835827"/>
                <a:gd name="connsiteX5" fmla="*/ 5298676 w 5777070"/>
                <a:gd name="connsiteY5" fmla="*/ 150 h 835827"/>
                <a:gd name="connsiteX6" fmla="*/ 5086728 w 5777070"/>
                <a:gd name="connsiteY6" fmla="*/ 42539 h 835827"/>
                <a:gd name="connsiteX7" fmla="*/ 4923226 w 5777070"/>
                <a:gd name="connsiteY7" fmla="*/ 163652 h 835827"/>
                <a:gd name="connsiteX8" fmla="*/ 4662834 w 5777070"/>
                <a:gd name="connsiteY8" fmla="*/ 302931 h 835827"/>
                <a:gd name="connsiteX9" fmla="*/ 4251052 w 5777070"/>
                <a:gd name="connsiteY9" fmla="*/ 448267 h 835827"/>
                <a:gd name="connsiteX10" fmla="*/ 3451709 w 5777070"/>
                <a:gd name="connsiteY10" fmla="*/ 623880 h 835827"/>
                <a:gd name="connsiteX11" fmla="*/ 968901 w 5777070"/>
                <a:gd name="connsiteY11" fmla="*/ 696547 h 835827"/>
                <a:gd name="connsiteX12" fmla="*/ 0 w 5777070"/>
                <a:gd name="connsiteY12" fmla="*/ 738937 h 835827"/>
                <a:gd name="connsiteX13" fmla="*/ 0 w 5777070"/>
                <a:gd name="connsiteY13" fmla="*/ 799493 h 835827"/>
                <a:gd name="connsiteX14" fmla="*/ 4232885 w 5777070"/>
                <a:gd name="connsiteY14" fmla="*/ 781326 h 835827"/>
                <a:gd name="connsiteX15" fmla="*/ 4717335 w 5777070"/>
                <a:gd name="connsiteY15" fmla="*/ 811604 h 835827"/>
                <a:gd name="connsiteX16" fmla="*/ 4868726 w 5777070"/>
                <a:gd name="connsiteY16" fmla="*/ 835827 h 835827"/>
                <a:gd name="connsiteX17" fmla="*/ 5207841 w 5777070"/>
                <a:gd name="connsiteY17" fmla="*/ 817660 h 835827"/>
                <a:gd name="connsiteX18" fmla="*/ 5383454 w 5777070"/>
                <a:gd name="connsiteY18" fmla="*/ 781326 h 835827"/>
                <a:gd name="connsiteX19" fmla="*/ 5498511 w 5777070"/>
                <a:gd name="connsiteY19" fmla="*/ 702603 h 835827"/>
                <a:gd name="connsiteX20" fmla="*/ 5613568 w 5777070"/>
                <a:gd name="connsiteY20" fmla="*/ 672325 h 835827"/>
                <a:gd name="connsiteX21" fmla="*/ 5740736 w 5777070"/>
                <a:gd name="connsiteY21" fmla="*/ 508823 h 835827"/>
                <a:gd name="connsiteX22" fmla="*/ 5777070 w 5777070"/>
                <a:gd name="connsiteY22" fmla="*/ 357432 h 835827"/>
                <a:gd name="connsiteX0" fmla="*/ 5777070 w 5777301"/>
                <a:gd name="connsiteY0" fmla="*/ 357432 h 835827"/>
                <a:gd name="connsiteX1" fmla="*/ 5728625 w 5777301"/>
                <a:gd name="connsiteY1" fmla="*/ 212097 h 835827"/>
                <a:gd name="connsiteX2" fmla="*/ 5613568 w 5777301"/>
                <a:gd name="connsiteY2" fmla="*/ 133374 h 835827"/>
                <a:gd name="connsiteX3" fmla="*/ 5528789 w 5777301"/>
                <a:gd name="connsiteY3" fmla="*/ 121263 h 835827"/>
                <a:gd name="connsiteX4" fmla="*/ 5450066 w 5777301"/>
                <a:gd name="connsiteY4" fmla="*/ 48595 h 835827"/>
                <a:gd name="connsiteX5" fmla="*/ 5298676 w 5777301"/>
                <a:gd name="connsiteY5" fmla="*/ 150 h 835827"/>
                <a:gd name="connsiteX6" fmla="*/ 5086728 w 5777301"/>
                <a:gd name="connsiteY6" fmla="*/ 42539 h 835827"/>
                <a:gd name="connsiteX7" fmla="*/ 4923226 w 5777301"/>
                <a:gd name="connsiteY7" fmla="*/ 163652 h 835827"/>
                <a:gd name="connsiteX8" fmla="*/ 4662834 w 5777301"/>
                <a:gd name="connsiteY8" fmla="*/ 302931 h 835827"/>
                <a:gd name="connsiteX9" fmla="*/ 4251052 w 5777301"/>
                <a:gd name="connsiteY9" fmla="*/ 448267 h 835827"/>
                <a:gd name="connsiteX10" fmla="*/ 3451709 w 5777301"/>
                <a:gd name="connsiteY10" fmla="*/ 623880 h 835827"/>
                <a:gd name="connsiteX11" fmla="*/ 968901 w 5777301"/>
                <a:gd name="connsiteY11" fmla="*/ 696547 h 835827"/>
                <a:gd name="connsiteX12" fmla="*/ 0 w 5777301"/>
                <a:gd name="connsiteY12" fmla="*/ 738937 h 835827"/>
                <a:gd name="connsiteX13" fmla="*/ 0 w 5777301"/>
                <a:gd name="connsiteY13" fmla="*/ 799493 h 835827"/>
                <a:gd name="connsiteX14" fmla="*/ 4232885 w 5777301"/>
                <a:gd name="connsiteY14" fmla="*/ 781326 h 835827"/>
                <a:gd name="connsiteX15" fmla="*/ 4717335 w 5777301"/>
                <a:gd name="connsiteY15" fmla="*/ 811604 h 835827"/>
                <a:gd name="connsiteX16" fmla="*/ 4868726 w 5777301"/>
                <a:gd name="connsiteY16" fmla="*/ 835827 h 835827"/>
                <a:gd name="connsiteX17" fmla="*/ 5207841 w 5777301"/>
                <a:gd name="connsiteY17" fmla="*/ 817660 h 835827"/>
                <a:gd name="connsiteX18" fmla="*/ 5383454 w 5777301"/>
                <a:gd name="connsiteY18" fmla="*/ 781326 h 835827"/>
                <a:gd name="connsiteX19" fmla="*/ 5498511 w 5777301"/>
                <a:gd name="connsiteY19" fmla="*/ 702603 h 835827"/>
                <a:gd name="connsiteX20" fmla="*/ 5613568 w 5777301"/>
                <a:gd name="connsiteY20" fmla="*/ 672325 h 835827"/>
                <a:gd name="connsiteX21" fmla="*/ 5740736 w 5777301"/>
                <a:gd name="connsiteY21" fmla="*/ 508823 h 835827"/>
                <a:gd name="connsiteX22" fmla="*/ 5777070 w 5777301"/>
                <a:gd name="connsiteY22" fmla="*/ 357432 h 835827"/>
                <a:gd name="connsiteX0" fmla="*/ 5777070 w 5777301"/>
                <a:gd name="connsiteY0" fmla="*/ 357432 h 835827"/>
                <a:gd name="connsiteX1" fmla="*/ 5728625 w 5777301"/>
                <a:gd name="connsiteY1" fmla="*/ 212097 h 835827"/>
                <a:gd name="connsiteX2" fmla="*/ 5613568 w 5777301"/>
                <a:gd name="connsiteY2" fmla="*/ 133374 h 835827"/>
                <a:gd name="connsiteX3" fmla="*/ 5528789 w 5777301"/>
                <a:gd name="connsiteY3" fmla="*/ 121263 h 835827"/>
                <a:gd name="connsiteX4" fmla="*/ 5450066 w 5777301"/>
                <a:gd name="connsiteY4" fmla="*/ 48595 h 835827"/>
                <a:gd name="connsiteX5" fmla="*/ 5298676 w 5777301"/>
                <a:gd name="connsiteY5" fmla="*/ 150 h 835827"/>
                <a:gd name="connsiteX6" fmla="*/ 5086728 w 5777301"/>
                <a:gd name="connsiteY6" fmla="*/ 42539 h 835827"/>
                <a:gd name="connsiteX7" fmla="*/ 4923226 w 5777301"/>
                <a:gd name="connsiteY7" fmla="*/ 163652 h 835827"/>
                <a:gd name="connsiteX8" fmla="*/ 4662834 w 5777301"/>
                <a:gd name="connsiteY8" fmla="*/ 302931 h 835827"/>
                <a:gd name="connsiteX9" fmla="*/ 4251052 w 5777301"/>
                <a:gd name="connsiteY9" fmla="*/ 448267 h 835827"/>
                <a:gd name="connsiteX10" fmla="*/ 3451709 w 5777301"/>
                <a:gd name="connsiteY10" fmla="*/ 623880 h 835827"/>
                <a:gd name="connsiteX11" fmla="*/ 968901 w 5777301"/>
                <a:gd name="connsiteY11" fmla="*/ 696547 h 835827"/>
                <a:gd name="connsiteX12" fmla="*/ 0 w 5777301"/>
                <a:gd name="connsiteY12" fmla="*/ 738937 h 835827"/>
                <a:gd name="connsiteX13" fmla="*/ 0 w 5777301"/>
                <a:gd name="connsiteY13" fmla="*/ 799493 h 835827"/>
                <a:gd name="connsiteX14" fmla="*/ 4232885 w 5777301"/>
                <a:gd name="connsiteY14" fmla="*/ 781326 h 835827"/>
                <a:gd name="connsiteX15" fmla="*/ 4717335 w 5777301"/>
                <a:gd name="connsiteY15" fmla="*/ 811604 h 835827"/>
                <a:gd name="connsiteX16" fmla="*/ 4868726 w 5777301"/>
                <a:gd name="connsiteY16" fmla="*/ 835827 h 835827"/>
                <a:gd name="connsiteX17" fmla="*/ 5207841 w 5777301"/>
                <a:gd name="connsiteY17" fmla="*/ 817660 h 835827"/>
                <a:gd name="connsiteX18" fmla="*/ 5383454 w 5777301"/>
                <a:gd name="connsiteY18" fmla="*/ 781326 h 835827"/>
                <a:gd name="connsiteX19" fmla="*/ 5498511 w 5777301"/>
                <a:gd name="connsiteY19" fmla="*/ 702603 h 835827"/>
                <a:gd name="connsiteX20" fmla="*/ 5613568 w 5777301"/>
                <a:gd name="connsiteY20" fmla="*/ 672325 h 835827"/>
                <a:gd name="connsiteX21" fmla="*/ 5740736 w 5777301"/>
                <a:gd name="connsiteY21" fmla="*/ 508823 h 835827"/>
                <a:gd name="connsiteX22" fmla="*/ 5777070 w 5777301"/>
                <a:gd name="connsiteY22" fmla="*/ 357432 h 835827"/>
                <a:gd name="connsiteX0" fmla="*/ 5777070 w 5777301"/>
                <a:gd name="connsiteY0" fmla="*/ 357432 h 835827"/>
                <a:gd name="connsiteX1" fmla="*/ 5728625 w 5777301"/>
                <a:gd name="connsiteY1" fmla="*/ 212097 h 835827"/>
                <a:gd name="connsiteX2" fmla="*/ 5613568 w 5777301"/>
                <a:gd name="connsiteY2" fmla="*/ 133374 h 835827"/>
                <a:gd name="connsiteX3" fmla="*/ 5528789 w 5777301"/>
                <a:gd name="connsiteY3" fmla="*/ 121263 h 835827"/>
                <a:gd name="connsiteX4" fmla="*/ 5450066 w 5777301"/>
                <a:gd name="connsiteY4" fmla="*/ 48595 h 835827"/>
                <a:gd name="connsiteX5" fmla="*/ 5298676 w 5777301"/>
                <a:gd name="connsiteY5" fmla="*/ 150 h 835827"/>
                <a:gd name="connsiteX6" fmla="*/ 5086728 w 5777301"/>
                <a:gd name="connsiteY6" fmla="*/ 42539 h 835827"/>
                <a:gd name="connsiteX7" fmla="*/ 4923226 w 5777301"/>
                <a:gd name="connsiteY7" fmla="*/ 163652 h 835827"/>
                <a:gd name="connsiteX8" fmla="*/ 4662834 w 5777301"/>
                <a:gd name="connsiteY8" fmla="*/ 302931 h 835827"/>
                <a:gd name="connsiteX9" fmla="*/ 4251052 w 5777301"/>
                <a:gd name="connsiteY9" fmla="*/ 448267 h 835827"/>
                <a:gd name="connsiteX10" fmla="*/ 3451709 w 5777301"/>
                <a:gd name="connsiteY10" fmla="*/ 623880 h 835827"/>
                <a:gd name="connsiteX11" fmla="*/ 968901 w 5777301"/>
                <a:gd name="connsiteY11" fmla="*/ 696547 h 835827"/>
                <a:gd name="connsiteX12" fmla="*/ 0 w 5777301"/>
                <a:gd name="connsiteY12" fmla="*/ 738937 h 835827"/>
                <a:gd name="connsiteX13" fmla="*/ 0 w 5777301"/>
                <a:gd name="connsiteY13" fmla="*/ 799493 h 835827"/>
                <a:gd name="connsiteX14" fmla="*/ 4232885 w 5777301"/>
                <a:gd name="connsiteY14" fmla="*/ 781326 h 835827"/>
                <a:gd name="connsiteX15" fmla="*/ 4717335 w 5777301"/>
                <a:gd name="connsiteY15" fmla="*/ 811604 h 835827"/>
                <a:gd name="connsiteX16" fmla="*/ 4868726 w 5777301"/>
                <a:gd name="connsiteY16" fmla="*/ 835827 h 835827"/>
                <a:gd name="connsiteX17" fmla="*/ 5207841 w 5777301"/>
                <a:gd name="connsiteY17" fmla="*/ 817660 h 835827"/>
                <a:gd name="connsiteX18" fmla="*/ 5383454 w 5777301"/>
                <a:gd name="connsiteY18" fmla="*/ 781326 h 835827"/>
                <a:gd name="connsiteX19" fmla="*/ 5498511 w 5777301"/>
                <a:gd name="connsiteY19" fmla="*/ 702603 h 835827"/>
                <a:gd name="connsiteX20" fmla="*/ 5613568 w 5777301"/>
                <a:gd name="connsiteY20" fmla="*/ 672325 h 835827"/>
                <a:gd name="connsiteX21" fmla="*/ 5740736 w 5777301"/>
                <a:gd name="connsiteY21" fmla="*/ 508823 h 835827"/>
                <a:gd name="connsiteX22" fmla="*/ 5777070 w 5777301"/>
                <a:gd name="connsiteY22" fmla="*/ 357432 h 835827"/>
                <a:gd name="connsiteX0" fmla="*/ 5777070 w 5777301"/>
                <a:gd name="connsiteY0" fmla="*/ 357432 h 835827"/>
                <a:gd name="connsiteX1" fmla="*/ 5728625 w 5777301"/>
                <a:gd name="connsiteY1" fmla="*/ 212097 h 835827"/>
                <a:gd name="connsiteX2" fmla="*/ 5613568 w 5777301"/>
                <a:gd name="connsiteY2" fmla="*/ 133374 h 835827"/>
                <a:gd name="connsiteX3" fmla="*/ 5528789 w 5777301"/>
                <a:gd name="connsiteY3" fmla="*/ 121263 h 835827"/>
                <a:gd name="connsiteX4" fmla="*/ 5450066 w 5777301"/>
                <a:gd name="connsiteY4" fmla="*/ 48595 h 835827"/>
                <a:gd name="connsiteX5" fmla="*/ 5298676 w 5777301"/>
                <a:gd name="connsiteY5" fmla="*/ 150 h 835827"/>
                <a:gd name="connsiteX6" fmla="*/ 5086728 w 5777301"/>
                <a:gd name="connsiteY6" fmla="*/ 42539 h 835827"/>
                <a:gd name="connsiteX7" fmla="*/ 4923226 w 5777301"/>
                <a:gd name="connsiteY7" fmla="*/ 163652 h 835827"/>
                <a:gd name="connsiteX8" fmla="*/ 4662834 w 5777301"/>
                <a:gd name="connsiteY8" fmla="*/ 302931 h 835827"/>
                <a:gd name="connsiteX9" fmla="*/ 4251052 w 5777301"/>
                <a:gd name="connsiteY9" fmla="*/ 448267 h 835827"/>
                <a:gd name="connsiteX10" fmla="*/ 3451709 w 5777301"/>
                <a:gd name="connsiteY10" fmla="*/ 623880 h 835827"/>
                <a:gd name="connsiteX11" fmla="*/ 968901 w 5777301"/>
                <a:gd name="connsiteY11" fmla="*/ 696547 h 835827"/>
                <a:gd name="connsiteX12" fmla="*/ 0 w 5777301"/>
                <a:gd name="connsiteY12" fmla="*/ 738937 h 835827"/>
                <a:gd name="connsiteX13" fmla="*/ 0 w 5777301"/>
                <a:gd name="connsiteY13" fmla="*/ 799493 h 835827"/>
                <a:gd name="connsiteX14" fmla="*/ 4232885 w 5777301"/>
                <a:gd name="connsiteY14" fmla="*/ 781326 h 835827"/>
                <a:gd name="connsiteX15" fmla="*/ 4717335 w 5777301"/>
                <a:gd name="connsiteY15" fmla="*/ 811604 h 835827"/>
                <a:gd name="connsiteX16" fmla="*/ 4868726 w 5777301"/>
                <a:gd name="connsiteY16" fmla="*/ 835827 h 835827"/>
                <a:gd name="connsiteX17" fmla="*/ 5207841 w 5777301"/>
                <a:gd name="connsiteY17" fmla="*/ 817660 h 835827"/>
                <a:gd name="connsiteX18" fmla="*/ 5383454 w 5777301"/>
                <a:gd name="connsiteY18" fmla="*/ 781326 h 835827"/>
                <a:gd name="connsiteX19" fmla="*/ 5498511 w 5777301"/>
                <a:gd name="connsiteY19" fmla="*/ 702603 h 835827"/>
                <a:gd name="connsiteX20" fmla="*/ 5613568 w 5777301"/>
                <a:gd name="connsiteY20" fmla="*/ 672325 h 835827"/>
                <a:gd name="connsiteX21" fmla="*/ 5740736 w 5777301"/>
                <a:gd name="connsiteY21" fmla="*/ 508823 h 835827"/>
                <a:gd name="connsiteX22" fmla="*/ 5777070 w 5777301"/>
                <a:gd name="connsiteY22" fmla="*/ 357432 h 835827"/>
                <a:gd name="connsiteX0" fmla="*/ 5777070 w 5777301"/>
                <a:gd name="connsiteY0" fmla="*/ 357432 h 835896"/>
                <a:gd name="connsiteX1" fmla="*/ 5728625 w 5777301"/>
                <a:gd name="connsiteY1" fmla="*/ 212097 h 835896"/>
                <a:gd name="connsiteX2" fmla="*/ 5613568 w 5777301"/>
                <a:gd name="connsiteY2" fmla="*/ 133374 h 835896"/>
                <a:gd name="connsiteX3" fmla="*/ 5528789 w 5777301"/>
                <a:gd name="connsiteY3" fmla="*/ 121263 h 835896"/>
                <a:gd name="connsiteX4" fmla="*/ 5450066 w 5777301"/>
                <a:gd name="connsiteY4" fmla="*/ 48595 h 835896"/>
                <a:gd name="connsiteX5" fmla="*/ 5298676 w 5777301"/>
                <a:gd name="connsiteY5" fmla="*/ 150 h 835896"/>
                <a:gd name="connsiteX6" fmla="*/ 5086728 w 5777301"/>
                <a:gd name="connsiteY6" fmla="*/ 42539 h 835896"/>
                <a:gd name="connsiteX7" fmla="*/ 4923226 w 5777301"/>
                <a:gd name="connsiteY7" fmla="*/ 163652 h 835896"/>
                <a:gd name="connsiteX8" fmla="*/ 4662834 w 5777301"/>
                <a:gd name="connsiteY8" fmla="*/ 302931 h 835896"/>
                <a:gd name="connsiteX9" fmla="*/ 4251052 w 5777301"/>
                <a:gd name="connsiteY9" fmla="*/ 448267 h 835896"/>
                <a:gd name="connsiteX10" fmla="*/ 3451709 w 5777301"/>
                <a:gd name="connsiteY10" fmla="*/ 623880 h 835896"/>
                <a:gd name="connsiteX11" fmla="*/ 968901 w 5777301"/>
                <a:gd name="connsiteY11" fmla="*/ 696547 h 835896"/>
                <a:gd name="connsiteX12" fmla="*/ 0 w 5777301"/>
                <a:gd name="connsiteY12" fmla="*/ 738937 h 835896"/>
                <a:gd name="connsiteX13" fmla="*/ 0 w 5777301"/>
                <a:gd name="connsiteY13" fmla="*/ 799493 h 835896"/>
                <a:gd name="connsiteX14" fmla="*/ 4232885 w 5777301"/>
                <a:gd name="connsiteY14" fmla="*/ 781326 h 835896"/>
                <a:gd name="connsiteX15" fmla="*/ 4717335 w 5777301"/>
                <a:gd name="connsiteY15" fmla="*/ 811604 h 835896"/>
                <a:gd name="connsiteX16" fmla="*/ 4868726 w 5777301"/>
                <a:gd name="connsiteY16" fmla="*/ 835827 h 835896"/>
                <a:gd name="connsiteX17" fmla="*/ 5207841 w 5777301"/>
                <a:gd name="connsiteY17" fmla="*/ 817660 h 835896"/>
                <a:gd name="connsiteX18" fmla="*/ 5383454 w 5777301"/>
                <a:gd name="connsiteY18" fmla="*/ 781326 h 835896"/>
                <a:gd name="connsiteX19" fmla="*/ 5498511 w 5777301"/>
                <a:gd name="connsiteY19" fmla="*/ 702603 h 835896"/>
                <a:gd name="connsiteX20" fmla="*/ 5613568 w 5777301"/>
                <a:gd name="connsiteY20" fmla="*/ 672325 h 835896"/>
                <a:gd name="connsiteX21" fmla="*/ 5740736 w 5777301"/>
                <a:gd name="connsiteY21" fmla="*/ 508823 h 835896"/>
                <a:gd name="connsiteX22" fmla="*/ 5777070 w 5777301"/>
                <a:gd name="connsiteY22" fmla="*/ 357432 h 835896"/>
                <a:gd name="connsiteX0" fmla="*/ 5777070 w 5777301"/>
                <a:gd name="connsiteY0" fmla="*/ 357432 h 835896"/>
                <a:gd name="connsiteX1" fmla="*/ 5728625 w 5777301"/>
                <a:gd name="connsiteY1" fmla="*/ 212097 h 835896"/>
                <a:gd name="connsiteX2" fmla="*/ 5613568 w 5777301"/>
                <a:gd name="connsiteY2" fmla="*/ 133374 h 835896"/>
                <a:gd name="connsiteX3" fmla="*/ 5528789 w 5777301"/>
                <a:gd name="connsiteY3" fmla="*/ 121263 h 835896"/>
                <a:gd name="connsiteX4" fmla="*/ 5450066 w 5777301"/>
                <a:gd name="connsiteY4" fmla="*/ 48595 h 835896"/>
                <a:gd name="connsiteX5" fmla="*/ 5298676 w 5777301"/>
                <a:gd name="connsiteY5" fmla="*/ 150 h 835896"/>
                <a:gd name="connsiteX6" fmla="*/ 5086728 w 5777301"/>
                <a:gd name="connsiteY6" fmla="*/ 42539 h 835896"/>
                <a:gd name="connsiteX7" fmla="*/ 4923226 w 5777301"/>
                <a:gd name="connsiteY7" fmla="*/ 163652 h 835896"/>
                <a:gd name="connsiteX8" fmla="*/ 4662834 w 5777301"/>
                <a:gd name="connsiteY8" fmla="*/ 302931 h 835896"/>
                <a:gd name="connsiteX9" fmla="*/ 4251052 w 5777301"/>
                <a:gd name="connsiteY9" fmla="*/ 448267 h 835896"/>
                <a:gd name="connsiteX10" fmla="*/ 3451709 w 5777301"/>
                <a:gd name="connsiteY10" fmla="*/ 623880 h 835896"/>
                <a:gd name="connsiteX11" fmla="*/ 968901 w 5777301"/>
                <a:gd name="connsiteY11" fmla="*/ 696547 h 835896"/>
                <a:gd name="connsiteX12" fmla="*/ 0 w 5777301"/>
                <a:gd name="connsiteY12" fmla="*/ 738937 h 835896"/>
                <a:gd name="connsiteX13" fmla="*/ 0 w 5777301"/>
                <a:gd name="connsiteY13" fmla="*/ 799493 h 835896"/>
                <a:gd name="connsiteX14" fmla="*/ 4232885 w 5777301"/>
                <a:gd name="connsiteY14" fmla="*/ 781326 h 835896"/>
                <a:gd name="connsiteX15" fmla="*/ 4717335 w 5777301"/>
                <a:gd name="connsiteY15" fmla="*/ 811604 h 835896"/>
                <a:gd name="connsiteX16" fmla="*/ 4868726 w 5777301"/>
                <a:gd name="connsiteY16" fmla="*/ 835827 h 835896"/>
                <a:gd name="connsiteX17" fmla="*/ 5207841 w 5777301"/>
                <a:gd name="connsiteY17" fmla="*/ 817660 h 835896"/>
                <a:gd name="connsiteX18" fmla="*/ 5383454 w 5777301"/>
                <a:gd name="connsiteY18" fmla="*/ 781326 h 835896"/>
                <a:gd name="connsiteX19" fmla="*/ 5498511 w 5777301"/>
                <a:gd name="connsiteY19" fmla="*/ 702603 h 835896"/>
                <a:gd name="connsiteX20" fmla="*/ 5613568 w 5777301"/>
                <a:gd name="connsiteY20" fmla="*/ 672325 h 835896"/>
                <a:gd name="connsiteX21" fmla="*/ 5740736 w 5777301"/>
                <a:gd name="connsiteY21" fmla="*/ 508823 h 835896"/>
                <a:gd name="connsiteX22" fmla="*/ 5777070 w 5777301"/>
                <a:gd name="connsiteY22" fmla="*/ 357432 h 835896"/>
                <a:gd name="connsiteX0" fmla="*/ 5777070 w 5777301"/>
                <a:gd name="connsiteY0" fmla="*/ 357432 h 835896"/>
                <a:gd name="connsiteX1" fmla="*/ 5728625 w 5777301"/>
                <a:gd name="connsiteY1" fmla="*/ 212097 h 835896"/>
                <a:gd name="connsiteX2" fmla="*/ 5613568 w 5777301"/>
                <a:gd name="connsiteY2" fmla="*/ 133374 h 835896"/>
                <a:gd name="connsiteX3" fmla="*/ 5528789 w 5777301"/>
                <a:gd name="connsiteY3" fmla="*/ 121263 h 835896"/>
                <a:gd name="connsiteX4" fmla="*/ 5450066 w 5777301"/>
                <a:gd name="connsiteY4" fmla="*/ 48595 h 835896"/>
                <a:gd name="connsiteX5" fmla="*/ 5298676 w 5777301"/>
                <a:gd name="connsiteY5" fmla="*/ 150 h 835896"/>
                <a:gd name="connsiteX6" fmla="*/ 5086728 w 5777301"/>
                <a:gd name="connsiteY6" fmla="*/ 42539 h 835896"/>
                <a:gd name="connsiteX7" fmla="*/ 4923226 w 5777301"/>
                <a:gd name="connsiteY7" fmla="*/ 163652 h 835896"/>
                <a:gd name="connsiteX8" fmla="*/ 4662834 w 5777301"/>
                <a:gd name="connsiteY8" fmla="*/ 302931 h 835896"/>
                <a:gd name="connsiteX9" fmla="*/ 4251052 w 5777301"/>
                <a:gd name="connsiteY9" fmla="*/ 448267 h 835896"/>
                <a:gd name="connsiteX10" fmla="*/ 3451709 w 5777301"/>
                <a:gd name="connsiteY10" fmla="*/ 623880 h 835896"/>
                <a:gd name="connsiteX11" fmla="*/ 968901 w 5777301"/>
                <a:gd name="connsiteY11" fmla="*/ 696547 h 835896"/>
                <a:gd name="connsiteX12" fmla="*/ 0 w 5777301"/>
                <a:gd name="connsiteY12" fmla="*/ 738937 h 835896"/>
                <a:gd name="connsiteX13" fmla="*/ 0 w 5777301"/>
                <a:gd name="connsiteY13" fmla="*/ 799493 h 835896"/>
                <a:gd name="connsiteX14" fmla="*/ 4232885 w 5777301"/>
                <a:gd name="connsiteY14" fmla="*/ 781326 h 835896"/>
                <a:gd name="connsiteX15" fmla="*/ 4717335 w 5777301"/>
                <a:gd name="connsiteY15" fmla="*/ 811604 h 835896"/>
                <a:gd name="connsiteX16" fmla="*/ 4868726 w 5777301"/>
                <a:gd name="connsiteY16" fmla="*/ 835827 h 835896"/>
                <a:gd name="connsiteX17" fmla="*/ 5207841 w 5777301"/>
                <a:gd name="connsiteY17" fmla="*/ 817660 h 835896"/>
                <a:gd name="connsiteX18" fmla="*/ 5383454 w 5777301"/>
                <a:gd name="connsiteY18" fmla="*/ 781326 h 835896"/>
                <a:gd name="connsiteX19" fmla="*/ 5498511 w 5777301"/>
                <a:gd name="connsiteY19" fmla="*/ 702603 h 835896"/>
                <a:gd name="connsiteX20" fmla="*/ 5613568 w 5777301"/>
                <a:gd name="connsiteY20" fmla="*/ 672325 h 835896"/>
                <a:gd name="connsiteX21" fmla="*/ 5740736 w 5777301"/>
                <a:gd name="connsiteY21" fmla="*/ 508823 h 835896"/>
                <a:gd name="connsiteX22" fmla="*/ 5777070 w 5777301"/>
                <a:gd name="connsiteY22" fmla="*/ 357432 h 835896"/>
                <a:gd name="connsiteX0" fmla="*/ 5777070 w 5777301"/>
                <a:gd name="connsiteY0" fmla="*/ 357432 h 836578"/>
                <a:gd name="connsiteX1" fmla="*/ 5728625 w 5777301"/>
                <a:gd name="connsiteY1" fmla="*/ 212097 h 836578"/>
                <a:gd name="connsiteX2" fmla="*/ 5613568 w 5777301"/>
                <a:gd name="connsiteY2" fmla="*/ 133374 h 836578"/>
                <a:gd name="connsiteX3" fmla="*/ 5528789 w 5777301"/>
                <a:gd name="connsiteY3" fmla="*/ 121263 h 836578"/>
                <a:gd name="connsiteX4" fmla="*/ 5450066 w 5777301"/>
                <a:gd name="connsiteY4" fmla="*/ 48595 h 836578"/>
                <a:gd name="connsiteX5" fmla="*/ 5298676 w 5777301"/>
                <a:gd name="connsiteY5" fmla="*/ 150 h 836578"/>
                <a:gd name="connsiteX6" fmla="*/ 5086728 w 5777301"/>
                <a:gd name="connsiteY6" fmla="*/ 42539 h 836578"/>
                <a:gd name="connsiteX7" fmla="*/ 4923226 w 5777301"/>
                <a:gd name="connsiteY7" fmla="*/ 163652 h 836578"/>
                <a:gd name="connsiteX8" fmla="*/ 4662834 w 5777301"/>
                <a:gd name="connsiteY8" fmla="*/ 302931 h 836578"/>
                <a:gd name="connsiteX9" fmla="*/ 4251052 w 5777301"/>
                <a:gd name="connsiteY9" fmla="*/ 448267 h 836578"/>
                <a:gd name="connsiteX10" fmla="*/ 3451709 w 5777301"/>
                <a:gd name="connsiteY10" fmla="*/ 623880 h 836578"/>
                <a:gd name="connsiteX11" fmla="*/ 968901 w 5777301"/>
                <a:gd name="connsiteY11" fmla="*/ 696547 h 836578"/>
                <a:gd name="connsiteX12" fmla="*/ 0 w 5777301"/>
                <a:gd name="connsiteY12" fmla="*/ 738937 h 836578"/>
                <a:gd name="connsiteX13" fmla="*/ 0 w 5777301"/>
                <a:gd name="connsiteY13" fmla="*/ 799493 h 836578"/>
                <a:gd name="connsiteX14" fmla="*/ 4232885 w 5777301"/>
                <a:gd name="connsiteY14" fmla="*/ 781326 h 836578"/>
                <a:gd name="connsiteX15" fmla="*/ 4584111 w 5777301"/>
                <a:gd name="connsiteY15" fmla="*/ 793437 h 836578"/>
                <a:gd name="connsiteX16" fmla="*/ 4868726 w 5777301"/>
                <a:gd name="connsiteY16" fmla="*/ 835827 h 836578"/>
                <a:gd name="connsiteX17" fmla="*/ 5207841 w 5777301"/>
                <a:gd name="connsiteY17" fmla="*/ 817660 h 836578"/>
                <a:gd name="connsiteX18" fmla="*/ 5383454 w 5777301"/>
                <a:gd name="connsiteY18" fmla="*/ 781326 h 836578"/>
                <a:gd name="connsiteX19" fmla="*/ 5498511 w 5777301"/>
                <a:gd name="connsiteY19" fmla="*/ 702603 h 836578"/>
                <a:gd name="connsiteX20" fmla="*/ 5613568 w 5777301"/>
                <a:gd name="connsiteY20" fmla="*/ 672325 h 836578"/>
                <a:gd name="connsiteX21" fmla="*/ 5740736 w 5777301"/>
                <a:gd name="connsiteY21" fmla="*/ 508823 h 836578"/>
                <a:gd name="connsiteX22" fmla="*/ 5777070 w 5777301"/>
                <a:gd name="connsiteY22" fmla="*/ 357432 h 836578"/>
                <a:gd name="connsiteX0" fmla="*/ 5777070 w 5777301"/>
                <a:gd name="connsiteY0" fmla="*/ 357432 h 837217"/>
                <a:gd name="connsiteX1" fmla="*/ 5728625 w 5777301"/>
                <a:gd name="connsiteY1" fmla="*/ 212097 h 837217"/>
                <a:gd name="connsiteX2" fmla="*/ 5613568 w 5777301"/>
                <a:gd name="connsiteY2" fmla="*/ 133374 h 837217"/>
                <a:gd name="connsiteX3" fmla="*/ 5528789 w 5777301"/>
                <a:gd name="connsiteY3" fmla="*/ 121263 h 837217"/>
                <a:gd name="connsiteX4" fmla="*/ 5450066 w 5777301"/>
                <a:gd name="connsiteY4" fmla="*/ 48595 h 837217"/>
                <a:gd name="connsiteX5" fmla="*/ 5298676 w 5777301"/>
                <a:gd name="connsiteY5" fmla="*/ 150 h 837217"/>
                <a:gd name="connsiteX6" fmla="*/ 5086728 w 5777301"/>
                <a:gd name="connsiteY6" fmla="*/ 42539 h 837217"/>
                <a:gd name="connsiteX7" fmla="*/ 4923226 w 5777301"/>
                <a:gd name="connsiteY7" fmla="*/ 163652 h 837217"/>
                <a:gd name="connsiteX8" fmla="*/ 4662834 w 5777301"/>
                <a:gd name="connsiteY8" fmla="*/ 302931 h 837217"/>
                <a:gd name="connsiteX9" fmla="*/ 4251052 w 5777301"/>
                <a:gd name="connsiteY9" fmla="*/ 448267 h 837217"/>
                <a:gd name="connsiteX10" fmla="*/ 3451709 w 5777301"/>
                <a:gd name="connsiteY10" fmla="*/ 623880 h 837217"/>
                <a:gd name="connsiteX11" fmla="*/ 968901 w 5777301"/>
                <a:gd name="connsiteY11" fmla="*/ 696547 h 837217"/>
                <a:gd name="connsiteX12" fmla="*/ 0 w 5777301"/>
                <a:gd name="connsiteY12" fmla="*/ 738937 h 837217"/>
                <a:gd name="connsiteX13" fmla="*/ 0 w 5777301"/>
                <a:gd name="connsiteY13" fmla="*/ 799493 h 837217"/>
                <a:gd name="connsiteX14" fmla="*/ 4232885 w 5777301"/>
                <a:gd name="connsiteY14" fmla="*/ 781326 h 837217"/>
                <a:gd name="connsiteX15" fmla="*/ 4868726 w 5777301"/>
                <a:gd name="connsiteY15" fmla="*/ 835827 h 837217"/>
                <a:gd name="connsiteX16" fmla="*/ 5207841 w 5777301"/>
                <a:gd name="connsiteY16" fmla="*/ 817660 h 837217"/>
                <a:gd name="connsiteX17" fmla="*/ 5383454 w 5777301"/>
                <a:gd name="connsiteY17" fmla="*/ 781326 h 837217"/>
                <a:gd name="connsiteX18" fmla="*/ 5498511 w 5777301"/>
                <a:gd name="connsiteY18" fmla="*/ 702603 h 837217"/>
                <a:gd name="connsiteX19" fmla="*/ 5613568 w 5777301"/>
                <a:gd name="connsiteY19" fmla="*/ 672325 h 837217"/>
                <a:gd name="connsiteX20" fmla="*/ 5740736 w 5777301"/>
                <a:gd name="connsiteY20" fmla="*/ 508823 h 837217"/>
                <a:gd name="connsiteX21" fmla="*/ 5777070 w 5777301"/>
                <a:gd name="connsiteY21" fmla="*/ 357432 h 837217"/>
                <a:gd name="connsiteX0" fmla="*/ 6071328 w 6071559"/>
                <a:gd name="connsiteY0" fmla="*/ 357432 h 836578"/>
                <a:gd name="connsiteX1" fmla="*/ 6022883 w 6071559"/>
                <a:gd name="connsiteY1" fmla="*/ 212097 h 836578"/>
                <a:gd name="connsiteX2" fmla="*/ 5907826 w 6071559"/>
                <a:gd name="connsiteY2" fmla="*/ 133374 h 836578"/>
                <a:gd name="connsiteX3" fmla="*/ 5823047 w 6071559"/>
                <a:gd name="connsiteY3" fmla="*/ 121263 h 836578"/>
                <a:gd name="connsiteX4" fmla="*/ 5744324 w 6071559"/>
                <a:gd name="connsiteY4" fmla="*/ 48595 h 836578"/>
                <a:gd name="connsiteX5" fmla="*/ 5592934 w 6071559"/>
                <a:gd name="connsiteY5" fmla="*/ 150 h 836578"/>
                <a:gd name="connsiteX6" fmla="*/ 5380986 w 6071559"/>
                <a:gd name="connsiteY6" fmla="*/ 42539 h 836578"/>
                <a:gd name="connsiteX7" fmla="*/ 5217484 w 6071559"/>
                <a:gd name="connsiteY7" fmla="*/ 163652 h 836578"/>
                <a:gd name="connsiteX8" fmla="*/ 4957092 w 6071559"/>
                <a:gd name="connsiteY8" fmla="*/ 302931 h 836578"/>
                <a:gd name="connsiteX9" fmla="*/ 4545310 w 6071559"/>
                <a:gd name="connsiteY9" fmla="*/ 448267 h 836578"/>
                <a:gd name="connsiteX10" fmla="*/ 3745967 w 6071559"/>
                <a:gd name="connsiteY10" fmla="*/ 623880 h 836578"/>
                <a:gd name="connsiteX11" fmla="*/ 1263159 w 6071559"/>
                <a:gd name="connsiteY11" fmla="*/ 696547 h 836578"/>
                <a:gd name="connsiteX12" fmla="*/ 294258 w 6071559"/>
                <a:gd name="connsiteY12" fmla="*/ 738937 h 836578"/>
                <a:gd name="connsiteX13" fmla="*/ 294258 w 6071559"/>
                <a:gd name="connsiteY13" fmla="*/ 799493 h 836578"/>
                <a:gd name="connsiteX14" fmla="*/ 4266751 w 6071559"/>
                <a:gd name="connsiteY14" fmla="*/ 793437 h 836578"/>
                <a:gd name="connsiteX15" fmla="*/ 5162984 w 6071559"/>
                <a:gd name="connsiteY15" fmla="*/ 835827 h 836578"/>
                <a:gd name="connsiteX16" fmla="*/ 5502099 w 6071559"/>
                <a:gd name="connsiteY16" fmla="*/ 817660 h 836578"/>
                <a:gd name="connsiteX17" fmla="*/ 5677712 w 6071559"/>
                <a:gd name="connsiteY17" fmla="*/ 781326 h 836578"/>
                <a:gd name="connsiteX18" fmla="*/ 5792769 w 6071559"/>
                <a:gd name="connsiteY18" fmla="*/ 702603 h 836578"/>
                <a:gd name="connsiteX19" fmla="*/ 5907826 w 6071559"/>
                <a:gd name="connsiteY19" fmla="*/ 672325 h 836578"/>
                <a:gd name="connsiteX20" fmla="*/ 6034994 w 6071559"/>
                <a:gd name="connsiteY20" fmla="*/ 508823 h 836578"/>
                <a:gd name="connsiteX21" fmla="*/ 6071328 w 6071559"/>
                <a:gd name="connsiteY21" fmla="*/ 357432 h 836578"/>
                <a:gd name="connsiteX0" fmla="*/ 6071328 w 6071559"/>
                <a:gd name="connsiteY0" fmla="*/ 357432 h 836578"/>
                <a:gd name="connsiteX1" fmla="*/ 6022883 w 6071559"/>
                <a:gd name="connsiteY1" fmla="*/ 212097 h 836578"/>
                <a:gd name="connsiteX2" fmla="*/ 5907826 w 6071559"/>
                <a:gd name="connsiteY2" fmla="*/ 133374 h 836578"/>
                <a:gd name="connsiteX3" fmla="*/ 5823047 w 6071559"/>
                <a:gd name="connsiteY3" fmla="*/ 121263 h 836578"/>
                <a:gd name="connsiteX4" fmla="*/ 5744324 w 6071559"/>
                <a:gd name="connsiteY4" fmla="*/ 48595 h 836578"/>
                <a:gd name="connsiteX5" fmla="*/ 5592934 w 6071559"/>
                <a:gd name="connsiteY5" fmla="*/ 150 h 836578"/>
                <a:gd name="connsiteX6" fmla="*/ 5380986 w 6071559"/>
                <a:gd name="connsiteY6" fmla="*/ 42539 h 836578"/>
                <a:gd name="connsiteX7" fmla="*/ 5217484 w 6071559"/>
                <a:gd name="connsiteY7" fmla="*/ 163652 h 836578"/>
                <a:gd name="connsiteX8" fmla="*/ 4521086 w 6071559"/>
                <a:gd name="connsiteY8" fmla="*/ 315042 h 836578"/>
                <a:gd name="connsiteX9" fmla="*/ 4545310 w 6071559"/>
                <a:gd name="connsiteY9" fmla="*/ 448267 h 836578"/>
                <a:gd name="connsiteX10" fmla="*/ 3745967 w 6071559"/>
                <a:gd name="connsiteY10" fmla="*/ 623880 h 836578"/>
                <a:gd name="connsiteX11" fmla="*/ 1263159 w 6071559"/>
                <a:gd name="connsiteY11" fmla="*/ 696547 h 836578"/>
                <a:gd name="connsiteX12" fmla="*/ 294258 w 6071559"/>
                <a:gd name="connsiteY12" fmla="*/ 738937 h 836578"/>
                <a:gd name="connsiteX13" fmla="*/ 294258 w 6071559"/>
                <a:gd name="connsiteY13" fmla="*/ 799493 h 836578"/>
                <a:gd name="connsiteX14" fmla="*/ 4266751 w 6071559"/>
                <a:gd name="connsiteY14" fmla="*/ 793437 h 836578"/>
                <a:gd name="connsiteX15" fmla="*/ 5162984 w 6071559"/>
                <a:gd name="connsiteY15" fmla="*/ 835827 h 836578"/>
                <a:gd name="connsiteX16" fmla="*/ 5502099 w 6071559"/>
                <a:gd name="connsiteY16" fmla="*/ 817660 h 836578"/>
                <a:gd name="connsiteX17" fmla="*/ 5677712 w 6071559"/>
                <a:gd name="connsiteY17" fmla="*/ 781326 h 836578"/>
                <a:gd name="connsiteX18" fmla="*/ 5792769 w 6071559"/>
                <a:gd name="connsiteY18" fmla="*/ 702603 h 836578"/>
                <a:gd name="connsiteX19" fmla="*/ 5907826 w 6071559"/>
                <a:gd name="connsiteY19" fmla="*/ 672325 h 836578"/>
                <a:gd name="connsiteX20" fmla="*/ 6034994 w 6071559"/>
                <a:gd name="connsiteY20" fmla="*/ 508823 h 836578"/>
                <a:gd name="connsiteX21" fmla="*/ 6071328 w 6071559"/>
                <a:gd name="connsiteY21" fmla="*/ 357432 h 836578"/>
                <a:gd name="connsiteX0" fmla="*/ 6071328 w 6071559"/>
                <a:gd name="connsiteY0" fmla="*/ 358201 h 837347"/>
                <a:gd name="connsiteX1" fmla="*/ 6022883 w 6071559"/>
                <a:gd name="connsiteY1" fmla="*/ 212866 h 837347"/>
                <a:gd name="connsiteX2" fmla="*/ 5907826 w 6071559"/>
                <a:gd name="connsiteY2" fmla="*/ 134143 h 837347"/>
                <a:gd name="connsiteX3" fmla="*/ 5823047 w 6071559"/>
                <a:gd name="connsiteY3" fmla="*/ 122032 h 837347"/>
                <a:gd name="connsiteX4" fmla="*/ 5744324 w 6071559"/>
                <a:gd name="connsiteY4" fmla="*/ 49364 h 837347"/>
                <a:gd name="connsiteX5" fmla="*/ 5592934 w 6071559"/>
                <a:gd name="connsiteY5" fmla="*/ 919 h 837347"/>
                <a:gd name="connsiteX6" fmla="*/ 5205372 w 6071559"/>
                <a:gd name="connsiteY6" fmla="*/ 91753 h 837347"/>
                <a:gd name="connsiteX7" fmla="*/ 5217484 w 6071559"/>
                <a:gd name="connsiteY7" fmla="*/ 164421 h 837347"/>
                <a:gd name="connsiteX8" fmla="*/ 4521086 w 6071559"/>
                <a:gd name="connsiteY8" fmla="*/ 315811 h 837347"/>
                <a:gd name="connsiteX9" fmla="*/ 4545310 w 6071559"/>
                <a:gd name="connsiteY9" fmla="*/ 449036 h 837347"/>
                <a:gd name="connsiteX10" fmla="*/ 3745967 w 6071559"/>
                <a:gd name="connsiteY10" fmla="*/ 624649 h 837347"/>
                <a:gd name="connsiteX11" fmla="*/ 1263159 w 6071559"/>
                <a:gd name="connsiteY11" fmla="*/ 697316 h 837347"/>
                <a:gd name="connsiteX12" fmla="*/ 294258 w 6071559"/>
                <a:gd name="connsiteY12" fmla="*/ 739706 h 837347"/>
                <a:gd name="connsiteX13" fmla="*/ 294258 w 6071559"/>
                <a:gd name="connsiteY13" fmla="*/ 800262 h 837347"/>
                <a:gd name="connsiteX14" fmla="*/ 4266751 w 6071559"/>
                <a:gd name="connsiteY14" fmla="*/ 794206 h 837347"/>
                <a:gd name="connsiteX15" fmla="*/ 5162984 w 6071559"/>
                <a:gd name="connsiteY15" fmla="*/ 836596 h 837347"/>
                <a:gd name="connsiteX16" fmla="*/ 5502099 w 6071559"/>
                <a:gd name="connsiteY16" fmla="*/ 818429 h 837347"/>
                <a:gd name="connsiteX17" fmla="*/ 5677712 w 6071559"/>
                <a:gd name="connsiteY17" fmla="*/ 782095 h 837347"/>
                <a:gd name="connsiteX18" fmla="*/ 5792769 w 6071559"/>
                <a:gd name="connsiteY18" fmla="*/ 703372 h 837347"/>
                <a:gd name="connsiteX19" fmla="*/ 5907826 w 6071559"/>
                <a:gd name="connsiteY19" fmla="*/ 673094 h 837347"/>
                <a:gd name="connsiteX20" fmla="*/ 6034994 w 6071559"/>
                <a:gd name="connsiteY20" fmla="*/ 509592 h 837347"/>
                <a:gd name="connsiteX21" fmla="*/ 6071328 w 6071559"/>
                <a:gd name="connsiteY21" fmla="*/ 358201 h 837347"/>
                <a:gd name="connsiteX0" fmla="*/ 6071328 w 6071559"/>
                <a:gd name="connsiteY0" fmla="*/ 358201 h 837347"/>
                <a:gd name="connsiteX1" fmla="*/ 6022883 w 6071559"/>
                <a:gd name="connsiteY1" fmla="*/ 212866 h 837347"/>
                <a:gd name="connsiteX2" fmla="*/ 5907826 w 6071559"/>
                <a:gd name="connsiteY2" fmla="*/ 134143 h 837347"/>
                <a:gd name="connsiteX3" fmla="*/ 5823047 w 6071559"/>
                <a:gd name="connsiteY3" fmla="*/ 122032 h 837347"/>
                <a:gd name="connsiteX4" fmla="*/ 5744324 w 6071559"/>
                <a:gd name="connsiteY4" fmla="*/ 49364 h 837347"/>
                <a:gd name="connsiteX5" fmla="*/ 5592934 w 6071559"/>
                <a:gd name="connsiteY5" fmla="*/ 919 h 837347"/>
                <a:gd name="connsiteX6" fmla="*/ 5205372 w 6071559"/>
                <a:gd name="connsiteY6" fmla="*/ 91753 h 837347"/>
                <a:gd name="connsiteX7" fmla="*/ 4521086 w 6071559"/>
                <a:gd name="connsiteY7" fmla="*/ 315811 h 837347"/>
                <a:gd name="connsiteX8" fmla="*/ 4545310 w 6071559"/>
                <a:gd name="connsiteY8" fmla="*/ 449036 h 837347"/>
                <a:gd name="connsiteX9" fmla="*/ 3745967 w 6071559"/>
                <a:gd name="connsiteY9" fmla="*/ 624649 h 837347"/>
                <a:gd name="connsiteX10" fmla="*/ 1263159 w 6071559"/>
                <a:gd name="connsiteY10" fmla="*/ 697316 h 837347"/>
                <a:gd name="connsiteX11" fmla="*/ 294258 w 6071559"/>
                <a:gd name="connsiteY11" fmla="*/ 739706 h 837347"/>
                <a:gd name="connsiteX12" fmla="*/ 294258 w 6071559"/>
                <a:gd name="connsiteY12" fmla="*/ 800262 h 837347"/>
                <a:gd name="connsiteX13" fmla="*/ 4266751 w 6071559"/>
                <a:gd name="connsiteY13" fmla="*/ 794206 h 837347"/>
                <a:gd name="connsiteX14" fmla="*/ 5162984 w 6071559"/>
                <a:gd name="connsiteY14" fmla="*/ 836596 h 837347"/>
                <a:gd name="connsiteX15" fmla="*/ 5502099 w 6071559"/>
                <a:gd name="connsiteY15" fmla="*/ 818429 h 837347"/>
                <a:gd name="connsiteX16" fmla="*/ 5677712 w 6071559"/>
                <a:gd name="connsiteY16" fmla="*/ 782095 h 837347"/>
                <a:gd name="connsiteX17" fmla="*/ 5792769 w 6071559"/>
                <a:gd name="connsiteY17" fmla="*/ 703372 h 837347"/>
                <a:gd name="connsiteX18" fmla="*/ 5907826 w 6071559"/>
                <a:gd name="connsiteY18" fmla="*/ 673094 h 837347"/>
                <a:gd name="connsiteX19" fmla="*/ 6034994 w 6071559"/>
                <a:gd name="connsiteY19" fmla="*/ 509592 h 837347"/>
                <a:gd name="connsiteX20" fmla="*/ 6071328 w 6071559"/>
                <a:gd name="connsiteY20" fmla="*/ 358201 h 837347"/>
                <a:gd name="connsiteX0" fmla="*/ 6071328 w 6071559"/>
                <a:gd name="connsiteY0" fmla="*/ 358201 h 837347"/>
                <a:gd name="connsiteX1" fmla="*/ 6022883 w 6071559"/>
                <a:gd name="connsiteY1" fmla="*/ 212866 h 837347"/>
                <a:gd name="connsiteX2" fmla="*/ 5907826 w 6071559"/>
                <a:gd name="connsiteY2" fmla="*/ 134143 h 837347"/>
                <a:gd name="connsiteX3" fmla="*/ 5823047 w 6071559"/>
                <a:gd name="connsiteY3" fmla="*/ 122032 h 837347"/>
                <a:gd name="connsiteX4" fmla="*/ 5744324 w 6071559"/>
                <a:gd name="connsiteY4" fmla="*/ 49364 h 837347"/>
                <a:gd name="connsiteX5" fmla="*/ 5592934 w 6071559"/>
                <a:gd name="connsiteY5" fmla="*/ 919 h 837347"/>
                <a:gd name="connsiteX6" fmla="*/ 5205372 w 6071559"/>
                <a:gd name="connsiteY6" fmla="*/ 91753 h 837347"/>
                <a:gd name="connsiteX7" fmla="*/ 4521086 w 6071559"/>
                <a:gd name="connsiteY7" fmla="*/ 315811 h 837347"/>
                <a:gd name="connsiteX8" fmla="*/ 3745967 w 6071559"/>
                <a:gd name="connsiteY8" fmla="*/ 624649 h 837347"/>
                <a:gd name="connsiteX9" fmla="*/ 1263159 w 6071559"/>
                <a:gd name="connsiteY9" fmla="*/ 697316 h 837347"/>
                <a:gd name="connsiteX10" fmla="*/ 294258 w 6071559"/>
                <a:gd name="connsiteY10" fmla="*/ 739706 h 837347"/>
                <a:gd name="connsiteX11" fmla="*/ 294258 w 6071559"/>
                <a:gd name="connsiteY11" fmla="*/ 800262 h 837347"/>
                <a:gd name="connsiteX12" fmla="*/ 4266751 w 6071559"/>
                <a:gd name="connsiteY12" fmla="*/ 794206 h 837347"/>
                <a:gd name="connsiteX13" fmla="*/ 5162984 w 6071559"/>
                <a:gd name="connsiteY13" fmla="*/ 836596 h 837347"/>
                <a:gd name="connsiteX14" fmla="*/ 5502099 w 6071559"/>
                <a:gd name="connsiteY14" fmla="*/ 818429 h 837347"/>
                <a:gd name="connsiteX15" fmla="*/ 5677712 w 6071559"/>
                <a:gd name="connsiteY15" fmla="*/ 782095 h 837347"/>
                <a:gd name="connsiteX16" fmla="*/ 5792769 w 6071559"/>
                <a:gd name="connsiteY16" fmla="*/ 703372 h 837347"/>
                <a:gd name="connsiteX17" fmla="*/ 5907826 w 6071559"/>
                <a:gd name="connsiteY17" fmla="*/ 673094 h 837347"/>
                <a:gd name="connsiteX18" fmla="*/ 6034994 w 6071559"/>
                <a:gd name="connsiteY18" fmla="*/ 509592 h 837347"/>
                <a:gd name="connsiteX19" fmla="*/ 6071328 w 6071559"/>
                <a:gd name="connsiteY19" fmla="*/ 358201 h 837347"/>
                <a:gd name="connsiteX0" fmla="*/ 6071328 w 6071559"/>
                <a:gd name="connsiteY0" fmla="*/ 358201 h 837347"/>
                <a:gd name="connsiteX1" fmla="*/ 6022883 w 6071559"/>
                <a:gd name="connsiteY1" fmla="*/ 212866 h 837347"/>
                <a:gd name="connsiteX2" fmla="*/ 5907826 w 6071559"/>
                <a:gd name="connsiteY2" fmla="*/ 134143 h 837347"/>
                <a:gd name="connsiteX3" fmla="*/ 5823047 w 6071559"/>
                <a:gd name="connsiteY3" fmla="*/ 122032 h 837347"/>
                <a:gd name="connsiteX4" fmla="*/ 5744324 w 6071559"/>
                <a:gd name="connsiteY4" fmla="*/ 49364 h 837347"/>
                <a:gd name="connsiteX5" fmla="*/ 5592934 w 6071559"/>
                <a:gd name="connsiteY5" fmla="*/ 919 h 837347"/>
                <a:gd name="connsiteX6" fmla="*/ 5205372 w 6071559"/>
                <a:gd name="connsiteY6" fmla="*/ 91753 h 837347"/>
                <a:gd name="connsiteX7" fmla="*/ 4521086 w 6071559"/>
                <a:gd name="connsiteY7" fmla="*/ 315811 h 837347"/>
                <a:gd name="connsiteX8" fmla="*/ 2843679 w 6071559"/>
                <a:gd name="connsiteY8" fmla="*/ 618593 h 837347"/>
                <a:gd name="connsiteX9" fmla="*/ 1263159 w 6071559"/>
                <a:gd name="connsiteY9" fmla="*/ 697316 h 837347"/>
                <a:gd name="connsiteX10" fmla="*/ 294258 w 6071559"/>
                <a:gd name="connsiteY10" fmla="*/ 739706 h 837347"/>
                <a:gd name="connsiteX11" fmla="*/ 294258 w 6071559"/>
                <a:gd name="connsiteY11" fmla="*/ 800262 h 837347"/>
                <a:gd name="connsiteX12" fmla="*/ 4266751 w 6071559"/>
                <a:gd name="connsiteY12" fmla="*/ 794206 h 837347"/>
                <a:gd name="connsiteX13" fmla="*/ 5162984 w 6071559"/>
                <a:gd name="connsiteY13" fmla="*/ 836596 h 837347"/>
                <a:gd name="connsiteX14" fmla="*/ 5502099 w 6071559"/>
                <a:gd name="connsiteY14" fmla="*/ 818429 h 837347"/>
                <a:gd name="connsiteX15" fmla="*/ 5677712 w 6071559"/>
                <a:gd name="connsiteY15" fmla="*/ 782095 h 837347"/>
                <a:gd name="connsiteX16" fmla="*/ 5792769 w 6071559"/>
                <a:gd name="connsiteY16" fmla="*/ 703372 h 837347"/>
                <a:gd name="connsiteX17" fmla="*/ 5907826 w 6071559"/>
                <a:gd name="connsiteY17" fmla="*/ 673094 h 837347"/>
                <a:gd name="connsiteX18" fmla="*/ 6034994 w 6071559"/>
                <a:gd name="connsiteY18" fmla="*/ 509592 h 837347"/>
                <a:gd name="connsiteX19" fmla="*/ 6071328 w 6071559"/>
                <a:gd name="connsiteY19" fmla="*/ 358201 h 837347"/>
                <a:gd name="connsiteX0" fmla="*/ 6071328 w 6071559"/>
                <a:gd name="connsiteY0" fmla="*/ 358201 h 837347"/>
                <a:gd name="connsiteX1" fmla="*/ 6022883 w 6071559"/>
                <a:gd name="connsiteY1" fmla="*/ 212866 h 837347"/>
                <a:gd name="connsiteX2" fmla="*/ 5907826 w 6071559"/>
                <a:gd name="connsiteY2" fmla="*/ 134143 h 837347"/>
                <a:gd name="connsiteX3" fmla="*/ 5823047 w 6071559"/>
                <a:gd name="connsiteY3" fmla="*/ 122032 h 837347"/>
                <a:gd name="connsiteX4" fmla="*/ 5744324 w 6071559"/>
                <a:gd name="connsiteY4" fmla="*/ 49364 h 837347"/>
                <a:gd name="connsiteX5" fmla="*/ 5592934 w 6071559"/>
                <a:gd name="connsiteY5" fmla="*/ 919 h 837347"/>
                <a:gd name="connsiteX6" fmla="*/ 5205372 w 6071559"/>
                <a:gd name="connsiteY6" fmla="*/ 91753 h 837347"/>
                <a:gd name="connsiteX7" fmla="*/ 4521086 w 6071559"/>
                <a:gd name="connsiteY7" fmla="*/ 315811 h 837347"/>
                <a:gd name="connsiteX8" fmla="*/ 2843679 w 6071559"/>
                <a:gd name="connsiteY8" fmla="*/ 588315 h 837347"/>
                <a:gd name="connsiteX9" fmla="*/ 1263159 w 6071559"/>
                <a:gd name="connsiteY9" fmla="*/ 697316 h 837347"/>
                <a:gd name="connsiteX10" fmla="*/ 294258 w 6071559"/>
                <a:gd name="connsiteY10" fmla="*/ 739706 h 837347"/>
                <a:gd name="connsiteX11" fmla="*/ 294258 w 6071559"/>
                <a:gd name="connsiteY11" fmla="*/ 800262 h 837347"/>
                <a:gd name="connsiteX12" fmla="*/ 4266751 w 6071559"/>
                <a:gd name="connsiteY12" fmla="*/ 794206 h 837347"/>
                <a:gd name="connsiteX13" fmla="*/ 5162984 w 6071559"/>
                <a:gd name="connsiteY13" fmla="*/ 836596 h 837347"/>
                <a:gd name="connsiteX14" fmla="*/ 5502099 w 6071559"/>
                <a:gd name="connsiteY14" fmla="*/ 818429 h 837347"/>
                <a:gd name="connsiteX15" fmla="*/ 5677712 w 6071559"/>
                <a:gd name="connsiteY15" fmla="*/ 782095 h 837347"/>
                <a:gd name="connsiteX16" fmla="*/ 5792769 w 6071559"/>
                <a:gd name="connsiteY16" fmla="*/ 703372 h 837347"/>
                <a:gd name="connsiteX17" fmla="*/ 5907826 w 6071559"/>
                <a:gd name="connsiteY17" fmla="*/ 673094 h 837347"/>
                <a:gd name="connsiteX18" fmla="*/ 6034994 w 6071559"/>
                <a:gd name="connsiteY18" fmla="*/ 509592 h 837347"/>
                <a:gd name="connsiteX19" fmla="*/ 6071328 w 6071559"/>
                <a:gd name="connsiteY19" fmla="*/ 358201 h 837347"/>
                <a:gd name="connsiteX0" fmla="*/ 6071328 w 6071559"/>
                <a:gd name="connsiteY0" fmla="*/ 358201 h 837347"/>
                <a:gd name="connsiteX1" fmla="*/ 6022883 w 6071559"/>
                <a:gd name="connsiteY1" fmla="*/ 212866 h 837347"/>
                <a:gd name="connsiteX2" fmla="*/ 5907826 w 6071559"/>
                <a:gd name="connsiteY2" fmla="*/ 134143 h 837347"/>
                <a:gd name="connsiteX3" fmla="*/ 5823047 w 6071559"/>
                <a:gd name="connsiteY3" fmla="*/ 122032 h 837347"/>
                <a:gd name="connsiteX4" fmla="*/ 5744324 w 6071559"/>
                <a:gd name="connsiteY4" fmla="*/ 49364 h 837347"/>
                <a:gd name="connsiteX5" fmla="*/ 5592934 w 6071559"/>
                <a:gd name="connsiteY5" fmla="*/ 919 h 837347"/>
                <a:gd name="connsiteX6" fmla="*/ 5205372 w 6071559"/>
                <a:gd name="connsiteY6" fmla="*/ 91753 h 837347"/>
                <a:gd name="connsiteX7" fmla="*/ 4521086 w 6071559"/>
                <a:gd name="connsiteY7" fmla="*/ 291588 h 837347"/>
                <a:gd name="connsiteX8" fmla="*/ 2843679 w 6071559"/>
                <a:gd name="connsiteY8" fmla="*/ 588315 h 837347"/>
                <a:gd name="connsiteX9" fmla="*/ 1263159 w 6071559"/>
                <a:gd name="connsiteY9" fmla="*/ 697316 h 837347"/>
                <a:gd name="connsiteX10" fmla="*/ 294258 w 6071559"/>
                <a:gd name="connsiteY10" fmla="*/ 739706 h 837347"/>
                <a:gd name="connsiteX11" fmla="*/ 294258 w 6071559"/>
                <a:gd name="connsiteY11" fmla="*/ 800262 h 837347"/>
                <a:gd name="connsiteX12" fmla="*/ 4266751 w 6071559"/>
                <a:gd name="connsiteY12" fmla="*/ 794206 h 837347"/>
                <a:gd name="connsiteX13" fmla="*/ 5162984 w 6071559"/>
                <a:gd name="connsiteY13" fmla="*/ 836596 h 837347"/>
                <a:gd name="connsiteX14" fmla="*/ 5502099 w 6071559"/>
                <a:gd name="connsiteY14" fmla="*/ 818429 h 837347"/>
                <a:gd name="connsiteX15" fmla="*/ 5677712 w 6071559"/>
                <a:gd name="connsiteY15" fmla="*/ 782095 h 837347"/>
                <a:gd name="connsiteX16" fmla="*/ 5792769 w 6071559"/>
                <a:gd name="connsiteY16" fmla="*/ 703372 h 837347"/>
                <a:gd name="connsiteX17" fmla="*/ 5907826 w 6071559"/>
                <a:gd name="connsiteY17" fmla="*/ 673094 h 837347"/>
                <a:gd name="connsiteX18" fmla="*/ 6034994 w 6071559"/>
                <a:gd name="connsiteY18" fmla="*/ 509592 h 837347"/>
                <a:gd name="connsiteX19" fmla="*/ 6071328 w 6071559"/>
                <a:gd name="connsiteY19" fmla="*/ 358201 h 837347"/>
                <a:gd name="connsiteX0" fmla="*/ 6071328 w 6071559"/>
                <a:gd name="connsiteY0" fmla="*/ 357282 h 836428"/>
                <a:gd name="connsiteX1" fmla="*/ 6022883 w 6071559"/>
                <a:gd name="connsiteY1" fmla="*/ 211947 h 836428"/>
                <a:gd name="connsiteX2" fmla="*/ 5907826 w 6071559"/>
                <a:gd name="connsiteY2" fmla="*/ 133224 h 836428"/>
                <a:gd name="connsiteX3" fmla="*/ 5823047 w 6071559"/>
                <a:gd name="connsiteY3" fmla="*/ 121113 h 836428"/>
                <a:gd name="connsiteX4" fmla="*/ 5592934 w 6071559"/>
                <a:gd name="connsiteY4" fmla="*/ 0 h 836428"/>
                <a:gd name="connsiteX5" fmla="*/ 5205372 w 6071559"/>
                <a:gd name="connsiteY5" fmla="*/ 90834 h 836428"/>
                <a:gd name="connsiteX6" fmla="*/ 4521086 w 6071559"/>
                <a:gd name="connsiteY6" fmla="*/ 290669 h 836428"/>
                <a:gd name="connsiteX7" fmla="*/ 2843679 w 6071559"/>
                <a:gd name="connsiteY7" fmla="*/ 587396 h 836428"/>
                <a:gd name="connsiteX8" fmla="*/ 1263159 w 6071559"/>
                <a:gd name="connsiteY8" fmla="*/ 696397 h 836428"/>
                <a:gd name="connsiteX9" fmla="*/ 294258 w 6071559"/>
                <a:gd name="connsiteY9" fmla="*/ 738787 h 836428"/>
                <a:gd name="connsiteX10" fmla="*/ 294258 w 6071559"/>
                <a:gd name="connsiteY10" fmla="*/ 799343 h 836428"/>
                <a:gd name="connsiteX11" fmla="*/ 4266751 w 6071559"/>
                <a:gd name="connsiteY11" fmla="*/ 793287 h 836428"/>
                <a:gd name="connsiteX12" fmla="*/ 5162984 w 6071559"/>
                <a:gd name="connsiteY12" fmla="*/ 835677 h 836428"/>
                <a:gd name="connsiteX13" fmla="*/ 5502099 w 6071559"/>
                <a:gd name="connsiteY13" fmla="*/ 817510 h 836428"/>
                <a:gd name="connsiteX14" fmla="*/ 5677712 w 6071559"/>
                <a:gd name="connsiteY14" fmla="*/ 781176 h 836428"/>
                <a:gd name="connsiteX15" fmla="*/ 5792769 w 6071559"/>
                <a:gd name="connsiteY15" fmla="*/ 702453 h 836428"/>
                <a:gd name="connsiteX16" fmla="*/ 5907826 w 6071559"/>
                <a:gd name="connsiteY16" fmla="*/ 672175 h 836428"/>
                <a:gd name="connsiteX17" fmla="*/ 6034994 w 6071559"/>
                <a:gd name="connsiteY17" fmla="*/ 508673 h 836428"/>
                <a:gd name="connsiteX18" fmla="*/ 6071328 w 6071559"/>
                <a:gd name="connsiteY18" fmla="*/ 357282 h 836428"/>
                <a:gd name="connsiteX0" fmla="*/ 6071328 w 6071559"/>
                <a:gd name="connsiteY0" fmla="*/ 357282 h 836428"/>
                <a:gd name="connsiteX1" fmla="*/ 6022883 w 6071559"/>
                <a:gd name="connsiteY1" fmla="*/ 211947 h 836428"/>
                <a:gd name="connsiteX2" fmla="*/ 5907826 w 6071559"/>
                <a:gd name="connsiteY2" fmla="*/ 133224 h 836428"/>
                <a:gd name="connsiteX3" fmla="*/ 5592934 w 6071559"/>
                <a:gd name="connsiteY3" fmla="*/ 0 h 836428"/>
                <a:gd name="connsiteX4" fmla="*/ 5205372 w 6071559"/>
                <a:gd name="connsiteY4" fmla="*/ 90834 h 836428"/>
                <a:gd name="connsiteX5" fmla="*/ 4521086 w 6071559"/>
                <a:gd name="connsiteY5" fmla="*/ 290669 h 836428"/>
                <a:gd name="connsiteX6" fmla="*/ 2843679 w 6071559"/>
                <a:gd name="connsiteY6" fmla="*/ 587396 h 836428"/>
                <a:gd name="connsiteX7" fmla="*/ 1263159 w 6071559"/>
                <a:gd name="connsiteY7" fmla="*/ 696397 h 836428"/>
                <a:gd name="connsiteX8" fmla="*/ 294258 w 6071559"/>
                <a:gd name="connsiteY8" fmla="*/ 738787 h 836428"/>
                <a:gd name="connsiteX9" fmla="*/ 294258 w 6071559"/>
                <a:gd name="connsiteY9" fmla="*/ 799343 h 836428"/>
                <a:gd name="connsiteX10" fmla="*/ 4266751 w 6071559"/>
                <a:gd name="connsiteY10" fmla="*/ 793287 h 836428"/>
                <a:gd name="connsiteX11" fmla="*/ 5162984 w 6071559"/>
                <a:gd name="connsiteY11" fmla="*/ 835677 h 836428"/>
                <a:gd name="connsiteX12" fmla="*/ 5502099 w 6071559"/>
                <a:gd name="connsiteY12" fmla="*/ 817510 h 836428"/>
                <a:gd name="connsiteX13" fmla="*/ 5677712 w 6071559"/>
                <a:gd name="connsiteY13" fmla="*/ 781176 h 836428"/>
                <a:gd name="connsiteX14" fmla="*/ 5792769 w 6071559"/>
                <a:gd name="connsiteY14" fmla="*/ 702453 h 836428"/>
                <a:gd name="connsiteX15" fmla="*/ 5907826 w 6071559"/>
                <a:gd name="connsiteY15" fmla="*/ 672175 h 836428"/>
                <a:gd name="connsiteX16" fmla="*/ 6034994 w 6071559"/>
                <a:gd name="connsiteY16" fmla="*/ 508673 h 836428"/>
                <a:gd name="connsiteX17" fmla="*/ 6071328 w 6071559"/>
                <a:gd name="connsiteY17" fmla="*/ 357282 h 836428"/>
                <a:gd name="connsiteX0" fmla="*/ 6071328 w 6071559"/>
                <a:gd name="connsiteY0" fmla="*/ 357345 h 836491"/>
                <a:gd name="connsiteX1" fmla="*/ 6022883 w 6071559"/>
                <a:gd name="connsiteY1" fmla="*/ 212010 h 836491"/>
                <a:gd name="connsiteX2" fmla="*/ 5949422 w 6071559"/>
                <a:gd name="connsiteY2" fmla="*/ 77826 h 836491"/>
                <a:gd name="connsiteX3" fmla="*/ 5592934 w 6071559"/>
                <a:gd name="connsiteY3" fmla="*/ 63 h 836491"/>
                <a:gd name="connsiteX4" fmla="*/ 5205372 w 6071559"/>
                <a:gd name="connsiteY4" fmla="*/ 90897 h 836491"/>
                <a:gd name="connsiteX5" fmla="*/ 4521086 w 6071559"/>
                <a:gd name="connsiteY5" fmla="*/ 290732 h 836491"/>
                <a:gd name="connsiteX6" fmla="*/ 2843679 w 6071559"/>
                <a:gd name="connsiteY6" fmla="*/ 587459 h 836491"/>
                <a:gd name="connsiteX7" fmla="*/ 1263159 w 6071559"/>
                <a:gd name="connsiteY7" fmla="*/ 696460 h 836491"/>
                <a:gd name="connsiteX8" fmla="*/ 294258 w 6071559"/>
                <a:gd name="connsiteY8" fmla="*/ 738850 h 836491"/>
                <a:gd name="connsiteX9" fmla="*/ 294258 w 6071559"/>
                <a:gd name="connsiteY9" fmla="*/ 799406 h 836491"/>
                <a:gd name="connsiteX10" fmla="*/ 4266751 w 6071559"/>
                <a:gd name="connsiteY10" fmla="*/ 793350 h 836491"/>
                <a:gd name="connsiteX11" fmla="*/ 5162984 w 6071559"/>
                <a:gd name="connsiteY11" fmla="*/ 835740 h 836491"/>
                <a:gd name="connsiteX12" fmla="*/ 5502099 w 6071559"/>
                <a:gd name="connsiteY12" fmla="*/ 817573 h 836491"/>
                <a:gd name="connsiteX13" fmla="*/ 5677712 w 6071559"/>
                <a:gd name="connsiteY13" fmla="*/ 781239 h 836491"/>
                <a:gd name="connsiteX14" fmla="*/ 5792769 w 6071559"/>
                <a:gd name="connsiteY14" fmla="*/ 702516 h 836491"/>
                <a:gd name="connsiteX15" fmla="*/ 5907826 w 6071559"/>
                <a:gd name="connsiteY15" fmla="*/ 672238 h 836491"/>
                <a:gd name="connsiteX16" fmla="*/ 6034994 w 6071559"/>
                <a:gd name="connsiteY16" fmla="*/ 508736 h 836491"/>
                <a:gd name="connsiteX17" fmla="*/ 6071328 w 6071559"/>
                <a:gd name="connsiteY17" fmla="*/ 357345 h 836491"/>
                <a:gd name="connsiteX0" fmla="*/ 6071328 w 6071559"/>
                <a:gd name="connsiteY0" fmla="*/ 357345 h 836491"/>
                <a:gd name="connsiteX1" fmla="*/ 6022883 w 6071559"/>
                <a:gd name="connsiteY1" fmla="*/ 212010 h 836491"/>
                <a:gd name="connsiteX2" fmla="*/ 5949422 w 6071559"/>
                <a:gd name="connsiteY2" fmla="*/ 77826 h 836491"/>
                <a:gd name="connsiteX3" fmla="*/ 5592934 w 6071559"/>
                <a:gd name="connsiteY3" fmla="*/ 63 h 836491"/>
                <a:gd name="connsiteX4" fmla="*/ 5205372 w 6071559"/>
                <a:gd name="connsiteY4" fmla="*/ 90897 h 836491"/>
                <a:gd name="connsiteX5" fmla="*/ 4521086 w 6071559"/>
                <a:gd name="connsiteY5" fmla="*/ 290732 h 836491"/>
                <a:gd name="connsiteX6" fmla="*/ 2843679 w 6071559"/>
                <a:gd name="connsiteY6" fmla="*/ 587459 h 836491"/>
                <a:gd name="connsiteX7" fmla="*/ 1263159 w 6071559"/>
                <a:gd name="connsiteY7" fmla="*/ 696460 h 836491"/>
                <a:gd name="connsiteX8" fmla="*/ 294258 w 6071559"/>
                <a:gd name="connsiteY8" fmla="*/ 738850 h 836491"/>
                <a:gd name="connsiteX9" fmla="*/ 294258 w 6071559"/>
                <a:gd name="connsiteY9" fmla="*/ 799406 h 836491"/>
                <a:gd name="connsiteX10" fmla="*/ 4266751 w 6071559"/>
                <a:gd name="connsiteY10" fmla="*/ 793350 h 836491"/>
                <a:gd name="connsiteX11" fmla="*/ 5162984 w 6071559"/>
                <a:gd name="connsiteY11" fmla="*/ 835740 h 836491"/>
                <a:gd name="connsiteX12" fmla="*/ 5502099 w 6071559"/>
                <a:gd name="connsiteY12" fmla="*/ 817573 h 836491"/>
                <a:gd name="connsiteX13" fmla="*/ 5677712 w 6071559"/>
                <a:gd name="connsiteY13" fmla="*/ 781239 h 836491"/>
                <a:gd name="connsiteX14" fmla="*/ 5907826 w 6071559"/>
                <a:gd name="connsiteY14" fmla="*/ 672238 h 836491"/>
                <a:gd name="connsiteX15" fmla="*/ 6034994 w 6071559"/>
                <a:gd name="connsiteY15" fmla="*/ 508736 h 836491"/>
                <a:gd name="connsiteX16" fmla="*/ 6071328 w 6071559"/>
                <a:gd name="connsiteY16" fmla="*/ 357345 h 836491"/>
                <a:gd name="connsiteX0" fmla="*/ 6071328 w 6071559"/>
                <a:gd name="connsiteY0" fmla="*/ 357345 h 838951"/>
                <a:gd name="connsiteX1" fmla="*/ 6022883 w 6071559"/>
                <a:gd name="connsiteY1" fmla="*/ 212010 h 838951"/>
                <a:gd name="connsiteX2" fmla="*/ 5949422 w 6071559"/>
                <a:gd name="connsiteY2" fmla="*/ 77826 h 838951"/>
                <a:gd name="connsiteX3" fmla="*/ 5592934 w 6071559"/>
                <a:gd name="connsiteY3" fmla="*/ 63 h 838951"/>
                <a:gd name="connsiteX4" fmla="*/ 5205372 w 6071559"/>
                <a:gd name="connsiteY4" fmla="*/ 90897 h 838951"/>
                <a:gd name="connsiteX5" fmla="*/ 4521086 w 6071559"/>
                <a:gd name="connsiteY5" fmla="*/ 290732 h 838951"/>
                <a:gd name="connsiteX6" fmla="*/ 2843679 w 6071559"/>
                <a:gd name="connsiteY6" fmla="*/ 587459 h 838951"/>
                <a:gd name="connsiteX7" fmla="*/ 1263159 w 6071559"/>
                <a:gd name="connsiteY7" fmla="*/ 696460 h 838951"/>
                <a:gd name="connsiteX8" fmla="*/ 294258 w 6071559"/>
                <a:gd name="connsiteY8" fmla="*/ 738850 h 838951"/>
                <a:gd name="connsiteX9" fmla="*/ 294258 w 6071559"/>
                <a:gd name="connsiteY9" fmla="*/ 799406 h 838951"/>
                <a:gd name="connsiteX10" fmla="*/ 4266751 w 6071559"/>
                <a:gd name="connsiteY10" fmla="*/ 793350 h 838951"/>
                <a:gd name="connsiteX11" fmla="*/ 5162984 w 6071559"/>
                <a:gd name="connsiteY11" fmla="*/ 835740 h 838951"/>
                <a:gd name="connsiteX12" fmla="*/ 5502099 w 6071559"/>
                <a:gd name="connsiteY12" fmla="*/ 817573 h 838951"/>
                <a:gd name="connsiteX13" fmla="*/ 5907826 w 6071559"/>
                <a:gd name="connsiteY13" fmla="*/ 672238 h 838951"/>
                <a:gd name="connsiteX14" fmla="*/ 6034994 w 6071559"/>
                <a:gd name="connsiteY14" fmla="*/ 508736 h 838951"/>
                <a:gd name="connsiteX15" fmla="*/ 6071328 w 6071559"/>
                <a:gd name="connsiteY15" fmla="*/ 357345 h 838951"/>
                <a:gd name="connsiteX0" fmla="*/ 6071328 w 6071559"/>
                <a:gd name="connsiteY0" fmla="*/ 357345 h 837151"/>
                <a:gd name="connsiteX1" fmla="*/ 6022883 w 6071559"/>
                <a:gd name="connsiteY1" fmla="*/ 212010 h 837151"/>
                <a:gd name="connsiteX2" fmla="*/ 5949422 w 6071559"/>
                <a:gd name="connsiteY2" fmla="*/ 77826 h 837151"/>
                <a:gd name="connsiteX3" fmla="*/ 5592934 w 6071559"/>
                <a:gd name="connsiteY3" fmla="*/ 63 h 837151"/>
                <a:gd name="connsiteX4" fmla="*/ 5205372 w 6071559"/>
                <a:gd name="connsiteY4" fmla="*/ 90897 h 837151"/>
                <a:gd name="connsiteX5" fmla="*/ 4521086 w 6071559"/>
                <a:gd name="connsiteY5" fmla="*/ 290732 h 837151"/>
                <a:gd name="connsiteX6" fmla="*/ 2843679 w 6071559"/>
                <a:gd name="connsiteY6" fmla="*/ 587459 h 837151"/>
                <a:gd name="connsiteX7" fmla="*/ 1263159 w 6071559"/>
                <a:gd name="connsiteY7" fmla="*/ 696460 h 837151"/>
                <a:gd name="connsiteX8" fmla="*/ 294258 w 6071559"/>
                <a:gd name="connsiteY8" fmla="*/ 738850 h 837151"/>
                <a:gd name="connsiteX9" fmla="*/ 294258 w 6071559"/>
                <a:gd name="connsiteY9" fmla="*/ 799406 h 837151"/>
                <a:gd name="connsiteX10" fmla="*/ 4266751 w 6071559"/>
                <a:gd name="connsiteY10" fmla="*/ 793350 h 837151"/>
                <a:gd name="connsiteX11" fmla="*/ 5162984 w 6071559"/>
                <a:gd name="connsiteY11" fmla="*/ 835740 h 837151"/>
                <a:gd name="connsiteX12" fmla="*/ 5502099 w 6071559"/>
                <a:gd name="connsiteY12" fmla="*/ 817573 h 837151"/>
                <a:gd name="connsiteX13" fmla="*/ 5907827 w 6071559"/>
                <a:gd name="connsiteY13" fmla="*/ 727698 h 837151"/>
                <a:gd name="connsiteX14" fmla="*/ 6034994 w 6071559"/>
                <a:gd name="connsiteY14" fmla="*/ 508736 h 837151"/>
                <a:gd name="connsiteX15" fmla="*/ 6071328 w 6071559"/>
                <a:gd name="connsiteY15" fmla="*/ 357345 h 837151"/>
                <a:gd name="connsiteX0" fmla="*/ 6071328 w 6072144"/>
                <a:gd name="connsiteY0" fmla="*/ 357345 h 837151"/>
                <a:gd name="connsiteX1" fmla="*/ 6022883 w 6072144"/>
                <a:gd name="connsiteY1" fmla="*/ 212010 h 837151"/>
                <a:gd name="connsiteX2" fmla="*/ 5949422 w 6072144"/>
                <a:gd name="connsiteY2" fmla="*/ 77826 h 837151"/>
                <a:gd name="connsiteX3" fmla="*/ 5592934 w 6072144"/>
                <a:gd name="connsiteY3" fmla="*/ 63 h 837151"/>
                <a:gd name="connsiteX4" fmla="*/ 5205372 w 6072144"/>
                <a:gd name="connsiteY4" fmla="*/ 90897 h 837151"/>
                <a:gd name="connsiteX5" fmla="*/ 4521086 w 6072144"/>
                <a:gd name="connsiteY5" fmla="*/ 290732 h 837151"/>
                <a:gd name="connsiteX6" fmla="*/ 2843679 w 6072144"/>
                <a:gd name="connsiteY6" fmla="*/ 587459 h 837151"/>
                <a:gd name="connsiteX7" fmla="*/ 1263159 w 6072144"/>
                <a:gd name="connsiteY7" fmla="*/ 696460 h 837151"/>
                <a:gd name="connsiteX8" fmla="*/ 294258 w 6072144"/>
                <a:gd name="connsiteY8" fmla="*/ 738850 h 837151"/>
                <a:gd name="connsiteX9" fmla="*/ 294258 w 6072144"/>
                <a:gd name="connsiteY9" fmla="*/ 799406 h 837151"/>
                <a:gd name="connsiteX10" fmla="*/ 4266751 w 6072144"/>
                <a:gd name="connsiteY10" fmla="*/ 793350 h 837151"/>
                <a:gd name="connsiteX11" fmla="*/ 5162984 w 6072144"/>
                <a:gd name="connsiteY11" fmla="*/ 835740 h 837151"/>
                <a:gd name="connsiteX12" fmla="*/ 5502099 w 6072144"/>
                <a:gd name="connsiteY12" fmla="*/ 817573 h 837151"/>
                <a:gd name="connsiteX13" fmla="*/ 5907827 w 6072144"/>
                <a:gd name="connsiteY13" fmla="*/ 727698 h 837151"/>
                <a:gd name="connsiteX14" fmla="*/ 6041926 w 6072144"/>
                <a:gd name="connsiteY14" fmla="*/ 578062 h 837151"/>
                <a:gd name="connsiteX15" fmla="*/ 6071328 w 6072144"/>
                <a:gd name="connsiteY15" fmla="*/ 357345 h 837151"/>
                <a:gd name="connsiteX0" fmla="*/ 6099059 w 6099301"/>
                <a:gd name="connsiteY0" fmla="*/ 364277 h 837151"/>
                <a:gd name="connsiteX1" fmla="*/ 6022883 w 6099301"/>
                <a:gd name="connsiteY1" fmla="*/ 212010 h 837151"/>
                <a:gd name="connsiteX2" fmla="*/ 5949422 w 6099301"/>
                <a:gd name="connsiteY2" fmla="*/ 77826 h 837151"/>
                <a:gd name="connsiteX3" fmla="*/ 5592934 w 6099301"/>
                <a:gd name="connsiteY3" fmla="*/ 63 h 837151"/>
                <a:gd name="connsiteX4" fmla="*/ 5205372 w 6099301"/>
                <a:gd name="connsiteY4" fmla="*/ 90897 h 837151"/>
                <a:gd name="connsiteX5" fmla="*/ 4521086 w 6099301"/>
                <a:gd name="connsiteY5" fmla="*/ 290732 h 837151"/>
                <a:gd name="connsiteX6" fmla="*/ 2843679 w 6099301"/>
                <a:gd name="connsiteY6" fmla="*/ 587459 h 837151"/>
                <a:gd name="connsiteX7" fmla="*/ 1263159 w 6099301"/>
                <a:gd name="connsiteY7" fmla="*/ 696460 h 837151"/>
                <a:gd name="connsiteX8" fmla="*/ 294258 w 6099301"/>
                <a:gd name="connsiteY8" fmla="*/ 738850 h 837151"/>
                <a:gd name="connsiteX9" fmla="*/ 294258 w 6099301"/>
                <a:gd name="connsiteY9" fmla="*/ 799406 h 837151"/>
                <a:gd name="connsiteX10" fmla="*/ 4266751 w 6099301"/>
                <a:gd name="connsiteY10" fmla="*/ 793350 h 837151"/>
                <a:gd name="connsiteX11" fmla="*/ 5162984 w 6099301"/>
                <a:gd name="connsiteY11" fmla="*/ 835740 h 837151"/>
                <a:gd name="connsiteX12" fmla="*/ 5502099 w 6099301"/>
                <a:gd name="connsiteY12" fmla="*/ 817573 h 837151"/>
                <a:gd name="connsiteX13" fmla="*/ 5907827 w 6099301"/>
                <a:gd name="connsiteY13" fmla="*/ 727698 h 837151"/>
                <a:gd name="connsiteX14" fmla="*/ 6041926 w 6099301"/>
                <a:gd name="connsiteY14" fmla="*/ 578062 h 837151"/>
                <a:gd name="connsiteX15" fmla="*/ 6099059 w 6099301"/>
                <a:gd name="connsiteY15" fmla="*/ 364277 h 837151"/>
                <a:gd name="connsiteX0" fmla="*/ 6099059 w 6099295"/>
                <a:gd name="connsiteY0" fmla="*/ 364277 h 837151"/>
                <a:gd name="connsiteX1" fmla="*/ 6057546 w 6099295"/>
                <a:gd name="connsiteY1" fmla="*/ 184279 h 837151"/>
                <a:gd name="connsiteX2" fmla="*/ 5949422 w 6099295"/>
                <a:gd name="connsiteY2" fmla="*/ 77826 h 837151"/>
                <a:gd name="connsiteX3" fmla="*/ 5592934 w 6099295"/>
                <a:gd name="connsiteY3" fmla="*/ 63 h 837151"/>
                <a:gd name="connsiteX4" fmla="*/ 5205372 w 6099295"/>
                <a:gd name="connsiteY4" fmla="*/ 90897 h 837151"/>
                <a:gd name="connsiteX5" fmla="*/ 4521086 w 6099295"/>
                <a:gd name="connsiteY5" fmla="*/ 290732 h 837151"/>
                <a:gd name="connsiteX6" fmla="*/ 2843679 w 6099295"/>
                <a:gd name="connsiteY6" fmla="*/ 587459 h 837151"/>
                <a:gd name="connsiteX7" fmla="*/ 1263159 w 6099295"/>
                <a:gd name="connsiteY7" fmla="*/ 696460 h 837151"/>
                <a:gd name="connsiteX8" fmla="*/ 294258 w 6099295"/>
                <a:gd name="connsiteY8" fmla="*/ 738850 h 837151"/>
                <a:gd name="connsiteX9" fmla="*/ 294258 w 6099295"/>
                <a:gd name="connsiteY9" fmla="*/ 799406 h 837151"/>
                <a:gd name="connsiteX10" fmla="*/ 4266751 w 6099295"/>
                <a:gd name="connsiteY10" fmla="*/ 793350 h 837151"/>
                <a:gd name="connsiteX11" fmla="*/ 5162984 w 6099295"/>
                <a:gd name="connsiteY11" fmla="*/ 835740 h 837151"/>
                <a:gd name="connsiteX12" fmla="*/ 5502099 w 6099295"/>
                <a:gd name="connsiteY12" fmla="*/ 817573 h 837151"/>
                <a:gd name="connsiteX13" fmla="*/ 5907827 w 6099295"/>
                <a:gd name="connsiteY13" fmla="*/ 727698 h 837151"/>
                <a:gd name="connsiteX14" fmla="*/ 6041926 w 6099295"/>
                <a:gd name="connsiteY14" fmla="*/ 578062 h 837151"/>
                <a:gd name="connsiteX15" fmla="*/ 6099059 w 6099295"/>
                <a:gd name="connsiteY15" fmla="*/ 364277 h 837151"/>
                <a:gd name="connsiteX0" fmla="*/ 6099059 w 6099295"/>
                <a:gd name="connsiteY0" fmla="*/ 364277 h 836651"/>
                <a:gd name="connsiteX1" fmla="*/ 6057546 w 6099295"/>
                <a:gd name="connsiteY1" fmla="*/ 184279 h 836651"/>
                <a:gd name="connsiteX2" fmla="*/ 5949422 w 6099295"/>
                <a:gd name="connsiteY2" fmla="*/ 77826 h 836651"/>
                <a:gd name="connsiteX3" fmla="*/ 5592934 w 6099295"/>
                <a:gd name="connsiteY3" fmla="*/ 63 h 836651"/>
                <a:gd name="connsiteX4" fmla="*/ 5205372 w 6099295"/>
                <a:gd name="connsiteY4" fmla="*/ 90897 h 836651"/>
                <a:gd name="connsiteX5" fmla="*/ 4521086 w 6099295"/>
                <a:gd name="connsiteY5" fmla="*/ 290732 h 836651"/>
                <a:gd name="connsiteX6" fmla="*/ 2843679 w 6099295"/>
                <a:gd name="connsiteY6" fmla="*/ 587459 h 836651"/>
                <a:gd name="connsiteX7" fmla="*/ 1263159 w 6099295"/>
                <a:gd name="connsiteY7" fmla="*/ 696460 h 836651"/>
                <a:gd name="connsiteX8" fmla="*/ 294258 w 6099295"/>
                <a:gd name="connsiteY8" fmla="*/ 738850 h 836651"/>
                <a:gd name="connsiteX9" fmla="*/ 294258 w 6099295"/>
                <a:gd name="connsiteY9" fmla="*/ 799406 h 836651"/>
                <a:gd name="connsiteX10" fmla="*/ 4266751 w 6099295"/>
                <a:gd name="connsiteY10" fmla="*/ 793350 h 836651"/>
                <a:gd name="connsiteX11" fmla="*/ 5162984 w 6099295"/>
                <a:gd name="connsiteY11" fmla="*/ 835740 h 836651"/>
                <a:gd name="connsiteX12" fmla="*/ 5502099 w 6099295"/>
                <a:gd name="connsiteY12" fmla="*/ 817573 h 836651"/>
                <a:gd name="connsiteX13" fmla="*/ 5859298 w 6099295"/>
                <a:gd name="connsiteY13" fmla="*/ 762361 h 836651"/>
                <a:gd name="connsiteX14" fmla="*/ 6041926 w 6099295"/>
                <a:gd name="connsiteY14" fmla="*/ 578062 h 836651"/>
                <a:gd name="connsiteX15" fmla="*/ 6099059 w 6099295"/>
                <a:gd name="connsiteY15" fmla="*/ 364277 h 836651"/>
                <a:gd name="connsiteX0" fmla="*/ 6099059 w 6099295"/>
                <a:gd name="connsiteY0" fmla="*/ 364277 h 836651"/>
                <a:gd name="connsiteX1" fmla="*/ 6057546 w 6099295"/>
                <a:gd name="connsiteY1" fmla="*/ 184279 h 836651"/>
                <a:gd name="connsiteX2" fmla="*/ 5949422 w 6099295"/>
                <a:gd name="connsiteY2" fmla="*/ 77826 h 836651"/>
                <a:gd name="connsiteX3" fmla="*/ 5592934 w 6099295"/>
                <a:gd name="connsiteY3" fmla="*/ 63 h 836651"/>
                <a:gd name="connsiteX4" fmla="*/ 5205372 w 6099295"/>
                <a:gd name="connsiteY4" fmla="*/ 90897 h 836651"/>
                <a:gd name="connsiteX5" fmla="*/ 4521086 w 6099295"/>
                <a:gd name="connsiteY5" fmla="*/ 290732 h 836651"/>
                <a:gd name="connsiteX6" fmla="*/ 3218040 w 6099295"/>
                <a:gd name="connsiteY6" fmla="*/ 573594 h 836651"/>
                <a:gd name="connsiteX7" fmla="*/ 1263159 w 6099295"/>
                <a:gd name="connsiteY7" fmla="*/ 696460 h 836651"/>
                <a:gd name="connsiteX8" fmla="*/ 294258 w 6099295"/>
                <a:gd name="connsiteY8" fmla="*/ 738850 h 836651"/>
                <a:gd name="connsiteX9" fmla="*/ 294258 w 6099295"/>
                <a:gd name="connsiteY9" fmla="*/ 799406 h 836651"/>
                <a:gd name="connsiteX10" fmla="*/ 4266751 w 6099295"/>
                <a:gd name="connsiteY10" fmla="*/ 793350 h 836651"/>
                <a:gd name="connsiteX11" fmla="*/ 5162984 w 6099295"/>
                <a:gd name="connsiteY11" fmla="*/ 835740 h 836651"/>
                <a:gd name="connsiteX12" fmla="*/ 5502099 w 6099295"/>
                <a:gd name="connsiteY12" fmla="*/ 817573 h 836651"/>
                <a:gd name="connsiteX13" fmla="*/ 5859298 w 6099295"/>
                <a:gd name="connsiteY13" fmla="*/ 762361 h 836651"/>
                <a:gd name="connsiteX14" fmla="*/ 6041926 w 6099295"/>
                <a:gd name="connsiteY14" fmla="*/ 578062 h 836651"/>
                <a:gd name="connsiteX15" fmla="*/ 6099059 w 6099295"/>
                <a:gd name="connsiteY15" fmla="*/ 364277 h 836651"/>
                <a:gd name="connsiteX0" fmla="*/ 5997045 w 5997281"/>
                <a:gd name="connsiteY0" fmla="*/ 364277 h 836651"/>
                <a:gd name="connsiteX1" fmla="*/ 5955532 w 5997281"/>
                <a:gd name="connsiteY1" fmla="*/ 184279 h 836651"/>
                <a:gd name="connsiteX2" fmla="*/ 5847408 w 5997281"/>
                <a:gd name="connsiteY2" fmla="*/ 77826 h 836651"/>
                <a:gd name="connsiteX3" fmla="*/ 5490920 w 5997281"/>
                <a:gd name="connsiteY3" fmla="*/ 63 h 836651"/>
                <a:gd name="connsiteX4" fmla="*/ 5103358 w 5997281"/>
                <a:gd name="connsiteY4" fmla="*/ 90897 h 836651"/>
                <a:gd name="connsiteX5" fmla="*/ 4419072 w 5997281"/>
                <a:gd name="connsiteY5" fmla="*/ 290732 h 836651"/>
                <a:gd name="connsiteX6" fmla="*/ 3116026 w 5997281"/>
                <a:gd name="connsiteY6" fmla="*/ 573594 h 836651"/>
                <a:gd name="connsiteX7" fmla="*/ 1161145 w 5997281"/>
                <a:gd name="connsiteY7" fmla="*/ 696460 h 836651"/>
                <a:gd name="connsiteX8" fmla="*/ 580469 w 5997281"/>
                <a:gd name="connsiteY8" fmla="*/ 738850 h 836651"/>
                <a:gd name="connsiteX9" fmla="*/ 192244 w 5997281"/>
                <a:gd name="connsiteY9" fmla="*/ 799406 h 836651"/>
                <a:gd name="connsiteX10" fmla="*/ 4164737 w 5997281"/>
                <a:gd name="connsiteY10" fmla="*/ 793350 h 836651"/>
                <a:gd name="connsiteX11" fmla="*/ 5060970 w 5997281"/>
                <a:gd name="connsiteY11" fmla="*/ 835740 h 836651"/>
                <a:gd name="connsiteX12" fmla="*/ 5400085 w 5997281"/>
                <a:gd name="connsiteY12" fmla="*/ 817573 h 836651"/>
                <a:gd name="connsiteX13" fmla="*/ 5757284 w 5997281"/>
                <a:gd name="connsiteY13" fmla="*/ 762361 h 836651"/>
                <a:gd name="connsiteX14" fmla="*/ 5939912 w 5997281"/>
                <a:gd name="connsiteY14" fmla="*/ 578062 h 836651"/>
                <a:gd name="connsiteX15" fmla="*/ 5997045 w 5997281"/>
                <a:gd name="connsiteY15" fmla="*/ 364277 h 836651"/>
                <a:gd name="connsiteX0" fmla="*/ 5997045 w 5997281"/>
                <a:gd name="connsiteY0" fmla="*/ 364277 h 836651"/>
                <a:gd name="connsiteX1" fmla="*/ 5955532 w 5997281"/>
                <a:gd name="connsiteY1" fmla="*/ 184279 h 836651"/>
                <a:gd name="connsiteX2" fmla="*/ 5847408 w 5997281"/>
                <a:gd name="connsiteY2" fmla="*/ 77826 h 836651"/>
                <a:gd name="connsiteX3" fmla="*/ 5490920 w 5997281"/>
                <a:gd name="connsiteY3" fmla="*/ 63 h 836651"/>
                <a:gd name="connsiteX4" fmla="*/ 5103358 w 5997281"/>
                <a:gd name="connsiteY4" fmla="*/ 90897 h 836651"/>
                <a:gd name="connsiteX5" fmla="*/ 4419072 w 5997281"/>
                <a:gd name="connsiteY5" fmla="*/ 290732 h 836651"/>
                <a:gd name="connsiteX6" fmla="*/ 3116026 w 5997281"/>
                <a:gd name="connsiteY6" fmla="*/ 573594 h 836651"/>
                <a:gd name="connsiteX7" fmla="*/ 580469 w 5997281"/>
                <a:gd name="connsiteY7" fmla="*/ 738850 h 836651"/>
                <a:gd name="connsiteX8" fmla="*/ 192244 w 5997281"/>
                <a:gd name="connsiteY8" fmla="*/ 799406 h 836651"/>
                <a:gd name="connsiteX9" fmla="*/ 4164737 w 5997281"/>
                <a:gd name="connsiteY9" fmla="*/ 793350 h 836651"/>
                <a:gd name="connsiteX10" fmla="*/ 5060970 w 5997281"/>
                <a:gd name="connsiteY10" fmla="*/ 835740 h 836651"/>
                <a:gd name="connsiteX11" fmla="*/ 5400085 w 5997281"/>
                <a:gd name="connsiteY11" fmla="*/ 817573 h 836651"/>
                <a:gd name="connsiteX12" fmla="*/ 5757284 w 5997281"/>
                <a:gd name="connsiteY12" fmla="*/ 762361 h 836651"/>
                <a:gd name="connsiteX13" fmla="*/ 5939912 w 5997281"/>
                <a:gd name="connsiteY13" fmla="*/ 578062 h 836651"/>
                <a:gd name="connsiteX14" fmla="*/ 5997045 w 5997281"/>
                <a:gd name="connsiteY14" fmla="*/ 364277 h 836651"/>
                <a:gd name="connsiteX0" fmla="*/ 5828254 w 5828490"/>
                <a:gd name="connsiteY0" fmla="*/ 364277 h 836651"/>
                <a:gd name="connsiteX1" fmla="*/ 5786741 w 5828490"/>
                <a:gd name="connsiteY1" fmla="*/ 184279 h 836651"/>
                <a:gd name="connsiteX2" fmla="*/ 5678617 w 5828490"/>
                <a:gd name="connsiteY2" fmla="*/ 77826 h 836651"/>
                <a:gd name="connsiteX3" fmla="*/ 5322129 w 5828490"/>
                <a:gd name="connsiteY3" fmla="*/ 63 h 836651"/>
                <a:gd name="connsiteX4" fmla="*/ 4934567 w 5828490"/>
                <a:gd name="connsiteY4" fmla="*/ 90897 h 836651"/>
                <a:gd name="connsiteX5" fmla="*/ 4250281 w 5828490"/>
                <a:gd name="connsiteY5" fmla="*/ 290732 h 836651"/>
                <a:gd name="connsiteX6" fmla="*/ 2947235 w 5828490"/>
                <a:gd name="connsiteY6" fmla="*/ 573594 h 836651"/>
                <a:gd name="connsiteX7" fmla="*/ 2248817 w 5828490"/>
                <a:gd name="connsiteY7" fmla="*/ 718053 h 836651"/>
                <a:gd name="connsiteX8" fmla="*/ 23453 w 5828490"/>
                <a:gd name="connsiteY8" fmla="*/ 799406 h 836651"/>
                <a:gd name="connsiteX9" fmla="*/ 3995946 w 5828490"/>
                <a:gd name="connsiteY9" fmla="*/ 793350 h 836651"/>
                <a:gd name="connsiteX10" fmla="*/ 4892179 w 5828490"/>
                <a:gd name="connsiteY10" fmla="*/ 835740 h 836651"/>
                <a:gd name="connsiteX11" fmla="*/ 5231294 w 5828490"/>
                <a:gd name="connsiteY11" fmla="*/ 817573 h 836651"/>
                <a:gd name="connsiteX12" fmla="*/ 5588493 w 5828490"/>
                <a:gd name="connsiteY12" fmla="*/ 762361 h 836651"/>
                <a:gd name="connsiteX13" fmla="*/ 5771121 w 5828490"/>
                <a:gd name="connsiteY13" fmla="*/ 578062 h 836651"/>
                <a:gd name="connsiteX14" fmla="*/ 5828254 w 5828490"/>
                <a:gd name="connsiteY14" fmla="*/ 364277 h 836651"/>
                <a:gd name="connsiteX0" fmla="*/ 3813466 w 3813702"/>
                <a:gd name="connsiteY0" fmla="*/ 364277 h 836651"/>
                <a:gd name="connsiteX1" fmla="*/ 3771953 w 3813702"/>
                <a:gd name="connsiteY1" fmla="*/ 184279 h 836651"/>
                <a:gd name="connsiteX2" fmla="*/ 3663829 w 3813702"/>
                <a:gd name="connsiteY2" fmla="*/ 77826 h 836651"/>
                <a:gd name="connsiteX3" fmla="*/ 3307341 w 3813702"/>
                <a:gd name="connsiteY3" fmla="*/ 63 h 836651"/>
                <a:gd name="connsiteX4" fmla="*/ 2919779 w 3813702"/>
                <a:gd name="connsiteY4" fmla="*/ 90897 h 836651"/>
                <a:gd name="connsiteX5" fmla="*/ 2235493 w 3813702"/>
                <a:gd name="connsiteY5" fmla="*/ 290732 h 836651"/>
                <a:gd name="connsiteX6" fmla="*/ 932447 w 3813702"/>
                <a:gd name="connsiteY6" fmla="*/ 573594 h 836651"/>
                <a:gd name="connsiteX7" fmla="*/ 234029 w 3813702"/>
                <a:gd name="connsiteY7" fmla="*/ 718053 h 836651"/>
                <a:gd name="connsiteX8" fmla="*/ 102312 w 3813702"/>
                <a:gd name="connsiteY8" fmla="*/ 792475 h 836651"/>
                <a:gd name="connsiteX9" fmla="*/ 1981158 w 3813702"/>
                <a:gd name="connsiteY9" fmla="*/ 793350 h 836651"/>
                <a:gd name="connsiteX10" fmla="*/ 2877391 w 3813702"/>
                <a:gd name="connsiteY10" fmla="*/ 835740 h 836651"/>
                <a:gd name="connsiteX11" fmla="*/ 3216506 w 3813702"/>
                <a:gd name="connsiteY11" fmla="*/ 817573 h 836651"/>
                <a:gd name="connsiteX12" fmla="*/ 3573705 w 3813702"/>
                <a:gd name="connsiteY12" fmla="*/ 762361 h 836651"/>
                <a:gd name="connsiteX13" fmla="*/ 3756333 w 3813702"/>
                <a:gd name="connsiteY13" fmla="*/ 578062 h 836651"/>
                <a:gd name="connsiteX14" fmla="*/ 3813466 w 3813702"/>
                <a:gd name="connsiteY14" fmla="*/ 364277 h 836651"/>
                <a:gd name="connsiteX0" fmla="*/ 3711155 w 3711391"/>
                <a:gd name="connsiteY0" fmla="*/ 364277 h 836651"/>
                <a:gd name="connsiteX1" fmla="*/ 3669642 w 3711391"/>
                <a:gd name="connsiteY1" fmla="*/ 184279 h 836651"/>
                <a:gd name="connsiteX2" fmla="*/ 3561518 w 3711391"/>
                <a:gd name="connsiteY2" fmla="*/ 77826 h 836651"/>
                <a:gd name="connsiteX3" fmla="*/ 3205030 w 3711391"/>
                <a:gd name="connsiteY3" fmla="*/ 63 h 836651"/>
                <a:gd name="connsiteX4" fmla="*/ 2817468 w 3711391"/>
                <a:gd name="connsiteY4" fmla="*/ 90897 h 836651"/>
                <a:gd name="connsiteX5" fmla="*/ 2133182 w 3711391"/>
                <a:gd name="connsiteY5" fmla="*/ 290732 h 836651"/>
                <a:gd name="connsiteX6" fmla="*/ 830136 w 3711391"/>
                <a:gd name="connsiteY6" fmla="*/ 573594 h 836651"/>
                <a:gd name="connsiteX7" fmla="*/ 131718 w 3711391"/>
                <a:gd name="connsiteY7" fmla="*/ 718053 h 836651"/>
                <a:gd name="connsiteX8" fmla="*/ 1 w 3711391"/>
                <a:gd name="connsiteY8" fmla="*/ 792475 h 836651"/>
                <a:gd name="connsiteX9" fmla="*/ 1878847 w 3711391"/>
                <a:gd name="connsiteY9" fmla="*/ 793350 h 836651"/>
                <a:gd name="connsiteX10" fmla="*/ 2775080 w 3711391"/>
                <a:gd name="connsiteY10" fmla="*/ 835740 h 836651"/>
                <a:gd name="connsiteX11" fmla="*/ 3114195 w 3711391"/>
                <a:gd name="connsiteY11" fmla="*/ 817573 h 836651"/>
                <a:gd name="connsiteX12" fmla="*/ 3471394 w 3711391"/>
                <a:gd name="connsiteY12" fmla="*/ 762361 h 836651"/>
                <a:gd name="connsiteX13" fmla="*/ 3654022 w 3711391"/>
                <a:gd name="connsiteY13" fmla="*/ 578062 h 836651"/>
                <a:gd name="connsiteX14" fmla="*/ 3711155 w 3711391"/>
                <a:gd name="connsiteY14" fmla="*/ 364277 h 836651"/>
                <a:gd name="connsiteX0" fmla="*/ 3870604 w 3870840"/>
                <a:gd name="connsiteY0" fmla="*/ 364277 h 836651"/>
                <a:gd name="connsiteX1" fmla="*/ 3829091 w 3870840"/>
                <a:gd name="connsiteY1" fmla="*/ 184279 h 836651"/>
                <a:gd name="connsiteX2" fmla="*/ 3720967 w 3870840"/>
                <a:gd name="connsiteY2" fmla="*/ 77826 h 836651"/>
                <a:gd name="connsiteX3" fmla="*/ 3364479 w 3870840"/>
                <a:gd name="connsiteY3" fmla="*/ 63 h 836651"/>
                <a:gd name="connsiteX4" fmla="*/ 2976917 w 3870840"/>
                <a:gd name="connsiteY4" fmla="*/ 90897 h 836651"/>
                <a:gd name="connsiteX5" fmla="*/ 2292631 w 3870840"/>
                <a:gd name="connsiteY5" fmla="*/ 290732 h 836651"/>
                <a:gd name="connsiteX6" fmla="*/ 989585 w 3870840"/>
                <a:gd name="connsiteY6" fmla="*/ 573594 h 836651"/>
                <a:gd name="connsiteX7" fmla="*/ 291167 w 3870840"/>
                <a:gd name="connsiteY7" fmla="*/ 718053 h 836651"/>
                <a:gd name="connsiteX8" fmla="*/ 0 w 3870840"/>
                <a:gd name="connsiteY8" fmla="*/ 799407 h 836651"/>
                <a:gd name="connsiteX9" fmla="*/ 2038296 w 3870840"/>
                <a:gd name="connsiteY9" fmla="*/ 793350 h 836651"/>
                <a:gd name="connsiteX10" fmla="*/ 2934529 w 3870840"/>
                <a:gd name="connsiteY10" fmla="*/ 835740 h 836651"/>
                <a:gd name="connsiteX11" fmla="*/ 3273644 w 3870840"/>
                <a:gd name="connsiteY11" fmla="*/ 817573 h 836651"/>
                <a:gd name="connsiteX12" fmla="*/ 3630843 w 3870840"/>
                <a:gd name="connsiteY12" fmla="*/ 762361 h 836651"/>
                <a:gd name="connsiteX13" fmla="*/ 3813471 w 3870840"/>
                <a:gd name="connsiteY13" fmla="*/ 578062 h 836651"/>
                <a:gd name="connsiteX14" fmla="*/ 3870604 w 3870840"/>
                <a:gd name="connsiteY14" fmla="*/ 364277 h 836651"/>
                <a:gd name="connsiteX0" fmla="*/ 3870604 w 3870840"/>
                <a:gd name="connsiteY0" fmla="*/ 364277 h 836651"/>
                <a:gd name="connsiteX1" fmla="*/ 3829091 w 3870840"/>
                <a:gd name="connsiteY1" fmla="*/ 184279 h 836651"/>
                <a:gd name="connsiteX2" fmla="*/ 3720967 w 3870840"/>
                <a:gd name="connsiteY2" fmla="*/ 77826 h 836651"/>
                <a:gd name="connsiteX3" fmla="*/ 3364479 w 3870840"/>
                <a:gd name="connsiteY3" fmla="*/ 63 h 836651"/>
                <a:gd name="connsiteX4" fmla="*/ 2976917 w 3870840"/>
                <a:gd name="connsiteY4" fmla="*/ 90897 h 836651"/>
                <a:gd name="connsiteX5" fmla="*/ 2292631 w 3870840"/>
                <a:gd name="connsiteY5" fmla="*/ 290732 h 836651"/>
                <a:gd name="connsiteX6" fmla="*/ 1287687 w 3870840"/>
                <a:gd name="connsiteY6" fmla="*/ 476537 h 836651"/>
                <a:gd name="connsiteX7" fmla="*/ 291167 w 3870840"/>
                <a:gd name="connsiteY7" fmla="*/ 718053 h 836651"/>
                <a:gd name="connsiteX8" fmla="*/ 0 w 3870840"/>
                <a:gd name="connsiteY8" fmla="*/ 799407 h 836651"/>
                <a:gd name="connsiteX9" fmla="*/ 2038296 w 3870840"/>
                <a:gd name="connsiteY9" fmla="*/ 793350 h 836651"/>
                <a:gd name="connsiteX10" fmla="*/ 2934529 w 3870840"/>
                <a:gd name="connsiteY10" fmla="*/ 835740 h 836651"/>
                <a:gd name="connsiteX11" fmla="*/ 3273644 w 3870840"/>
                <a:gd name="connsiteY11" fmla="*/ 817573 h 836651"/>
                <a:gd name="connsiteX12" fmla="*/ 3630843 w 3870840"/>
                <a:gd name="connsiteY12" fmla="*/ 762361 h 836651"/>
                <a:gd name="connsiteX13" fmla="*/ 3813471 w 3870840"/>
                <a:gd name="connsiteY13" fmla="*/ 578062 h 836651"/>
                <a:gd name="connsiteX14" fmla="*/ 3870604 w 3870840"/>
                <a:gd name="connsiteY14" fmla="*/ 364277 h 836651"/>
                <a:gd name="connsiteX0" fmla="*/ 3870604 w 3870840"/>
                <a:gd name="connsiteY0" fmla="*/ 364277 h 836651"/>
                <a:gd name="connsiteX1" fmla="*/ 3829091 w 3870840"/>
                <a:gd name="connsiteY1" fmla="*/ 184279 h 836651"/>
                <a:gd name="connsiteX2" fmla="*/ 3720967 w 3870840"/>
                <a:gd name="connsiteY2" fmla="*/ 77826 h 836651"/>
                <a:gd name="connsiteX3" fmla="*/ 3364479 w 3870840"/>
                <a:gd name="connsiteY3" fmla="*/ 63 h 836651"/>
                <a:gd name="connsiteX4" fmla="*/ 2976917 w 3870840"/>
                <a:gd name="connsiteY4" fmla="*/ 90897 h 836651"/>
                <a:gd name="connsiteX5" fmla="*/ 2361957 w 3870840"/>
                <a:gd name="connsiteY5" fmla="*/ 235271 h 836651"/>
                <a:gd name="connsiteX6" fmla="*/ 1287687 w 3870840"/>
                <a:gd name="connsiteY6" fmla="*/ 476537 h 836651"/>
                <a:gd name="connsiteX7" fmla="*/ 291167 w 3870840"/>
                <a:gd name="connsiteY7" fmla="*/ 718053 h 836651"/>
                <a:gd name="connsiteX8" fmla="*/ 0 w 3870840"/>
                <a:gd name="connsiteY8" fmla="*/ 799407 h 836651"/>
                <a:gd name="connsiteX9" fmla="*/ 2038296 w 3870840"/>
                <a:gd name="connsiteY9" fmla="*/ 793350 h 836651"/>
                <a:gd name="connsiteX10" fmla="*/ 2934529 w 3870840"/>
                <a:gd name="connsiteY10" fmla="*/ 835740 h 836651"/>
                <a:gd name="connsiteX11" fmla="*/ 3273644 w 3870840"/>
                <a:gd name="connsiteY11" fmla="*/ 817573 h 836651"/>
                <a:gd name="connsiteX12" fmla="*/ 3630843 w 3870840"/>
                <a:gd name="connsiteY12" fmla="*/ 762361 h 836651"/>
                <a:gd name="connsiteX13" fmla="*/ 3813471 w 3870840"/>
                <a:gd name="connsiteY13" fmla="*/ 578062 h 836651"/>
                <a:gd name="connsiteX14" fmla="*/ 3870604 w 3870840"/>
                <a:gd name="connsiteY14" fmla="*/ 364277 h 836651"/>
                <a:gd name="connsiteX0" fmla="*/ 3870604 w 3870840"/>
                <a:gd name="connsiteY0" fmla="*/ 364277 h 836651"/>
                <a:gd name="connsiteX1" fmla="*/ 3829091 w 3870840"/>
                <a:gd name="connsiteY1" fmla="*/ 184279 h 836651"/>
                <a:gd name="connsiteX2" fmla="*/ 3720967 w 3870840"/>
                <a:gd name="connsiteY2" fmla="*/ 77826 h 836651"/>
                <a:gd name="connsiteX3" fmla="*/ 3364479 w 3870840"/>
                <a:gd name="connsiteY3" fmla="*/ 63 h 836651"/>
                <a:gd name="connsiteX4" fmla="*/ 2976917 w 3870840"/>
                <a:gd name="connsiteY4" fmla="*/ 90897 h 836651"/>
                <a:gd name="connsiteX5" fmla="*/ 2313429 w 3870840"/>
                <a:gd name="connsiteY5" fmla="*/ 186742 h 836651"/>
                <a:gd name="connsiteX6" fmla="*/ 1287687 w 3870840"/>
                <a:gd name="connsiteY6" fmla="*/ 476537 h 836651"/>
                <a:gd name="connsiteX7" fmla="*/ 291167 w 3870840"/>
                <a:gd name="connsiteY7" fmla="*/ 718053 h 836651"/>
                <a:gd name="connsiteX8" fmla="*/ 0 w 3870840"/>
                <a:gd name="connsiteY8" fmla="*/ 799407 h 836651"/>
                <a:gd name="connsiteX9" fmla="*/ 2038296 w 3870840"/>
                <a:gd name="connsiteY9" fmla="*/ 793350 h 836651"/>
                <a:gd name="connsiteX10" fmla="*/ 2934529 w 3870840"/>
                <a:gd name="connsiteY10" fmla="*/ 835740 h 836651"/>
                <a:gd name="connsiteX11" fmla="*/ 3273644 w 3870840"/>
                <a:gd name="connsiteY11" fmla="*/ 817573 h 836651"/>
                <a:gd name="connsiteX12" fmla="*/ 3630843 w 3870840"/>
                <a:gd name="connsiteY12" fmla="*/ 762361 h 836651"/>
                <a:gd name="connsiteX13" fmla="*/ 3813471 w 3870840"/>
                <a:gd name="connsiteY13" fmla="*/ 578062 h 836651"/>
                <a:gd name="connsiteX14" fmla="*/ 3870604 w 3870840"/>
                <a:gd name="connsiteY14" fmla="*/ 364277 h 836651"/>
                <a:gd name="connsiteX0" fmla="*/ 3870604 w 3870840"/>
                <a:gd name="connsiteY0" fmla="*/ 364277 h 836651"/>
                <a:gd name="connsiteX1" fmla="*/ 3829091 w 3870840"/>
                <a:gd name="connsiteY1" fmla="*/ 184279 h 836651"/>
                <a:gd name="connsiteX2" fmla="*/ 3720967 w 3870840"/>
                <a:gd name="connsiteY2" fmla="*/ 77826 h 836651"/>
                <a:gd name="connsiteX3" fmla="*/ 3364479 w 3870840"/>
                <a:gd name="connsiteY3" fmla="*/ 63 h 836651"/>
                <a:gd name="connsiteX4" fmla="*/ 2976917 w 3870840"/>
                <a:gd name="connsiteY4" fmla="*/ 90897 h 836651"/>
                <a:gd name="connsiteX5" fmla="*/ 1287687 w 3870840"/>
                <a:gd name="connsiteY5" fmla="*/ 476537 h 836651"/>
                <a:gd name="connsiteX6" fmla="*/ 291167 w 3870840"/>
                <a:gd name="connsiteY6" fmla="*/ 718053 h 836651"/>
                <a:gd name="connsiteX7" fmla="*/ 0 w 3870840"/>
                <a:gd name="connsiteY7" fmla="*/ 799407 h 836651"/>
                <a:gd name="connsiteX8" fmla="*/ 2038296 w 3870840"/>
                <a:gd name="connsiteY8" fmla="*/ 793350 h 836651"/>
                <a:gd name="connsiteX9" fmla="*/ 2934529 w 3870840"/>
                <a:gd name="connsiteY9" fmla="*/ 835740 h 836651"/>
                <a:gd name="connsiteX10" fmla="*/ 3273644 w 3870840"/>
                <a:gd name="connsiteY10" fmla="*/ 817573 h 836651"/>
                <a:gd name="connsiteX11" fmla="*/ 3630843 w 3870840"/>
                <a:gd name="connsiteY11" fmla="*/ 762361 h 836651"/>
                <a:gd name="connsiteX12" fmla="*/ 3813471 w 3870840"/>
                <a:gd name="connsiteY12" fmla="*/ 578062 h 836651"/>
                <a:gd name="connsiteX13" fmla="*/ 3870604 w 3870840"/>
                <a:gd name="connsiteY13" fmla="*/ 364277 h 836651"/>
                <a:gd name="connsiteX0" fmla="*/ 3870604 w 3870840"/>
                <a:gd name="connsiteY0" fmla="*/ 350435 h 822809"/>
                <a:gd name="connsiteX1" fmla="*/ 3829091 w 3870840"/>
                <a:gd name="connsiteY1" fmla="*/ 170437 h 822809"/>
                <a:gd name="connsiteX2" fmla="*/ 3720967 w 3870840"/>
                <a:gd name="connsiteY2" fmla="*/ 63984 h 822809"/>
                <a:gd name="connsiteX3" fmla="*/ 3378345 w 3870840"/>
                <a:gd name="connsiteY3" fmla="*/ 86 h 822809"/>
                <a:gd name="connsiteX4" fmla="*/ 2976917 w 3870840"/>
                <a:gd name="connsiteY4" fmla="*/ 77055 h 822809"/>
                <a:gd name="connsiteX5" fmla="*/ 1287687 w 3870840"/>
                <a:gd name="connsiteY5" fmla="*/ 462695 h 822809"/>
                <a:gd name="connsiteX6" fmla="*/ 291167 w 3870840"/>
                <a:gd name="connsiteY6" fmla="*/ 704211 h 822809"/>
                <a:gd name="connsiteX7" fmla="*/ 0 w 3870840"/>
                <a:gd name="connsiteY7" fmla="*/ 785565 h 822809"/>
                <a:gd name="connsiteX8" fmla="*/ 2038296 w 3870840"/>
                <a:gd name="connsiteY8" fmla="*/ 779508 h 822809"/>
                <a:gd name="connsiteX9" fmla="*/ 2934529 w 3870840"/>
                <a:gd name="connsiteY9" fmla="*/ 821898 h 822809"/>
                <a:gd name="connsiteX10" fmla="*/ 3273644 w 3870840"/>
                <a:gd name="connsiteY10" fmla="*/ 803731 h 822809"/>
                <a:gd name="connsiteX11" fmla="*/ 3630843 w 3870840"/>
                <a:gd name="connsiteY11" fmla="*/ 748519 h 822809"/>
                <a:gd name="connsiteX12" fmla="*/ 3813471 w 3870840"/>
                <a:gd name="connsiteY12" fmla="*/ 564220 h 822809"/>
                <a:gd name="connsiteX13" fmla="*/ 3870604 w 3870840"/>
                <a:gd name="connsiteY13" fmla="*/ 350435 h 822809"/>
                <a:gd name="connsiteX0" fmla="*/ 3870604 w 3870840"/>
                <a:gd name="connsiteY0" fmla="*/ 350435 h 822809"/>
                <a:gd name="connsiteX1" fmla="*/ 3829091 w 3870840"/>
                <a:gd name="connsiteY1" fmla="*/ 170437 h 822809"/>
                <a:gd name="connsiteX2" fmla="*/ 3720967 w 3870840"/>
                <a:gd name="connsiteY2" fmla="*/ 63984 h 822809"/>
                <a:gd name="connsiteX3" fmla="*/ 3378345 w 3870840"/>
                <a:gd name="connsiteY3" fmla="*/ 86 h 822809"/>
                <a:gd name="connsiteX4" fmla="*/ 2976917 w 3870840"/>
                <a:gd name="connsiteY4" fmla="*/ 77055 h 822809"/>
                <a:gd name="connsiteX5" fmla="*/ 1287687 w 3870840"/>
                <a:gd name="connsiteY5" fmla="*/ 462695 h 822809"/>
                <a:gd name="connsiteX6" fmla="*/ 291167 w 3870840"/>
                <a:gd name="connsiteY6" fmla="*/ 704211 h 822809"/>
                <a:gd name="connsiteX7" fmla="*/ 0 w 3870840"/>
                <a:gd name="connsiteY7" fmla="*/ 785565 h 822809"/>
                <a:gd name="connsiteX8" fmla="*/ 2038296 w 3870840"/>
                <a:gd name="connsiteY8" fmla="*/ 779508 h 822809"/>
                <a:gd name="connsiteX9" fmla="*/ 2934529 w 3870840"/>
                <a:gd name="connsiteY9" fmla="*/ 821898 h 822809"/>
                <a:gd name="connsiteX10" fmla="*/ 3273644 w 3870840"/>
                <a:gd name="connsiteY10" fmla="*/ 803731 h 822809"/>
                <a:gd name="connsiteX11" fmla="*/ 3630843 w 3870840"/>
                <a:gd name="connsiteY11" fmla="*/ 748519 h 822809"/>
                <a:gd name="connsiteX12" fmla="*/ 3813471 w 3870840"/>
                <a:gd name="connsiteY12" fmla="*/ 564220 h 822809"/>
                <a:gd name="connsiteX13" fmla="*/ 3870604 w 3870840"/>
                <a:gd name="connsiteY13" fmla="*/ 350435 h 822809"/>
                <a:gd name="connsiteX0" fmla="*/ 3870604 w 3870840"/>
                <a:gd name="connsiteY0" fmla="*/ 357360 h 829734"/>
                <a:gd name="connsiteX1" fmla="*/ 3829091 w 3870840"/>
                <a:gd name="connsiteY1" fmla="*/ 177362 h 829734"/>
                <a:gd name="connsiteX2" fmla="*/ 3720967 w 3870840"/>
                <a:gd name="connsiteY2" fmla="*/ 70909 h 829734"/>
                <a:gd name="connsiteX3" fmla="*/ 3447671 w 3870840"/>
                <a:gd name="connsiteY3" fmla="*/ 78 h 829734"/>
                <a:gd name="connsiteX4" fmla="*/ 2976917 w 3870840"/>
                <a:gd name="connsiteY4" fmla="*/ 83980 h 829734"/>
                <a:gd name="connsiteX5" fmla="*/ 1287687 w 3870840"/>
                <a:gd name="connsiteY5" fmla="*/ 469620 h 829734"/>
                <a:gd name="connsiteX6" fmla="*/ 291167 w 3870840"/>
                <a:gd name="connsiteY6" fmla="*/ 711136 h 829734"/>
                <a:gd name="connsiteX7" fmla="*/ 0 w 3870840"/>
                <a:gd name="connsiteY7" fmla="*/ 792490 h 829734"/>
                <a:gd name="connsiteX8" fmla="*/ 2038296 w 3870840"/>
                <a:gd name="connsiteY8" fmla="*/ 786433 h 829734"/>
                <a:gd name="connsiteX9" fmla="*/ 2934529 w 3870840"/>
                <a:gd name="connsiteY9" fmla="*/ 828823 h 829734"/>
                <a:gd name="connsiteX10" fmla="*/ 3273644 w 3870840"/>
                <a:gd name="connsiteY10" fmla="*/ 810656 h 829734"/>
                <a:gd name="connsiteX11" fmla="*/ 3630843 w 3870840"/>
                <a:gd name="connsiteY11" fmla="*/ 755444 h 829734"/>
                <a:gd name="connsiteX12" fmla="*/ 3813471 w 3870840"/>
                <a:gd name="connsiteY12" fmla="*/ 571145 h 829734"/>
                <a:gd name="connsiteX13" fmla="*/ 3870604 w 3870840"/>
                <a:gd name="connsiteY13" fmla="*/ 357360 h 829734"/>
                <a:gd name="connsiteX0" fmla="*/ 3870604 w 3870840"/>
                <a:gd name="connsiteY0" fmla="*/ 357360 h 811324"/>
                <a:gd name="connsiteX1" fmla="*/ 3829091 w 3870840"/>
                <a:gd name="connsiteY1" fmla="*/ 177362 h 811324"/>
                <a:gd name="connsiteX2" fmla="*/ 3720967 w 3870840"/>
                <a:gd name="connsiteY2" fmla="*/ 70909 h 811324"/>
                <a:gd name="connsiteX3" fmla="*/ 3447671 w 3870840"/>
                <a:gd name="connsiteY3" fmla="*/ 78 h 811324"/>
                <a:gd name="connsiteX4" fmla="*/ 2976917 w 3870840"/>
                <a:gd name="connsiteY4" fmla="*/ 83980 h 811324"/>
                <a:gd name="connsiteX5" fmla="*/ 1287687 w 3870840"/>
                <a:gd name="connsiteY5" fmla="*/ 469620 h 811324"/>
                <a:gd name="connsiteX6" fmla="*/ 291167 w 3870840"/>
                <a:gd name="connsiteY6" fmla="*/ 711136 h 811324"/>
                <a:gd name="connsiteX7" fmla="*/ 0 w 3870840"/>
                <a:gd name="connsiteY7" fmla="*/ 792490 h 811324"/>
                <a:gd name="connsiteX8" fmla="*/ 2038296 w 3870840"/>
                <a:gd name="connsiteY8" fmla="*/ 786433 h 811324"/>
                <a:gd name="connsiteX9" fmla="*/ 3273644 w 3870840"/>
                <a:gd name="connsiteY9" fmla="*/ 810656 h 811324"/>
                <a:gd name="connsiteX10" fmla="*/ 3630843 w 3870840"/>
                <a:gd name="connsiteY10" fmla="*/ 755444 h 811324"/>
                <a:gd name="connsiteX11" fmla="*/ 3813471 w 3870840"/>
                <a:gd name="connsiteY11" fmla="*/ 571145 h 811324"/>
                <a:gd name="connsiteX12" fmla="*/ 3870604 w 3870840"/>
                <a:gd name="connsiteY12" fmla="*/ 357360 h 811324"/>
                <a:gd name="connsiteX0" fmla="*/ 3870604 w 3870840"/>
                <a:gd name="connsiteY0" fmla="*/ 357360 h 811324"/>
                <a:gd name="connsiteX1" fmla="*/ 3829091 w 3870840"/>
                <a:gd name="connsiteY1" fmla="*/ 177362 h 811324"/>
                <a:gd name="connsiteX2" fmla="*/ 3720967 w 3870840"/>
                <a:gd name="connsiteY2" fmla="*/ 70909 h 811324"/>
                <a:gd name="connsiteX3" fmla="*/ 3447671 w 3870840"/>
                <a:gd name="connsiteY3" fmla="*/ 78 h 811324"/>
                <a:gd name="connsiteX4" fmla="*/ 2976917 w 3870840"/>
                <a:gd name="connsiteY4" fmla="*/ 83980 h 811324"/>
                <a:gd name="connsiteX5" fmla="*/ 1273822 w 3870840"/>
                <a:gd name="connsiteY5" fmla="*/ 532013 h 811324"/>
                <a:gd name="connsiteX6" fmla="*/ 291167 w 3870840"/>
                <a:gd name="connsiteY6" fmla="*/ 711136 h 811324"/>
                <a:gd name="connsiteX7" fmla="*/ 0 w 3870840"/>
                <a:gd name="connsiteY7" fmla="*/ 792490 h 811324"/>
                <a:gd name="connsiteX8" fmla="*/ 2038296 w 3870840"/>
                <a:gd name="connsiteY8" fmla="*/ 786433 h 811324"/>
                <a:gd name="connsiteX9" fmla="*/ 3273644 w 3870840"/>
                <a:gd name="connsiteY9" fmla="*/ 810656 h 811324"/>
                <a:gd name="connsiteX10" fmla="*/ 3630843 w 3870840"/>
                <a:gd name="connsiteY10" fmla="*/ 755444 h 811324"/>
                <a:gd name="connsiteX11" fmla="*/ 3813471 w 3870840"/>
                <a:gd name="connsiteY11" fmla="*/ 571145 h 811324"/>
                <a:gd name="connsiteX12" fmla="*/ 3870604 w 3870840"/>
                <a:gd name="connsiteY12" fmla="*/ 357360 h 811324"/>
                <a:gd name="connsiteX0" fmla="*/ 3870604 w 3870840"/>
                <a:gd name="connsiteY0" fmla="*/ 357360 h 811324"/>
                <a:gd name="connsiteX1" fmla="*/ 3829091 w 3870840"/>
                <a:gd name="connsiteY1" fmla="*/ 177362 h 811324"/>
                <a:gd name="connsiteX2" fmla="*/ 3720967 w 3870840"/>
                <a:gd name="connsiteY2" fmla="*/ 70909 h 811324"/>
                <a:gd name="connsiteX3" fmla="*/ 3447671 w 3870840"/>
                <a:gd name="connsiteY3" fmla="*/ 78 h 811324"/>
                <a:gd name="connsiteX4" fmla="*/ 2976917 w 3870840"/>
                <a:gd name="connsiteY4" fmla="*/ 83980 h 811324"/>
                <a:gd name="connsiteX5" fmla="*/ 1273822 w 3870840"/>
                <a:gd name="connsiteY5" fmla="*/ 532013 h 811324"/>
                <a:gd name="connsiteX6" fmla="*/ 0 w 3870840"/>
                <a:gd name="connsiteY6" fmla="*/ 792490 h 811324"/>
                <a:gd name="connsiteX7" fmla="*/ 2038296 w 3870840"/>
                <a:gd name="connsiteY7" fmla="*/ 786433 h 811324"/>
                <a:gd name="connsiteX8" fmla="*/ 3273644 w 3870840"/>
                <a:gd name="connsiteY8" fmla="*/ 810656 h 811324"/>
                <a:gd name="connsiteX9" fmla="*/ 3630843 w 3870840"/>
                <a:gd name="connsiteY9" fmla="*/ 755444 h 811324"/>
                <a:gd name="connsiteX10" fmla="*/ 3813471 w 3870840"/>
                <a:gd name="connsiteY10" fmla="*/ 571145 h 811324"/>
                <a:gd name="connsiteX11" fmla="*/ 3870604 w 3870840"/>
                <a:gd name="connsiteY11" fmla="*/ 357360 h 811324"/>
                <a:gd name="connsiteX0" fmla="*/ 3614097 w 3614333"/>
                <a:gd name="connsiteY0" fmla="*/ 357360 h 811324"/>
                <a:gd name="connsiteX1" fmla="*/ 3572584 w 3614333"/>
                <a:gd name="connsiteY1" fmla="*/ 177362 h 811324"/>
                <a:gd name="connsiteX2" fmla="*/ 3464460 w 3614333"/>
                <a:gd name="connsiteY2" fmla="*/ 70909 h 811324"/>
                <a:gd name="connsiteX3" fmla="*/ 3191164 w 3614333"/>
                <a:gd name="connsiteY3" fmla="*/ 78 h 811324"/>
                <a:gd name="connsiteX4" fmla="*/ 2720410 w 3614333"/>
                <a:gd name="connsiteY4" fmla="*/ 83980 h 811324"/>
                <a:gd name="connsiteX5" fmla="*/ 1017315 w 3614333"/>
                <a:gd name="connsiteY5" fmla="*/ 532013 h 811324"/>
                <a:gd name="connsiteX6" fmla="*/ 0 w 3614333"/>
                <a:gd name="connsiteY6" fmla="*/ 785559 h 811324"/>
                <a:gd name="connsiteX7" fmla="*/ 1781789 w 3614333"/>
                <a:gd name="connsiteY7" fmla="*/ 786433 h 811324"/>
                <a:gd name="connsiteX8" fmla="*/ 3017137 w 3614333"/>
                <a:gd name="connsiteY8" fmla="*/ 810656 h 811324"/>
                <a:gd name="connsiteX9" fmla="*/ 3374336 w 3614333"/>
                <a:gd name="connsiteY9" fmla="*/ 755444 h 811324"/>
                <a:gd name="connsiteX10" fmla="*/ 3556964 w 3614333"/>
                <a:gd name="connsiteY10" fmla="*/ 571145 h 811324"/>
                <a:gd name="connsiteX11" fmla="*/ 3614097 w 3614333"/>
                <a:gd name="connsiteY11" fmla="*/ 357360 h 811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14333" h="811324">
                  <a:moveTo>
                    <a:pt x="3614097" y="357360"/>
                  </a:moveTo>
                  <a:cubicBezTo>
                    <a:pt x="3616700" y="291730"/>
                    <a:pt x="3597523" y="225104"/>
                    <a:pt x="3572584" y="177362"/>
                  </a:cubicBezTo>
                  <a:cubicBezTo>
                    <a:pt x="3547645" y="129620"/>
                    <a:pt x="3528030" y="100456"/>
                    <a:pt x="3464460" y="70909"/>
                  </a:cubicBezTo>
                  <a:cubicBezTo>
                    <a:pt x="3400890" y="41362"/>
                    <a:pt x="3315172" y="-2101"/>
                    <a:pt x="3191164" y="78"/>
                  </a:cubicBezTo>
                  <a:cubicBezTo>
                    <a:pt x="3067156" y="2257"/>
                    <a:pt x="3082718" y="-4676"/>
                    <a:pt x="2720410" y="83980"/>
                  </a:cubicBezTo>
                  <a:cubicBezTo>
                    <a:pt x="2358102" y="172636"/>
                    <a:pt x="1580392" y="403466"/>
                    <a:pt x="1017315" y="532013"/>
                  </a:cubicBezTo>
                  <a:lnTo>
                    <a:pt x="0" y="785559"/>
                  </a:lnTo>
                  <a:cubicBezTo>
                    <a:pt x="291188" y="798108"/>
                    <a:pt x="457625" y="788452"/>
                    <a:pt x="1781789" y="786433"/>
                  </a:cubicBezTo>
                  <a:cubicBezTo>
                    <a:pt x="2327396" y="789461"/>
                    <a:pt x="2751713" y="815821"/>
                    <a:pt x="3017137" y="810656"/>
                  </a:cubicBezTo>
                  <a:cubicBezTo>
                    <a:pt x="3133189" y="798426"/>
                    <a:pt x="3284365" y="795362"/>
                    <a:pt x="3374336" y="755444"/>
                  </a:cubicBezTo>
                  <a:cubicBezTo>
                    <a:pt x="3464307" y="715526"/>
                    <a:pt x="3517004" y="637492"/>
                    <a:pt x="3556964" y="571145"/>
                  </a:cubicBezTo>
                  <a:cubicBezTo>
                    <a:pt x="3596924" y="504798"/>
                    <a:pt x="3611494" y="422991"/>
                    <a:pt x="3614097" y="357360"/>
                  </a:cubicBez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5992E39-FAAF-425F-B6FD-74EA51BC8DD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>
              <a:off x="6707663" y="894736"/>
              <a:ext cx="875023" cy="645329"/>
            </a:xfrm>
            <a:prstGeom prst="rect">
              <a:avLst/>
            </a:prstGeom>
          </p:spPr>
        </p:pic>
      </p:grp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11579A1-E644-47E1-B382-8134073A5EB6}"/>
              </a:ext>
            </a:extLst>
          </p:cNvPr>
          <p:cNvSpPr/>
          <p:nvPr/>
        </p:nvSpPr>
        <p:spPr>
          <a:xfrm>
            <a:off x="781672" y="2354258"/>
            <a:ext cx="11302335" cy="1079373"/>
          </a:xfrm>
          <a:custGeom>
            <a:avLst/>
            <a:gdLst>
              <a:gd name="connsiteX0" fmla="*/ 11173098 w 11173098"/>
              <a:gd name="connsiteY0" fmla="*/ 217714 h 409302"/>
              <a:gd name="connsiteX1" fmla="*/ 10633166 w 11173098"/>
              <a:gd name="connsiteY1" fmla="*/ 217714 h 409302"/>
              <a:gd name="connsiteX2" fmla="*/ 10554789 w 11173098"/>
              <a:gd name="connsiteY2" fmla="*/ 113211 h 409302"/>
              <a:gd name="connsiteX3" fmla="*/ 10432869 w 11173098"/>
              <a:gd name="connsiteY3" fmla="*/ 8708 h 409302"/>
              <a:gd name="connsiteX4" fmla="*/ 10197738 w 11173098"/>
              <a:gd name="connsiteY4" fmla="*/ 0 h 409302"/>
              <a:gd name="connsiteX5" fmla="*/ 9875520 w 11173098"/>
              <a:gd name="connsiteY5" fmla="*/ 78377 h 409302"/>
              <a:gd name="connsiteX6" fmla="*/ 9396549 w 11173098"/>
              <a:gd name="connsiteY6" fmla="*/ 182880 h 409302"/>
              <a:gd name="connsiteX7" fmla="*/ 8769532 w 11173098"/>
              <a:gd name="connsiteY7" fmla="*/ 357051 h 409302"/>
              <a:gd name="connsiteX8" fmla="*/ 8525692 w 11173098"/>
              <a:gd name="connsiteY8" fmla="*/ 409302 h 409302"/>
              <a:gd name="connsiteX9" fmla="*/ 0 w 11173098"/>
              <a:gd name="connsiteY9" fmla="*/ 409302 h 409302"/>
              <a:gd name="connsiteX0" fmla="*/ 11173098 w 11173098"/>
              <a:gd name="connsiteY0" fmla="*/ 217714 h 409302"/>
              <a:gd name="connsiteX1" fmla="*/ 10633166 w 11173098"/>
              <a:gd name="connsiteY1" fmla="*/ 217714 h 409302"/>
              <a:gd name="connsiteX2" fmla="*/ 10554789 w 11173098"/>
              <a:gd name="connsiteY2" fmla="*/ 113211 h 409302"/>
              <a:gd name="connsiteX3" fmla="*/ 10432869 w 11173098"/>
              <a:gd name="connsiteY3" fmla="*/ 8708 h 409302"/>
              <a:gd name="connsiteX4" fmla="*/ 10197738 w 11173098"/>
              <a:gd name="connsiteY4" fmla="*/ 0 h 409302"/>
              <a:gd name="connsiteX5" fmla="*/ 9875520 w 11173098"/>
              <a:gd name="connsiteY5" fmla="*/ 78377 h 409302"/>
              <a:gd name="connsiteX6" fmla="*/ 9396549 w 11173098"/>
              <a:gd name="connsiteY6" fmla="*/ 182880 h 409302"/>
              <a:gd name="connsiteX7" fmla="*/ 8769532 w 11173098"/>
              <a:gd name="connsiteY7" fmla="*/ 357051 h 409302"/>
              <a:gd name="connsiteX8" fmla="*/ 8525692 w 11173098"/>
              <a:gd name="connsiteY8" fmla="*/ 409302 h 409302"/>
              <a:gd name="connsiteX9" fmla="*/ 0 w 11173098"/>
              <a:gd name="connsiteY9" fmla="*/ 409302 h 409302"/>
              <a:gd name="connsiteX0" fmla="*/ 11173098 w 11173098"/>
              <a:gd name="connsiteY0" fmla="*/ 217714 h 409302"/>
              <a:gd name="connsiteX1" fmla="*/ 10741450 w 11173098"/>
              <a:gd name="connsiteY1" fmla="*/ 221725 h 409302"/>
              <a:gd name="connsiteX2" fmla="*/ 10554789 w 11173098"/>
              <a:gd name="connsiteY2" fmla="*/ 113211 h 409302"/>
              <a:gd name="connsiteX3" fmla="*/ 10432869 w 11173098"/>
              <a:gd name="connsiteY3" fmla="*/ 8708 h 409302"/>
              <a:gd name="connsiteX4" fmla="*/ 10197738 w 11173098"/>
              <a:gd name="connsiteY4" fmla="*/ 0 h 409302"/>
              <a:gd name="connsiteX5" fmla="*/ 9875520 w 11173098"/>
              <a:gd name="connsiteY5" fmla="*/ 78377 h 409302"/>
              <a:gd name="connsiteX6" fmla="*/ 9396549 w 11173098"/>
              <a:gd name="connsiteY6" fmla="*/ 182880 h 409302"/>
              <a:gd name="connsiteX7" fmla="*/ 8769532 w 11173098"/>
              <a:gd name="connsiteY7" fmla="*/ 357051 h 409302"/>
              <a:gd name="connsiteX8" fmla="*/ 8525692 w 11173098"/>
              <a:gd name="connsiteY8" fmla="*/ 409302 h 409302"/>
              <a:gd name="connsiteX9" fmla="*/ 0 w 11173098"/>
              <a:gd name="connsiteY9" fmla="*/ 409302 h 409302"/>
              <a:gd name="connsiteX0" fmla="*/ 11173098 w 11173098"/>
              <a:gd name="connsiteY0" fmla="*/ 230843 h 422431"/>
              <a:gd name="connsiteX1" fmla="*/ 10741450 w 11173098"/>
              <a:gd name="connsiteY1" fmla="*/ 234854 h 422431"/>
              <a:gd name="connsiteX2" fmla="*/ 10554789 w 11173098"/>
              <a:gd name="connsiteY2" fmla="*/ 126340 h 422431"/>
              <a:gd name="connsiteX3" fmla="*/ 10432869 w 11173098"/>
              <a:gd name="connsiteY3" fmla="*/ 21837 h 422431"/>
              <a:gd name="connsiteX4" fmla="*/ 10197738 w 11173098"/>
              <a:gd name="connsiteY4" fmla="*/ 13129 h 422431"/>
              <a:gd name="connsiteX5" fmla="*/ 9875520 w 11173098"/>
              <a:gd name="connsiteY5" fmla="*/ 91506 h 422431"/>
              <a:gd name="connsiteX6" fmla="*/ 9396549 w 11173098"/>
              <a:gd name="connsiteY6" fmla="*/ 196009 h 422431"/>
              <a:gd name="connsiteX7" fmla="*/ 8769532 w 11173098"/>
              <a:gd name="connsiteY7" fmla="*/ 370180 h 422431"/>
              <a:gd name="connsiteX8" fmla="*/ 8525692 w 11173098"/>
              <a:gd name="connsiteY8" fmla="*/ 422431 h 422431"/>
              <a:gd name="connsiteX9" fmla="*/ 0 w 11173098"/>
              <a:gd name="connsiteY9" fmla="*/ 422431 h 422431"/>
              <a:gd name="connsiteX0" fmla="*/ 11173098 w 11173098"/>
              <a:gd name="connsiteY0" fmla="*/ 231414 h 423002"/>
              <a:gd name="connsiteX1" fmla="*/ 10741450 w 11173098"/>
              <a:gd name="connsiteY1" fmla="*/ 235425 h 423002"/>
              <a:gd name="connsiteX2" fmla="*/ 10554789 w 11173098"/>
              <a:gd name="connsiteY2" fmla="*/ 126911 h 423002"/>
              <a:gd name="connsiteX3" fmla="*/ 10432869 w 11173098"/>
              <a:gd name="connsiteY3" fmla="*/ 22408 h 423002"/>
              <a:gd name="connsiteX4" fmla="*/ 10197738 w 11173098"/>
              <a:gd name="connsiteY4" fmla="*/ 13700 h 423002"/>
              <a:gd name="connsiteX5" fmla="*/ 9875520 w 11173098"/>
              <a:gd name="connsiteY5" fmla="*/ 92077 h 423002"/>
              <a:gd name="connsiteX6" fmla="*/ 9396549 w 11173098"/>
              <a:gd name="connsiteY6" fmla="*/ 196580 h 423002"/>
              <a:gd name="connsiteX7" fmla="*/ 8769532 w 11173098"/>
              <a:gd name="connsiteY7" fmla="*/ 370751 h 423002"/>
              <a:gd name="connsiteX8" fmla="*/ 8525692 w 11173098"/>
              <a:gd name="connsiteY8" fmla="*/ 423002 h 423002"/>
              <a:gd name="connsiteX9" fmla="*/ 0 w 11173098"/>
              <a:gd name="connsiteY9" fmla="*/ 423002 h 423002"/>
              <a:gd name="connsiteX0" fmla="*/ 11173098 w 11173098"/>
              <a:gd name="connsiteY0" fmla="*/ 231414 h 423002"/>
              <a:gd name="connsiteX1" fmla="*/ 10741450 w 11173098"/>
              <a:gd name="connsiteY1" fmla="*/ 235425 h 423002"/>
              <a:gd name="connsiteX2" fmla="*/ 10554789 w 11173098"/>
              <a:gd name="connsiteY2" fmla="*/ 126911 h 423002"/>
              <a:gd name="connsiteX3" fmla="*/ 10432869 w 11173098"/>
              <a:gd name="connsiteY3" fmla="*/ 22408 h 423002"/>
              <a:gd name="connsiteX4" fmla="*/ 10197738 w 11173098"/>
              <a:gd name="connsiteY4" fmla="*/ 13700 h 423002"/>
              <a:gd name="connsiteX5" fmla="*/ 9875520 w 11173098"/>
              <a:gd name="connsiteY5" fmla="*/ 92077 h 423002"/>
              <a:gd name="connsiteX6" fmla="*/ 8769532 w 11173098"/>
              <a:gd name="connsiteY6" fmla="*/ 370751 h 423002"/>
              <a:gd name="connsiteX7" fmla="*/ 8525692 w 11173098"/>
              <a:gd name="connsiteY7" fmla="*/ 423002 h 423002"/>
              <a:gd name="connsiteX8" fmla="*/ 0 w 11173098"/>
              <a:gd name="connsiteY8" fmla="*/ 423002 h 423002"/>
              <a:gd name="connsiteX0" fmla="*/ 11173098 w 11173098"/>
              <a:gd name="connsiteY0" fmla="*/ 231414 h 423002"/>
              <a:gd name="connsiteX1" fmla="*/ 10741450 w 11173098"/>
              <a:gd name="connsiteY1" fmla="*/ 235425 h 423002"/>
              <a:gd name="connsiteX2" fmla="*/ 10554789 w 11173098"/>
              <a:gd name="connsiteY2" fmla="*/ 126911 h 423002"/>
              <a:gd name="connsiteX3" fmla="*/ 10432869 w 11173098"/>
              <a:gd name="connsiteY3" fmla="*/ 22408 h 423002"/>
              <a:gd name="connsiteX4" fmla="*/ 10197738 w 11173098"/>
              <a:gd name="connsiteY4" fmla="*/ 13700 h 423002"/>
              <a:gd name="connsiteX5" fmla="*/ 9875520 w 11173098"/>
              <a:gd name="connsiteY5" fmla="*/ 92077 h 423002"/>
              <a:gd name="connsiteX6" fmla="*/ 8769532 w 11173098"/>
              <a:gd name="connsiteY6" fmla="*/ 370751 h 423002"/>
              <a:gd name="connsiteX7" fmla="*/ 8525692 w 11173098"/>
              <a:gd name="connsiteY7" fmla="*/ 423002 h 423002"/>
              <a:gd name="connsiteX8" fmla="*/ 0 w 11173098"/>
              <a:gd name="connsiteY8" fmla="*/ 423002 h 423002"/>
              <a:gd name="connsiteX0" fmla="*/ 11173098 w 11173098"/>
              <a:gd name="connsiteY0" fmla="*/ 231414 h 423002"/>
              <a:gd name="connsiteX1" fmla="*/ 10741450 w 11173098"/>
              <a:gd name="connsiteY1" fmla="*/ 235425 h 423002"/>
              <a:gd name="connsiteX2" fmla="*/ 10554789 w 11173098"/>
              <a:gd name="connsiteY2" fmla="*/ 126911 h 423002"/>
              <a:gd name="connsiteX3" fmla="*/ 10432869 w 11173098"/>
              <a:gd name="connsiteY3" fmla="*/ 22408 h 423002"/>
              <a:gd name="connsiteX4" fmla="*/ 10197738 w 11173098"/>
              <a:gd name="connsiteY4" fmla="*/ 13700 h 423002"/>
              <a:gd name="connsiteX5" fmla="*/ 9875520 w 11173098"/>
              <a:gd name="connsiteY5" fmla="*/ 92077 h 423002"/>
              <a:gd name="connsiteX6" fmla="*/ 8769532 w 11173098"/>
              <a:gd name="connsiteY6" fmla="*/ 370751 h 423002"/>
              <a:gd name="connsiteX7" fmla="*/ 7422797 w 11173098"/>
              <a:gd name="connsiteY7" fmla="*/ 418992 h 423002"/>
              <a:gd name="connsiteX8" fmla="*/ 0 w 11173098"/>
              <a:gd name="connsiteY8" fmla="*/ 423002 h 423002"/>
              <a:gd name="connsiteX0" fmla="*/ 11173098 w 11173098"/>
              <a:gd name="connsiteY0" fmla="*/ 231414 h 423002"/>
              <a:gd name="connsiteX1" fmla="*/ 10741450 w 11173098"/>
              <a:gd name="connsiteY1" fmla="*/ 235425 h 423002"/>
              <a:gd name="connsiteX2" fmla="*/ 10554789 w 11173098"/>
              <a:gd name="connsiteY2" fmla="*/ 126911 h 423002"/>
              <a:gd name="connsiteX3" fmla="*/ 10432869 w 11173098"/>
              <a:gd name="connsiteY3" fmla="*/ 22408 h 423002"/>
              <a:gd name="connsiteX4" fmla="*/ 10197738 w 11173098"/>
              <a:gd name="connsiteY4" fmla="*/ 13700 h 423002"/>
              <a:gd name="connsiteX5" fmla="*/ 9875520 w 11173098"/>
              <a:gd name="connsiteY5" fmla="*/ 92077 h 423002"/>
              <a:gd name="connsiteX6" fmla="*/ 8769532 w 11173098"/>
              <a:gd name="connsiteY6" fmla="*/ 370751 h 423002"/>
              <a:gd name="connsiteX7" fmla="*/ 7422797 w 11173098"/>
              <a:gd name="connsiteY7" fmla="*/ 418992 h 423002"/>
              <a:gd name="connsiteX8" fmla="*/ 0 w 11173098"/>
              <a:gd name="connsiteY8" fmla="*/ 423002 h 423002"/>
              <a:gd name="connsiteX0" fmla="*/ 11173098 w 11173098"/>
              <a:gd name="connsiteY0" fmla="*/ 231414 h 427554"/>
              <a:gd name="connsiteX1" fmla="*/ 10741450 w 11173098"/>
              <a:gd name="connsiteY1" fmla="*/ 235425 h 427554"/>
              <a:gd name="connsiteX2" fmla="*/ 10554789 w 11173098"/>
              <a:gd name="connsiteY2" fmla="*/ 126911 h 427554"/>
              <a:gd name="connsiteX3" fmla="*/ 10432869 w 11173098"/>
              <a:gd name="connsiteY3" fmla="*/ 22408 h 427554"/>
              <a:gd name="connsiteX4" fmla="*/ 10197738 w 11173098"/>
              <a:gd name="connsiteY4" fmla="*/ 13700 h 427554"/>
              <a:gd name="connsiteX5" fmla="*/ 9875520 w 11173098"/>
              <a:gd name="connsiteY5" fmla="*/ 92077 h 427554"/>
              <a:gd name="connsiteX6" fmla="*/ 9014174 w 11173098"/>
              <a:gd name="connsiteY6" fmla="*/ 318614 h 427554"/>
              <a:gd name="connsiteX7" fmla="*/ 7422797 w 11173098"/>
              <a:gd name="connsiteY7" fmla="*/ 418992 h 427554"/>
              <a:gd name="connsiteX8" fmla="*/ 0 w 11173098"/>
              <a:gd name="connsiteY8" fmla="*/ 423002 h 427554"/>
              <a:gd name="connsiteX0" fmla="*/ 11173098 w 11173098"/>
              <a:gd name="connsiteY0" fmla="*/ 231414 h 429318"/>
              <a:gd name="connsiteX1" fmla="*/ 10741450 w 11173098"/>
              <a:gd name="connsiteY1" fmla="*/ 235425 h 429318"/>
              <a:gd name="connsiteX2" fmla="*/ 10554789 w 11173098"/>
              <a:gd name="connsiteY2" fmla="*/ 126911 h 429318"/>
              <a:gd name="connsiteX3" fmla="*/ 10432869 w 11173098"/>
              <a:gd name="connsiteY3" fmla="*/ 22408 h 429318"/>
              <a:gd name="connsiteX4" fmla="*/ 10197738 w 11173098"/>
              <a:gd name="connsiteY4" fmla="*/ 13700 h 429318"/>
              <a:gd name="connsiteX5" fmla="*/ 9875520 w 11173098"/>
              <a:gd name="connsiteY5" fmla="*/ 92077 h 429318"/>
              <a:gd name="connsiteX6" fmla="*/ 9110426 w 11173098"/>
              <a:gd name="connsiteY6" fmla="*/ 294551 h 429318"/>
              <a:gd name="connsiteX7" fmla="*/ 7422797 w 11173098"/>
              <a:gd name="connsiteY7" fmla="*/ 418992 h 429318"/>
              <a:gd name="connsiteX8" fmla="*/ 0 w 11173098"/>
              <a:gd name="connsiteY8" fmla="*/ 423002 h 429318"/>
              <a:gd name="connsiteX0" fmla="*/ 11150704 w 11150704"/>
              <a:gd name="connsiteY0" fmla="*/ 238878 h 429318"/>
              <a:gd name="connsiteX1" fmla="*/ 10741450 w 11150704"/>
              <a:gd name="connsiteY1" fmla="*/ 235425 h 429318"/>
              <a:gd name="connsiteX2" fmla="*/ 10554789 w 11150704"/>
              <a:gd name="connsiteY2" fmla="*/ 126911 h 429318"/>
              <a:gd name="connsiteX3" fmla="*/ 10432869 w 11150704"/>
              <a:gd name="connsiteY3" fmla="*/ 22408 h 429318"/>
              <a:gd name="connsiteX4" fmla="*/ 10197738 w 11150704"/>
              <a:gd name="connsiteY4" fmla="*/ 13700 h 429318"/>
              <a:gd name="connsiteX5" fmla="*/ 9875520 w 11150704"/>
              <a:gd name="connsiteY5" fmla="*/ 92077 h 429318"/>
              <a:gd name="connsiteX6" fmla="*/ 9110426 w 11150704"/>
              <a:gd name="connsiteY6" fmla="*/ 294551 h 429318"/>
              <a:gd name="connsiteX7" fmla="*/ 7422797 w 11150704"/>
              <a:gd name="connsiteY7" fmla="*/ 418992 h 429318"/>
              <a:gd name="connsiteX8" fmla="*/ 0 w 11150704"/>
              <a:gd name="connsiteY8" fmla="*/ 423002 h 429318"/>
              <a:gd name="connsiteX0" fmla="*/ 11150704 w 11150704"/>
              <a:gd name="connsiteY0" fmla="*/ 238878 h 429318"/>
              <a:gd name="connsiteX1" fmla="*/ 10741450 w 11150704"/>
              <a:gd name="connsiteY1" fmla="*/ 235425 h 429318"/>
              <a:gd name="connsiteX2" fmla="*/ 10554789 w 11150704"/>
              <a:gd name="connsiteY2" fmla="*/ 126911 h 429318"/>
              <a:gd name="connsiteX3" fmla="*/ 10432869 w 11150704"/>
              <a:gd name="connsiteY3" fmla="*/ 22408 h 429318"/>
              <a:gd name="connsiteX4" fmla="*/ 10197738 w 11150704"/>
              <a:gd name="connsiteY4" fmla="*/ 13700 h 429318"/>
              <a:gd name="connsiteX5" fmla="*/ 9875520 w 11150704"/>
              <a:gd name="connsiteY5" fmla="*/ 92077 h 429318"/>
              <a:gd name="connsiteX6" fmla="*/ 9110426 w 11150704"/>
              <a:gd name="connsiteY6" fmla="*/ 294551 h 429318"/>
              <a:gd name="connsiteX7" fmla="*/ 7422797 w 11150704"/>
              <a:gd name="connsiteY7" fmla="*/ 418992 h 429318"/>
              <a:gd name="connsiteX8" fmla="*/ 0 w 11150704"/>
              <a:gd name="connsiteY8" fmla="*/ 423002 h 429318"/>
              <a:gd name="connsiteX0" fmla="*/ 11158168 w 11158168"/>
              <a:gd name="connsiteY0" fmla="*/ 238878 h 429318"/>
              <a:gd name="connsiteX1" fmla="*/ 10741450 w 11158168"/>
              <a:gd name="connsiteY1" fmla="*/ 235425 h 429318"/>
              <a:gd name="connsiteX2" fmla="*/ 10554789 w 11158168"/>
              <a:gd name="connsiteY2" fmla="*/ 126911 h 429318"/>
              <a:gd name="connsiteX3" fmla="*/ 10432869 w 11158168"/>
              <a:gd name="connsiteY3" fmla="*/ 22408 h 429318"/>
              <a:gd name="connsiteX4" fmla="*/ 10197738 w 11158168"/>
              <a:gd name="connsiteY4" fmla="*/ 13700 h 429318"/>
              <a:gd name="connsiteX5" fmla="*/ 9875520 w 11158168"/>
              <a:gd name="connsiteY5" fmla="*/ 92077 h 429318"/>
              <a:gd name="connsiteX6" fmla="*/ 9110426 w 11158168"/>
              <a:gd name="connsiteY6" fmla="*/ 294551 h 429318"/>
              <a:gd name="connsiteX7" fmla="*/ 7422797 w 11158168"/>
              <a:gd name="connsiteY7" fmla="*/ 418992 h 429318"/>
              <a:gd name="connsiteX8" fmla="*/ 0 w 11158168"/>
              <a:gd name="connsiteY8" fmla="*/ 423002 h 429318"/>
              <a:gd name="connsiteX0" fmla="*/ 6454802 w 6454802"/>
              <a:gd name="connsiteY0" fmla="*/ 238878 h 426703"/>
              <a:gd name="connsiteX1" fmla="*/ 6038084 w 6454802"/>
              <a:gd name="connsiteY1" fmla="*/ 235425 h 426703"/>
              <a:gd name="connsiteX2" fmla="*/ 5851423 w 6454802"/>
              <a:gd name="connsiteY2" fmla="*/ 126911 h 426703"/>
              <a:gd name="connsiteX3" fmla="*/ 5729503 w 6454802"/>
              <a:gd name="connsiteY3" fmla="*/ 22408 h 426703"/>
              <a:gd name="connsiteX4" fmla="*/ 5494372 w 6454802"/>
              <a:gd name="connsiteY4" fmla="*/ 13700 h 426703"/>
              <a:gd name="connsiteX5" fmla="*/ 5172154 w 6454802"/>
              <a:gd name="connsiteY5" fmla="*/ 92077 h 426703"/>
              <a:gd name="connsiteX6" fmla="*/ 4407060 w 6454802"/>
              <a:gd name="connsiteY6" fmla="*/ 294551 h 426703"/>
              <a:gd name="connsiteX7" fmla="*/ 2719431 w 6454802"/>
              <a:gd name="connsiteY7" fmla="*/ 418992 h 426703"/>
              <a:gd name="connsiteX8" fmla="*/ 0 w 6454802"/>
              <a:gd name="connsiteY8" fmla="*/ 414844 h 426703"/>
              <a:gd name="connsiteX0" fmla="*/ 4386626 w 4386626"/>
              <a:gd name="connsiteY0" fmla="*/ 238878 h 427897"/>
              <a:gd name="connsiteX1" fmla="*/ 3969908 w 4386626"/>
              <a:gd name="connsiteY1" fmla="*/ 235425 h 427897"/>
              <a:gd name="connsiteX2" fmla="*/ 3783247 w 4386626"/>
              <a:gd name="connsiteY2" fmla="*/ 126911 h 427897"/>
              <a:gd name="connsiteX3" fmla="*/ 3661327 w 4386626"/>
              <a:gd name="connsiteY3" fmla="*/ 22408 h 427897"/>
              <a:gd name="connsiteX4" fmla="*/ 3426196 w 4386626"/>
              <a:gd name="connsiteY4" fmla="*/ 13700 h 427897"/>
              <a:gd name="connsiteX5" fmla="*/ 3103978 w 4386626"/>
              <a:gd name="connsiteY5" fmla="*/ 92077 h 427897"/>
              <a:gd name="connsiteX6" fmla="*/ 2338884 w 4386626"/>
              <a:gd name="connsiteY6" fmla="*/ 294551 h 427897"/>
              <a:gd name="connsiteX7" fmla="*/ 651255 w 4386626"/>
              <a:gd name="connsiteY7" fmla="*/ 418992 h 427897"/>
              <a:gd name="connsiteX8" fmla="*/ 0 w 4386626"/>
              <a:gd name="connsiteY8" fmla="*/ 418923 h 427897"/>
              <a:gd name="connsiteX0" fmla="*/ 4386626 w 4386626"/>
              <a:gd name="connsiteY0" fmla="*/ 238878 h 418923"/>
              <a:gd name="connsiteX1" fmla="*/ 3969908 w 4386626"/>
              <a:gd name="connsiteY1" fmla="*/ 235425 h 418923"/>
              <a:gd name="connsiteX2" fmla="*/ 3783247 w 4386626"/>
              <a:gd name="connsiteY2" fmla="*/ 126911 h 418923"/>
              <a:gd name="connsiteX3" fmla="*/ 3661327 w 4386626"/>
              <a:gd name="connsiteY3" fmla="*/ 22408 h 418923"/>
              <a:gd name="connsiteX4" fmla="*/ 3426196 w 4386626"/>
              <a:gd name="connsiteY4" fmla="*/ 13700 h 418923"/>
              <a:gd name="connsiteX5" fmla="*/ 3103978 w 4386626"/>
              <a:gd name="connsiteY5" fmla="*/ 92077 h 418923"/>
              <a:gd name="connsiteX6" fmla="*/ 2338884 w 4386626"/>
              <a:gd name="connsiteY6" fmla="*/ 294551 h 418923"/>
              <a:gd name="connsiteX7" fmla="*/ 0 w 4386626"/>
              <a:gd name="connsiteY7" fmla="*/ 418923 h 418923"/>
              <a:gd name="connsiteX0" fmla="*/ 4386626 w 4386626"/>
              <a:gd name="connsiteY0" fmla="*/ 238878 h 418923"/>
              <a:gd name="connsiteX1" fmla="*/ 3969908 w 4386626"/>
              <a:gd name="connsiteY1" fmla="*/ 235425 h 418923"/>
              <a:gd name="connsiteX2" fmla="*/ 3783247 w 4386626"/>
              <a:gd name="connsiteY2" fmla="*/ 126911 h 418923"/>
              <a:gd name="connsiteX3" fmla="*/ 3661327 w 4386626"/>
              <a:gd name="connsiteY3" fmla="*/ 22408 h 418923"/>
              <a:gd name="connsiteX4" fmla="*/ 3426196 w 4386626"/>
              <a:gd name="connsiteY4" fmla="*/ 13700 h 418923"/>
              <a:gd name="connsiteX5" fmla="*/ 3103978 w 4386626"/>
              <a:gd name="connsiteY5" fmla="*/ 92077 h 418923"/>
              <a:gd name="connsiteX6" fmla="*/ 2338884 w 4386626"/>
              <a:gd name="connsiteY6" fmla="*/ 294551 h 418923"/>
              <a:gd name="connsiteX7" fmla="*/ 1152909 w 4386626"/>
              <a:gd name="connsiteY7" fmla="*/ 367156 h 418923"/>
              <a:gd name="connsiteX8" fmla="*/ 0 w 4386626"/>
              <a:gd name="connsiteY8" fmla="*/ 418923 h 418923"/>
              <a:gd name="connsiteX0" fmla="*/ 4386626 w 4386626"/>
              <a:gd name="connsiteY0" fmla="*/ 238878 h 418923"/>
              <a:gd name="connsiteX1" fmla="*/ 3969908 w 4386626"/>
              <a:gd name="connsiteY1" fmla="*/ 235425 h 418923"/>
              <a:gd name="connsiteX2" fmla="*/ 3783247 w 4386626"/>
              <a:gd name="connsiteY2" fmla="*/ 126911 h 418923"/>
              <a:gd name="connsiteX3" fmla="*/ 3661327 w 4386626"/>
              <a:gd name="connsiteY3" fmla="*/ 22408 h 418923"/>
              <a:gd name="connsiteX4" fmla="*/ 3426196 w 4386626"/>
              <a:gd name="connsiteY4" fmla="*/ 13700 h 418923"/>
              <a:gd name="connsiteX5" fmla="*/ 3103978 w 4386626"/>
              <a:gd name="connsiteY5" fmla="*/ 92077 h 418923"/>
              <a:gd name="connsiteX6" fmla="*/ 2338884 w 4386626"/>
              <a:gd name="connsiteY6" fmla="*/ 294551 h 418923"/>
              <a:gd name="connsiteX7" fmla="*/ 1152909 w 4386626"/>
              <a:gd name="connsiteY7" fmla="*/ 399790 h 418923"/>
              <a:gd name="connsiteX8" fmla="*/ 0 w 4386626"/>
              <a:gd name="connsiteY8" fmla="*/ 418923 h 418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6626" h="418923">
                <a:moveTo>
                  <a:pt x="4386626" y="238878"/>
                </a:moveTo>
                <a:cubicBezTo>
                  <a:pt x="4247720" y="237727"/>
                  <a:pt x="4070471" y="254086"/>
                  <a:pt x="3969908" y="235425"/>
                </a:cubicBezTo>
                <a:cubicBezTo>
                  <a:pt x="3869345" y="216764"/>
                  <a:pt x="3816630" y="161745"/>
                  <a:pt x="3783247" y="126911"/>
                </a:cubicBezTo>
                <a:lnTo>
                  <a:pt x="3661327" y="22408"/>
                </a:lnTo>
                <a:cubicBezTo>
                  <a:pt x="3601819" y="3540"/>
                  <a:pt x="3533602" y="-12426"/>
                  <a:pt x="3426196" y="13700"/>
                </a:cubicBezTo>
                <a:lnTo>
                  <a:pt x="3103978" y="92077"/>
                </a:lnTo>
                <a:lnTo>
                  <a:pt x="2338884" y="294551"/>
                </a:lnTo>
                <a:cubicBezTo>
                  <a:pt x="2013706" y="340397"/>
                  <a:pt x="1542723" y="379061"/>
                  <a:pt x="1152909" y="399790"/>
                </a:cubicBezTo>
                <a:lnTo>
                  <a:pt x="0" y="418923"/>
                </a:lnTo>
              </a:path>
            </a:pathLst>
          </a:custGeom>
          <a:noFill/>
          <a:ln w="57150">
            <a:solidFill>
              <a:srgbClr val="CFB87C"/>
            </a:solidFill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A641FD0-9E5C-44C9-BB3A-A5EB36EABBDB}"/>
              </a:ext>
            </a:extLst>
          </p:cNvPr>
          <p:cNvSpPr/>
          <p:nvPr/>
        </p:nvSpPr>
        <p:spPr>
          <a:xfrm>
            <a:off x="1065537" y="3152451"/>
            <a:ext cx="11034497" cy="449589"/>
          </a:xfrm>
          <a:custGeom>
            <a:avLst/>
            <a:gdLst>
              <a:gd name="connsiteX0" fmla="*/ 11155680 w 11155680"/>
              <a:gd name="connsiteY0" fmla="*/ 0 h 174171"/>
              <a:gd name="connsiteX1" fmla="*/ 10755086 w 11155680"/>
              <a:gd name="connsiteY1" fmla="*/ 0 h 174171"/>
              <a:gd name="connsiteX2" fmla="*/ 10607040 w 11155680"/>
              <a:gd name="connsiteY2" fmla="*/ 26126 h 174171"/>
              <a:gd name="connsiteX3" fmla="*/ 10458994 w 11155680"/>
              <a:gd name="connsiteY3" fmla="*/ 104503 h 174171"/>
              <a:gd name="connsiteX4" fmla="*/ 10363200 w 11155680"/>
              <a:gd name="connsiteY4" fmla="*/ 165463 h 174171"/>
              <a:gd name="connsiteX5" fmla="*/ 10145486 w 11155680"/>
              <a:gd name="connsiteY5" fmla="*/ 174171 h 174171"/>
              <a:gd name="connsiteX6" fmla="*/ 9335589 w 11155680"/>
              <a:gd name="connsiteY6" fmla="*/ 165463 h 174171"/>
              <a:gd name="connsiteX7" fmla="*/ 8900160 w 11155680"/>
              <a:gd name="connsiteY7" fmla="*/ 148046 h 174171"/>
              <a:gd name="connsiteX8" fmla="*/ 0 w 11155680"/>
              <a:gd name="connsiteY8" fmla="*/ 148046 h 174171"/>
              <a:gd name="connsiteX0" fmla="*/ 11155680 w 11155680"/>
              <a:gd name="connsiteY0" fmla="*/ 0 h 174493"/>
              <a:gd name="connsiteX1" fmla="*/ 10755086 w 11155680"/>
              <a:gd name="connsiteY1" fmla="*/ 0 h 174493"/>
              <a:gd name="connsiteX2" fmla="*/ 10607040 w 11155680"/>
              <a:gd name="connsiteY2" fmla="*/ 26126 h 174493"/>
              <a:gd name="connsiteX3" fmla="*/ 10458994 w 11155680"/>
              <a:gd name="connsiteY3" fmla="*/ 104503 h 174493"/>
              <a:gd name="connsiteX4" fmla="*/ 10363200 w 11155680"/>
              <a:gd name="connsiteY4" fmla="*/ 165463 h 174493"/>
              <a:gd name="connsiteX5" fmla="*/ 10145486 w 11155680"/>
              <a:gd name="connsiteY5" fmla="*/ 174171 h 174493"/>
              <a:gd name="connsiteX6" fmla="*/ 9335589 w 11155680"/>
              <a:gd name="connsiteY6" fmla="*/ 165463 h 174493"/>
              <a:gd name="connsiteX7" fmla="*/ 8900160 w 11155680"/>
              <a:gd name="connsiteY7" fmla="*/ 148046 h 174493"/>
              <a:gd name="connsiteX8" fmla="*/ 0 w 11155680"/>
              <a:gd name="connsiteY8" fmla="*/ 148046 h 174493"/>
              <a:gd name="connsiteX0" fmla="*/ 11155680 w 11155680"/>
              <a:gd name="connsiteY0" fmla="*/ 0 h 174493"/>
              <a:gd name="connsiteX1" fmla="*/ 10755086 w 11155680"/>
              <a:gd name="connsiteY1" fmla="*/ 0 h 174493"/>
              <a:gd name="connsiteX2" fmla="*/ 10607040 w 11155680"/>
              <a:gd name="connsiteY2" fmla="*/ 26126 h 174493"/>
              <a:gd name="connsiteX3" fmla="*/ 10458994 w 11155680"/>
              <a:gd name="connsiteY3" fmla="*/ 104503 h 174493"/>
              <a:gd name="connsiteX4" fmla="*/ 10363200 w 11155680"/>
              <a:gd name="connsiteY4" fmla="*/ 165463 h 174493"/>
              <a:gd name="connsiteX5" fmla="*/ 10145486 w 11155680"/>
              <a:gd name="connsiteY5" fmla="*/ 174171 h 174493"/>
              <a:gd name="connsiteX6" fmla="*/ 9335589 w 11155680"/>
              <a:gd name="connsiteY6" fmla="*/ 165463 h 174493"/>
              <a:gd name="connsiteX7" fmla="*/ 8900160 w 11155680"/>
              <a:gd name="connsiteY7" fmla="*/ 148046 h 174493"/>
              <a:gd name="connsiteX8" fmla="*/ 0 w 11155680"/>
              <a:gd name="connsiteY8" fmla="*/ 148046 h 174493"/>
              <a:gd name="connsiteX0" fmla="*/ 11155680 w 11155680"/>
              <a:gd name="connsiteY0" fmla="*/ 0 h 174493"/>
              <a:gd name="connsiteX1" fmla="*/ 10755086 w 11155680"/>
              <a:gd name="connsiteY1" fmla="*/ 0 h 174493"/>
              <a:gd name="connsiteX2" fmla="*/ 10607040 w 11155680"/>
              <a:gd name="connsiteY2" fmla="*/ 26126 h 174493"/>
              <a:gd name="connsiteX3" fmla="*/ 10458994 w 11155680"/>
              <a:gd name="connsiteY3" fmla="*/ 104503 h 174493"/>
              <a:gd name="connsiteX4" fmla="*/ 10363200 w 11155680"/>
              <a:gd name="connsiteY4" fmla="*/ 165463 h 174493"/>
              <a:gd name="connsiteX5" fmla="*/ 10145486 w 11155680"/>
              <a:gd name="connsiteY5" fmla="*/ 174171 h 174493"/>
              <a:gd name="connsiteX6" fmla="*/ 9335589 w 11155680"/>
              <a:gd name="connsiteY6" fmla="*/ 165463 h 174493"/>
              <a:gd name="connsiteX7" fmla="*/ 8900160 w 11155680"/>
              <a:gd name="connsiteY7" fmla="*/ 148046 h 174493"/>
              <a:gd name="connsiteX8" fmla="*/ 0 w 11155680"/>
              <a:gd name="connsiteY8" fmla="*/ 155510 h 174493"/>
              <a:gd name="connsiteX0" fmla="*/ 11174341 w 11174341"/>
              <a:gd name="connsiteY0" fmla="*/ 0 h 174493"/>
              <a:gd name="connsiteX1" fmla="*/ 10773747 w 11174341"/>
              <a:gd name="connsiteY1" fmla="*/ 0 h 174493"/>
              <a:gd name="connsiteX2" fmla="*/ 10625701 w 11174341"/>
              <a:gd name="connsiteY2" fmla="*/ 26126 h 174493"/>
              <a:gd name="connsiteX3" fmla="*/ 10477655 w 11174341"/>
              <a:gd name="connsiteY3" fmla="*/ 104503 h 174493"/>
              <a:gd name="connsiteX4" fmla="*/ 10381861 w 11174341"/>
              <a:gd name="connsiteY4" fmla="*/ 165463 h 174493"/>
              <a:gd name="connsiteX5" fmla="*/ 10164147 w 11174341"/>
              <a:gd name="connsiteY5" fmla="*/ 174171 h 174493"/>
              <a:gd name="connsiteX6" fmla="*/ 9354250 w 11174341"/>
              <a:gd name="connsiteY6" fmla="*/ 165463 h 174493"/>
              <a:gd name="connsiteX7" fmla="*/ 8918821 w 11174341"/>
              <a:gd name="connsiteY7" fmla="*/ 148046 h 174493"/>
              <a:gd name="connsiteX8" fmla="*/ 0 w 11174341"/>
              <a:gd name="connsiteY8" fmla="*/ 159242 h 174493"/>
              <a:gd name="connsiteX0" fmla="*/ 11155680 w 11155680"/>
              <a:gd name="connsiteY0" fmla="*/ 0 h 174493"/>
              <a:gd name="connsiteX1" fmla="*/ 10755086 w 11155680"/>
              <a:gd name="connsiteY1" fmla="*/ 0 h 174493"/>
              <a:gd name="connsiteX2" fmla="*/ 10607040 w 11155680"/>
              <a:gd name="connsiteY2" fmla="*/ 26126 h 174493"/>
              <a:gd name="connsiteX3" fmla="*/ 10458994 w 11155680"/>
              <a:gd name="connsiteY3" fmla="*/ 104503 h 174493"/>
              <a:gd name="connsiteX4" fmla="*/ 10363200 w 11155680"/>
              <a:gd name="connsiteY4" fmla="*/ 165463 h 174493"/>
              <a:gd name="connsiteX5" fmla="*/ 10145486 w 11155680"/>
              <a:gd name="connsiteY5" fmla="*/ 174171 h 174493"/>
              <a:gd name="connsiteX6" fmla="*/ 9335589 w 11155680"/>
              <a:gd name="connsiteY6" fmla="*/ 165463 h 174493"/>
              <a:gd name="connsiteX7" fmla="*/ 8900160 w 11155680"/>
              <a:gd name="connsiteY7" fmla="*/ 148046 h 174493"/>
              <a:gd name="connsiteX8" fmla="*/ 0 w 11155680"/>
              <a:gd name="connsiteY8" fmla="*/ 159242 h 174493"/>
              <a:gd name="connsiteX0" fmla="*/ 11155680 w 11155680"/>
              <a:gd name="connsiteY0" fmla="*/ 0 h 174493"/>
              <a:gd name="connsiteX1" fmla="*/ 10755086 w 11155680"/>
              <a:gd name="connsiteY1" fmla="*/ 0 h 174493"/>
              <a:gd name="connsiteX2" fmla="*/ 10607040 w 11155680"/>
              <a:gd name="connsiteY2" fmla="*/ 26126 h 174493"/>
              <a:gd name="connsiteX3" fmla="*/ 10458994 w 11155680"/>
              <a:gd name="connsiteY3" fmla="*/ 104503 h 174493"/>
              <a:gd name="connsiteX4" fmla="*/ 10363200 w 11155680"/>
              <a:gd name="connsiteY4" fmla="*/ 165463 h 174493"/>
              <a:gd name="connsiteX5" fmla="*/ 10145486 w 11155680"/>
              <a:gd name="connsiteY5" fmla="*/ 174171 h 174493"/>
              <a:gd name="connsiteX6" fmla="*/ 9335589 w 11155680"/>
              <a:gd name="connsiteY6" fmla="*/ 165463 h 174493"/>
              <a:gd name="connsiteX7" fmla="*/ 8900160 w 11155680"/>
              <a:gd name="connsiteY7" fmla="*/ 148046 h 174493"/>
              <a:gd name="connsiteX8" fmla="*/ 0 w 11155680"/>
              <a:gd name="connsiteY8" fmla="*/ 159242 h 174493"/>
              <a:gd name="connsiteX0" fmla="*/ 11170609 w 11170609"/>
              <a:gd name="connsiteY0" fmla="*/ 0 h 174493"/>
              <a:gd name="connsiteX1" fmla="*/ 10770015 w 11170609"/>
              <a:gd name="connsiteY1" fmla="*/ 0 h 174493"/>
              <a:gd name="connsiteX2" fmla="*/ 10621969 w 11170609"/>
              <a:gd name="connsiteY2" fmla="*/ 26126 h 174493"/>
              <a:gd name="connsiteX3" fmla="*/ 10473923 w 11170609"/>
              <a:gd name="connsiteY3" fmla="*/ 104503 h 174493"/>
              <a:gd name="connsiteX4" fmla="*/ 10378129 w 11170609"/>
              <a:gd name="connsiteY4" fmla="*/ 165463 h 174493"/>
              <a:gd name="connsiteX5" fmla="*/ 10160415 w 11170609"/>
              <a:gd name="connsiteY5" fmla="*/ 174171 h 174493"/>
              <a:gd name="connsiteX6" fmla="*/ 9350518 w 11170609"/>
              <a:gd name="connsiteY6" fmla="*/ 165463 h 174493"/>
              <a:gd name="connsiteX7" fmla="*/ 8915089 w 11170609"/>
              <a:gd name="connsiteY7" fmla="*/ 148046 h 174493"/>
              <a:gd name="connsiteX8" fmla="*/ 0 w 11170609"/>
              <a:gd name="connsiteY8" fmla="*/ 159242 h 174493"/>
              <a:gd name="connsiteX0" fmla="*/ 11144484 w 11144484"/>
              <a:gd name="connsiteY0" fmla="*/ 0 h 174493"/>
              <a:gd name="connsiteX1" fmla="*/ 10743890 w 11144484"/>
              <a:gd name="connsiteY1" fmla="*/ 0 h 174493"/>
              <a:gd name="connsiteX2" fmla="*/ 10595844 w 11144484"/>
              <a:gd name="connsiteY2" fmla="*/ 26126 h 174493"/>
              <a:gd name="connsiteX3" fmla="*/ 10447798 w 11144484"/>
              <a:gd name="connsiteY3" fmla="*/ 104503 h 174493"/>
              <a:gd name="connsiteX4" fmla="*/ 10352004 w 11144484"/>
              <a:gd name="connsiteY4" fmla="*/ 165463 h 174493"/>
              <a:gd name="connsiteX5" fmla="*/ 10134290 w 11144484"/>
              <a:gd name="connsiteY5" fmla="*/ 174171 h 174493"/>
              <a:gd name="connsiteX6" fmla="*/ 9324393 w 11144484"/>
              <a:gd name="connsiteY6" fmla="*/ 165463 h 174493"/>
              <a:gd name="connsiteX7" fmla="*/ 8888964 w 11144484"/>
              <a:gd name="connsiteY7" fmla="*/ 148046 h 174493"/>
              <a:gd name="connsiteX8" fmla="*/ 0 w 11144484"/>
              <a:gd name="connsiteY8" fmla="*/ 159242 h 174493"/>
              <a:gd name="connsiteX0" fmla="*/ 11043713 w 11043713"/>
              <a:gd name="connsiteY0" fmla="*/ 0 h 174493"/>
              <a:gd name="connsiteX1" fmla="*/ 10643119 w 11043713"/>
              <a:gd name="connsiteY1" fmla="*/ 0 h 174493"/>
              <a:gd name="connsiteX2" fmla="*/ 10495073 w 11043713"/>
              <a:gd name="connsiteY2" fmla="*/ 26126 h 174493"/>
              <a:gd name="connsiteX3" fmla="*/ 10347027 w 11043713"/>
              <a:gd name="connsiteY3" fmla="*/ 104503 h 174493"/>
              <a:gd name="connsiteX4" fmla="*/ 10251233 w 11043713"/>
              <a:gd name="connsiteY4" fmla="*/ 165463 h 174493"/>
              <a:gd name="connsiteX5" fmla="*/ 10033519 w 11043713"/>
              <a:gd name="connsiteY5" fmla="*/ 174171 h 174493"/>
              <a:gd name="connsiteX6" fmla="*/ 9223622 w 11043713"/>
              <a:gd name="connsiteY6" fmla="*/ 165463 h 174493"/>
              <a:gd name="connsiteX7" fmla="*/ 8788193 w 11043713"/>
              <a:gd name="connsiteY7" fmla="*/ 148046 h 174493"/>
              <a:gd name="connsiteX8" fmla="*/ 0 w 11043713"/>
              <a:gd name="connsiteY8" fmla="*/ 159242 h 174493"/>
              <a:gd name="connsiteX0" fmla="*/ 11058642 w 11058642"/>
              <a:gd name="connsiteY0" fmla="*/ 0 h 174493"/>
              <a:gd name="connsiteX1" fmla="*/ 10658048 w 11058642"/>
              <a:gd name="connsiteY1" fmla="*/ 0 h 174493"/>
              <a:gd name="connsiteX2" fmla="*/ 10510002 w 11058642"/>
              <a:gd name="connsiteY2" fmla="*/ 26126 h 174493"/>
              <a:gd name="connsiteX3" fmla="*/ 10361956 w 11058642"/>
              <a:gd name="connsiteY3" fmla="*/ 104503 h 174493"/>
              <a:gd name="connsiteX4" fmla="*/ 10266162 w 11058642"/>
              <a:gd name="connsiteY4" fmla="*/ 165463 h 174493"/>
              <a:gd name="connsiteX5" fmla="*/ 10048448 w 11058642"/>
              <a:gd name="connsiteY5" fmla="*/ 174171 h 174493"/>
              <a:gd name="connsiteX6" fmla="*/ 9238551 w 11058642"/>
              <a:gd name="connsiteY6" fmla="*/ 165463 h 174493"/>
              <a:gd name="connsiteX7" fmla="*/ 8803122 w 11058642"/>
              <a:gd name="connsiteY7" fmla="*/ 148046 h 174493"/>
              <a:gd name="connsiteX8" fmla="*/ 0 w 11058642"/>
              <a:gd name="connsiteY8" fmla="*/ 159242 h 174493"/>
              <a:gd name="connsiteX0" fmla="*/ 11062374 w 11062374"/>
              <a:gd name="connsiteY0" fmla="*/ 0 h 174493"/>
              <a:gd name="connsiteX1" fmla="*/ 10661780 w 11062374"/>
              <a:gd name="connsiteY1" fmla="*/ 0 h 174493"/>
              <a:gd name="connsiteX2" fmla="*/ 10513734 w 11062374"/>
              <a:gd name="connsiteY2" fmla="*/ 26126 h 174493"/>
              <a:gd name="connsiteX3" fmla="*/ 10365688 w 11062374"/>
              <a:gd name="connsiteY3" fmla="*/ 104503 h 174493"/>
              <a:gd name="connsiteX4" fmla="*/ 10269894 w 11062374"/>
              <a:gd name="connsiteY4" fmla="*/ 165463 h 174493"/>
              <a:gd name="connsiteX5" fmla="*/ 10052180 w 11062374"/>
              <a:gd name="connsiteY5" fmla="*/ 174171 h 174493"/>
              <a:gd name="connsiteX6" fmla="*/ 9242283 w 11062374"/>
              <a:gd name="connsiteY6" fmla="*/ 165463 h 174493"/>
              <a:gd name="connsiteX7" fmla="*/ 8806854 w 11062374"/>
              <a:gd name="connsiteY7" fmla="*/ 148046 h 174493"/>
              <a:gd name="connsiteX8" fmla="*/ 0 w 11062374"/>
              <a:gd name="connsiteY8" fmla="*/ 159242 h 174493"/>
              <a:gd name="connsiteX0" fmla="*/ 11062374 w 11062374"/>
              <a:gd name="connsiteY0" fmla="*/ 0 h 174493"/>
              <a:gd name="connsiteX1" fmla="*/ 10661780 w 11062374"/>
              <a:gd name="connsiteY1" fmla="*/ 0 h 174493"/>
              <a:gd name="connsiteX2" fmla="*/ 10513734 w 11062374"/>
              <a:gd name="connsiteY2" fmla="*/ 26126 h 174493"/>
              <a:gd name="connsiteX3" fmla="*/ 10365688 w 11062374"/>
              <a:gd name="connsiteY3" fmla="*/ 104503 h 174493"/>
              <a:gd name="connsiteX4" fmla="*/ 10269894 w 11062374"/>
              <a:gd name="connsiteY4" fmla="*/ 165463 h 174493"/>
              <a:gd name="connsiteX5" fmla="*/ 10052180 w 11062374"/>
              <a:gd name="connsiteY5" fmla="*/ 174171 h 174493"/>
              <a:gd name="connsiteX6" fmla="*/ 8806854 w 11062374"/>
              <a:gd name="connsiteY6" fmla="*/ 148046 h 174493"/>
              <a:gd name="connsiteX7" fmla="*/ 0 w 11062374"/>
              <a:gd name="connsiteY7" fmla="*/ 159242 h 174493"/>
              <a:gd name="connsiteX0" fmla="*/ 6391642 w 6391642"/>
              <a:gd name="connsiteY0" fmla="*/ 0 h 174493"/>
              <a:gd name="connsiteX1" fmla="*/ 5991048 w 6391642"/>
              <a:gd name="connsiteY1" fmla="*/ 0 h 174493"/>
              <a:gd name="connsiteX2" fmla="*/ 5843002 w 6391642"/>
              <a:gd name="connsiteY2" fmla="*/ 26126 h 174493"/>
              <a:gd name="connsiteX3" fmla="*/ 5694956 w 6391642"/>
              <a:gd name="connsiteY3" fmla="*/ 104503 h 174493"/>
              <a:gd name="connsiteX4" fmla="*/ 5599162 w 6391642"/>
              <a:gd name="connsiteY4" fmla="*/ 165463 h 174493"/>
              <a:gd name="connsiteX5" fmla="*/ 5381448 w 6391642"/>
              <a:gd name="connsiteY5" fmla="*/ 174171 h 174493"/>
              <a:gd name="connsiteX6" fmla="*/ 4136122 w 6391642"/>
              <a:gd name="connsiteY6" fmla="*/ 148046 h 174493"/>
              <a:gd name="connsiteX7" fmla="*/ 0 w 6391642"/>
              <a:gd name="connsiteY7" fmla="*/ 151083 h 174493"/>
              <a:gd name="connsiteX0" fmla="*/ 4250040 w 4250040"/>
              <a:gd name="connsiteY0" fmla="*/ 0 h 174493"/>
              <a:gd name="connsiteX1" fmla="*/ 3849446 w 4250040"/>
              <a:gd name="connsiteY1" fmla="*/ 0 h 174493"/>
              <a:gd name="connsiteX2" fmla="*/ 3701400 w 4250040"/>
              <a:gd name="connsiteY2" fmla="*/ 26126 h 174493"/>
              <a:gd name="connsiteX3" fmla="*/ 3553354 w 4250040"/>
              <a:gd name="connsiteY3" fmla="*/ 104503 h 174493"/>
              <a:gd name="connsiteX4" fmla="*/ 3457560 w 4250040"/>
              <a:gd name="connsiteY4" fmla="*/ 165463 h 174493"/>
              <a:gd name="connsiteX5" fmla="*/ 3239846 w 4250040"/>
              <a:gd name="connsiteY5" fmla="*/ 174171 h 174493"/>
              <a:gd name="connsiteX6" fmla="*/ 1994520 w 4250040"/>
              <a:gd name="connsiteY6" fmla="*/ 148046 h 174493"/>
              <a:gd name="connsiteX7" fmla="*/ 0 w 4250040"/>
              <a:gd name="connsiteY7" fmla="*/ 142924 h 174493"/>
              <a:gd name="connsiteX0" fmla="*/ 4270436 w 4270436"/>
              <a:gd name="connsiteY0" fmla="*/ 0 h 174493"/>
              <a:gd name="connsiteX1" fmla="*/ 3869842 w 4270436"/>
              <a:gd name="connsiteY1" fmla="*/ 0 h 174493"/>
              <a:gd name="connsiteX2" fmla="*/ 3721796 w 4270436"/>
              <a:gd name="connsiteY2" fmla="*/ 26126 h 174493"/>
              <a:gd name="connsiteX3" fmla="*/ 3573750 w 4270436"/>
              <a:gd name="connsiteY3" fmla="*/ 104503 h 174493"/>
              <a:gd name="connsiteX4" fmla="*/ 3477956 w 4270436"/>
              <a:gd name="connsiteY4" fmla="*/ 165463 h 174493"/>
              <a:gd name="connsiteX5" fmla="*/ 3260242 w 4270436"/>
              <a:gd name="connsiteY5" fmla="*/ 174171 h 174493"/>
              <a:gd name="connsiteX6" fmla="*/ 2014916 w 4270436"/>
              <a:gd name="connsiteY6" fmla="*/ 148046 h 174493"/>
              <a:gd name="connsiteX7" fmla="*/ 0 w 4270436"/>
              <a:gd name="connsiteY7" fmla="*/ 151082 h 174493"/>
              <a:gd name="connsiteX0" fmla="*/ 4282674 w 4282674"/>
              <a:gd name="connsiteY0" fmla="*/ 0 h 174493"/>
              <a:gd name="connsiteX1" fmla="*/ 3882080 w 4282674"/>
              <a:gd name="connsiteY1" fmla="*/ 0 h 174493"/>
              <a:gd name="connsiteX2" fmla="*/ 3734034 w 4282674"/>
              <a:gd name="connsiteY2" fmla="*/ 26126 h 174493"/>
              <a:gd name="connsiteX3" fmla="*/ 3585988 w 4282674"/>
              <a:gd name="connsiteY3" fmla="*/ 104503 h 174493"/>
              <a:gd name="connsiteX4" fmla="*/ 3490194 w 4282674"/>
              <a:gd name="connsiteY4" fmla="*/ 165463 h 174493"/>
              <a:gd name="connsiteX5" fmla="*/ 3272480 w 4282674"/>
              <a:gd name="connsiteY5" fmla="*/ 174171 h 174493"/>
              <a:gd name="connsiteX6" fmla="*/ 2027154 w 4282674"/>
              <a:gd name="connsiteY6" fmla="*/ 148046 h 174493"/>
              <a:gd name="connsiteX7" fmla="*/ 0 w 4282674"/>
              <a:gd name="connsiteY7" fmla="*/ 151082 h 174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82674" h="174493">
                <a:moveTo>
                  <a:pt x="4282674" y="0"/>
                </a:moveTo>
                <a:lnTo>
                  <a:pt x="3882080" y="0"/>
                </a:lnTo>
                <a:cubicBezTo>
                  <a:pt x="3790640" y="4354"/>
                  <a:pt x="3783383" y="8709"/>
                  <a:pt x="3734034" y="26126"/>
                </a:cubicBezTo>
                <a:cubicBezTo>
                  <a:pt x="3684685" y="43543"/>
                  <a:pt x="3626628" y="81280"/>
                  <a:pt x="3585988" y="104503"/>
                </a:cubicBezTo>
                <a:cubicBezTo>
                  <a:pt x="3545348" y="127726"/>
                  <a:pt x="3542445" y="153852"/>
                  <a:pt x="3490194" y="165463"/>
                </a:cubicBezTo>
                <a:cubicBezTo>
                  <a:pt x="3437943" y="177074"/>
                  <a:pt x="3443748" y="174171"/>
                  <a:pt x="3272480" y="174171"/>
                </a:cubicBezTo>
                <a:cubicBezTo>
                  <a:pt x="2857371" y="165463"/>
                  <a:pt x="2572567" y="151894"/>
                  <a:pt x="2027154" y="148046"/>
                </a:cubicBezTo>
                <a:lnTo>
                  <a:pt x="0" y="151082"/>
                </a:lnTo>
              </a:path>
            </a:pathLst>
          </a:custGeom>
          <a:noFill/>
          <a:ln w="57150">
            <a:solidFill>
              <a:srgbClr val="CFB87C"/>
            </a:solidFill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1055D98-C87D-400A-80CF-18F00CE768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282702"/>
            <a:ext cx="7315200" cy="606425"/>
          </a:xfrm>
        </p:spPr>
        <p:txBody>
          <a:bodyPr anchor="b"/>
          <a:lstStyle>
            <a:lvl1pPr marL="0" indent="0">
              <a:buNone/>
              <a:defRPr b="1" i="1"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75476517"/>
      </p:ext>
    </p:extLst>
  </p:cSld>
  <p:clrMapOvr>
    <a:masterClrMapping/>
  </p:clrMapOvr>
  <p:hf hdr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4157" y="585378"/>
            <a:ext cx="10635967" cy="576938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3BDCB3EA-BD98-446D-8D63-B6D9F2C64FFC}" type="datetime1">
              <a:rPr lang="en-US" smtClean="0"/>
              <a:t>3/5/2025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967F07-FE2B-4BD4-93CB-234175A568E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0C13F92-5B73-4C0A-BEFA-0F437AD2B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1879" y="109127"/>
            <a:ext cx="10748244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University of Colorado - Boulder</a:t>
            </a:r>
          </a:p>
          <a:p>
            <a:r>
              <a:rPr lang="en-US"/>
              <a:t>Smead Aerospace Engineering Sciences</a:t>
            </a:r>
          </a:p>
        </p:txBody>
      </p:sp>
    </p:spTree>
    <p:extLst>
      <p:ext uri="{BB962C8B-B14F-4D97-AF65-F5344CB8AC3E}">
        <p14:creationId xmlns:p14="http://schemas.microsoft.com/office/powerpoint/2010/main" val="2905462452"/>
      </p:ext>
    </p:extLst>
  </p:cSld>
  <p:clrMapOvr>
    <a:masterClrMapping/>
  </p:clrMapOvr>
  <p:hf hdr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4157" y="585378"/>
            <a:ext cx="10635967" cy="576938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3BDCB3EA-BD98-446D-8D63-B6D9F2C64FFC}" type="datetime1">
              <a:rPr lang="en-US" smtClean="0"/>
              <a:t>3/5/2025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967F07-FE2B-4BD4-93CB-234175A568E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0C13F92-5B73-4C0A-BEFA-0F437AD2B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1879" y="109127"/>
            <a:ext cx="10748244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University of Colorado - Boulder</a:t>
            </a:r>
          </a:p>
          <a:p>
            <a:r>
              <a:rPr lang="en-US"/>
              <a:t>Smead Aerospace Engineering Sciences</a:t>
            </a:r>
          </a:p>
        </p:txBody>
      </p:sp>
    </p:spTree>
    <p:extLst>
      <p:ext uri="{BB962C8B-B14F-4D97-AF65-F5344CB8AC3E}">
        <p14:creationId xmlns:p14="http://schemas.microsoft.com/office/powerpoint/2010/main" val="2464860276"/>
      </p:ext>
    </p:extLst>
  </p:cSld>
  <p:clrMapOvr>
    <a:masterClrMapping/>
  </p:clrMapOvr>
  <p:hf hdr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4157" y="585378"/>
            <a:ext cx="10635967" cy="576938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3BDCB3EA-BD98-446D-8D63-B6D9F2C64FFC}" type="datetime1">
              <a:rPr lang="en-US" smtClean="0"/>
              <a:t>3/5/2025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967F07-FE2B-4BD4-93CB-234175A568E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0C13F92-5B73-4C0A-BEFA-0F437AD2B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1879" y="109127"/>
            <a:ext cx="10748244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University of Colorado - Boulder</a:t>
            </a:r>
          </a:p>
          <a:p>
            <a:r>
              <a:rPr lang="en-US"/>
              <a:t>Smead Aerospace Engineering Sciences</a:t>
            </a:r>
          </a:p>
        </p:txBody>
      </p:sp>
    </p:spTree>
    <p:extLst>
      <p:ext uri="{BB962C8B-B14F-4D97-AF65-F5344CB8AC3E}">
        <p14:creationId xmlns:p14="http://schemas.microsoft.com/office/powerpoint/2010/main" val="2984008961"/>
      </p:ext>
    </p:extLst>
  </p:cSld>
  <p:clrMapOvr>
    <a:masterClrMapping/>
  </p:clrMapOvr>
  <p:hf hdr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8159D-4A37-4505-B16A-3C77227D87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1891862"/>
            <a:ext cx="7315201" cy="1258056"/>
          </a:xfrm>
        </p:spPr>
        <p:txBody>
          <a:bodyPr anchor="t"/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C68CA4-1DB2-46E5-9E9A-42E3FCBAC3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1" y="3602038"/>
            <a:ext cx="9829801" cy="1655762"/>
          </a:xfrm>
        </p:spPr>
        <p:txBody>
          <a:bodyPr/>
          <a:lstStyle>
            <a:lvl1pPr marL="0" indent="0" algn="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D1CFC7-62DC-448D-B15F-A45B062A8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4769-9682-4548-95EF-ADDE1B9213AB}" type="datetime1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20C97-4032-4B29-A1C5-638AC1B61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Colorado - Boulder</a:t>
            </a:r>
          </a:p>
          <a:p>
            <a:r>
              <a:rPr lang="en-US"/>
              <a:t>Smead Aerospace Engineering Sciences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36B85-CCB6-4A3E-8106-DAB39566E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67F07-FE2B-4BD4-93CB-234175A568EC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D66952-5E8D-445D-B639-6AE7D07284C2}"/>
              </a:ext>
            </a:extLst>
          </p:cNvPr>
          <p:cNvGrpSpPr/>
          <p:nvPr userDrawn="1"/>
        </p:nvGrpSpPr>
        <p:grpSpPr>
          <a:xfrm>
            <a:off x="6220611" y="2495401"/>
            <a:ext cx="4190963" cy="940761"/>
            <a:chOff x="4489635" y="858690"/>
            <a:chExt cx="3157118" cy="708691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C33BF4C-375E-472C-8F0C-9CA3E39CDDB0}"/>
                </a:ext>
              </a:extLst>
            </p:cNvPr>
            <p:cNvSpPr/>
            <p:nvPr userDrawn="1"/>
          </p:nvSpPr>
          <p:spPr>
            <a:xfrm>
              <a:off x="4489635" y="858690"/>
              <a:ext cx="3157118" cy="708691"/>
            </a:xfrm>
            <a:custGeom>
              <a:avLst/>
              <a:gdLst>
                <a:gd name="connsiteX0" fmla="*/ 5777070 w 5777070"/>
                <a:gd name="connsiteY0" fmla="*/ 357282 h 835677"/>
                <a:gd name="connsiteX1" fmla="*/ 5728625 w 5777070"/>
                <a:gd name="connsiteY1" fmla="*/ 211947 h 835677"/>
                <a:gd name="connsiteX2" fmla="*/ 5613568 w 5777070"/>
                <a:gd name="connsiteY2" fmla="*/ 133224 h 835677"/>
                <a:gd name="connsiteX3" fmla="*/ 5528789 w 5777070"/>
                <a:gd name="connsiteY3" fmla="*/ 121113 h 835677"/>
                <a:gd name="connsiteX4" fmla="*/ 5450066 w 5777070"/>
                <a:gd name="connsiteY4" fmla="*/ 48445 h 835677"/>
                <a:gd name="connsiteX5" fmla="*/ 5298676 w 5777070"/>
                <a:gd name="connsiteY5" fmla="*/ 0 h 835677"/>
                <a:gd name="connsiteX6" fmla="*/ 5086728 w 5777070"/>
                <a:gd name="connsiteY6" fmla="*/ 42389 h 835677"/>
                <a:gd name="connsiteX7" fmla="*/ 4923226 w 5777070"/>
                <a:gd name="connsiteY7" fmla="*/ 163502 h 835677"/>
                <a:gd name="connsiteX8" fmla="*/ 4662834 w 5777070"/>
                <a:gd name="connsiteY8" fmla="*/ 302781 h 835677"/>
                <a:gd name="connsiteX9" fmla="*/ 4251052 w 5777070"/>
                <a:gd name="connsiteY9" fmla="*/ 448117 h 835677"/>
                <a:gd name="connsiteX10" fmla="*/ 3451709 w 5777070"/>
                <a:gd name="connsiteY10" fmla="*/ 623730 h 835677"/>
                <a:gd name="connsiteX11" fmla="*/ 968901 w 5777070"/>
                <a:gd name="connsiteY11" fmla="*/ 696397 h 835677"/>
                <a:gd name="connsiteX12" fmla="*/ 0 w 5777070"/>
                <a:gd name="connsiteY12" fmla="*/ 738787 h 835677"/>
                <a:gd name="connsiteX13" fmla="*/ 0 w 5777070"/>
                <a:gd name="connsiteY13" fmla="*/ 799343 h 835677"/>
                <a:gd name="connsiteX14" fmla="*/ 4232885 w 5777070"/>
                <a:gd name="connsiteY14" fmla="*/ 781176 h 835677"/>
                <a:gd name="connsiteX15" fmla="*/ 4717335 w 5777070"/>
                <a:gd name="connsiteY15" fmla="*/ 811454 h 835677"/>
                <a:gd name="connsiteX16" fmla="*/ 4868726 w 5777070"/>
                <a:gd name="connsiteY16" fmla="*/ 835677 h 835677"/>
                <a:gd name="connsiteX17" fmla="*/ 5207841 w 5777070"/>
                <a:gd name="connsiteY17" fmla="*/ 817510 h 835677"/>
                <a:gd name="connsiteX18" fmla="*/ 5383454 w 5777070"/>
                <a:gd name="connsiteY18" fmla="*/ 781176 h 835677"/>
                <a:gd name="connsiteX19" fmla="*/ 5498511 w 5777070"/>
                <a:gd name="connsiteY19" fmla="*/ 702453 h 835677"/>
                <a:gd name="connsiteX20" fmla="*/ 5613568 w 5777070"/>
                <a:gd name="connsiteY20" fmla="*/ 672175 h 835677"/>
                <a:gd name="connsiteX21" fmla="*/ 5740736 w 5777070"/>
                <a:gd name="connsiteY21" fmla="*/ 508673 h 835677"/>
                <a:gd name="connsiteX22" fmla="*/ 5777070 w 5777070"/>
                <a:gd name="connsiteY22" fmla="*/ 357282 h 835677"/>
                <a:gd name="connsiteX0" fmla="*/ 5777070 w 5777070"/>
                <a:gd name="connsiteY0" fmla="*/ 357326 h 835721"/>
                <a:gd name="connsiteX1" fmla="*/ 5728625 w 5777070"/>
                <a:gd name="connsiteY1" fmla="*/ 211991 h 835721"/>
                <a:gd name="connsiteX2" fmla="*/ 5613568 w 5777070"/>
                <a:gd name="connsiteY2" fmla="*/ 133268 h 835721"/>
                <a:gd name="connsiteX3" fmla="*/ 5528789 w 5777070"/>
                <a:gd name="connsiteY3" fmla="*/ 121157 h 835721"/>
                <a:gd name="connsiteX4" fmla="*/ 5450066 w 5777070"/>
                <a:gd name="connsiteY4" fmla="*/ 48489 h 835721"/>
                <a:gd name="connsiteX5" fmla="*/ 5298676 w 5777070"/>
                <a:gd name="connsiteY5" fmla="*/ 44 h 835721"/>
                <a:gd name="connsiteX6" fmla="*/ 5086728 w 5777070"/>
                <a:gd name="connsiteY6" fmla="*/ 42433 h 835721"/>
                <a:gd name="connsiteX7" fmla="*/ 4923226 w 5777070"/>
                <a:gd name="connsiteY7" fmla="*/ 163546 h 835721"/>
                <a:gd name="connsiteX8" fmla="*/ 4662834 w 5777070"/>
                <a:gd name="connsiteY8" fmla="*/ 302825 h 835721"/>
                <a:gd name="connsiteX9" fmla="*/ 4251052 w 5777070"/>
                <a:gd name="connsiteY9" fmla="*/ 448161 h 835721"/>
                <a:gd name="connsiteX10" fmla="*/ 3451709 w 5777070"/>
                <a:gd name="connsiteY10" fmla="*/ 623774 h 835721"/>
                <a:gd name="connsiteX11" fmla="*/ 968901 w 5777070"/>
                <a:gd name="connsiteY11" fmla="*/ 696441 h 835721"/>
                <a:gd name="connsiteX12" fmla="*/ 0 w 5777070"/>
                <a:gd name="connsiteY12" fmla="*/ 738831 h 835721"/>
                <a:gd name="connsiteX13" fmla="*/ 0 w 5777070"/>
                <a:gd name="connsiteY13" fmla="*/ 799387 h 835721"/>
                <a:gd name="connsiteX14" fmla="*/ 4232885 w 5777070"/>
                <a:gd name="connsiteY14" fmla="*/ 781220 h 835721"/>
                <a:gd name="connsiteX15" fmla="*/ 4717335 w 5777070"/>
                <a:gd name="connsiteY15" fmla="*/ 811498 h 835721"/>
                <a:gd name="connsiteX16" fmla="*/ 4868726 w 5777070"/>
                <a:gd name="connsiteY16" fmla="*/ 835721 h 835721"/>
                <a:gd name="connsiteX17" fmla="*/ 5207841 w 5777070"/>
                <a:gd name="connsiteY17" fmla="*/ 817554 h 835721"/>
                <a:gd name="connsiteX18" fmla="*/ 5383454 w 5777070"/>
                <a:gd name="connsiteY18" fmla="*/ 781220 h 835721"/>
                <a:gd name="connsiteX19" fmla="*/ 5498511 w 5777070"/>
                <a:gd name="connsiteY19" fmla="*/ 702497 h 835721"/>
                <a:gd name="connsiteX20" fmla="*/ 5613568 w 5777070"/>
                <a:gd name="connsiteY20" fmla="*/ 672219 h 835721"/>
                <a:gd name="connsiteX21" fmla="*/ 5740736 w 5777070"/>
                <a:gd name="connsiteY21" fmla="*/ 508717 h 835721"/>
                <a:gd name="connsiteX22" fmla="*/ 5777070 w 5777070"/>
                <a:gd name="connsiteY22" fmla="*/ 357326 h 835721"/>
                <a:gd name="connsiteX0" fmla="*/ 5777070 w 5777070"/>
                <a:gd name="connsiteY0" fmla="*/ 357432 h 835827"/>
                <a:gd name="connsiteX1" fmla="*/ 5728625 w 5777070"/>
                <a:gd name="connsiteY1" fmla="*/ 212097 h 835827"/>
                <a:gd name="connsiteX2" fmla="*/ 5613568 w 5777070"/>
                <a:gd name="connsiteY2" fmla="*/ 133374 h 835827"/>
                <a:gd name="connsiteX3" fmla="*/ 5528789 w 5777070"/>
                <a:gd name="connsiteY3" fmla="*/ 121263 h 835827"/>
                <a:gd name="connsiteX4" fmla="*/ 5450066 w 5777070"/>
                <a:gd name="connsiteY4" fmla="*/ 48595 h 835827"/>
                <a:gd name="connsiteX5" fmla="*/ 5298676 w 5777070"/>
                <a:gd name="connsiteY5" fmla="*/ 150 h 835827"/>
                <a:gd name="connsiteX6" fmla="*/ 5086728 w 5777070"/>
                <a:gd name="connsiteY6" fmla="*/ 42539 h 835827"/>
                <a:gd name="connsiteX7" fmla="*/ 4923226 w 5777070"/>
                <a:gd name="connsiteY7" fmla="*/ 163652 h 835827"/>
                <a:gd name="connsiteX8" fmla="*/ 4662834 w 5777070"/>
                <a:gd name="connsiteY8" fmla="*/ 302931 h 835827"/>
                <a:gd name="connsiteX9" fmla="*/ 4251052 w 5777070"/>
                <a:gd name="connsiteY9" fmla="*/ 448267 h 835827"/>
                <a:gd name="connsiteX10" fmla="*/ 3451709 w 5777070"/>
                <a:gd name="connsiteY10" fmla="*/ 623880 h 835827"/>
                <a:gd name="connsiteX11" fmla="*/ 968901 w 5777070"/>
                <a:gd name="connsiteY11" fmla="*/ 696547 h 835827"/>
                <a:gd name="connsiteX12" fmla="*/ 0 w 5777070"/>
                <a:gd name="connsiteY12" fmla="*/ 738937 h 835827"/>
                <a:gd name="connsiteX13" fmla="*/ 0 w 5777070"/>
                <a:gd name="connsiteY13" fmla="*/ 799493 h 835827"/>
                <a:gd name="connsiteX14" fmla="*/ 4232885 w 5777070"/>
                <a:gd name="connsiteY14" fmla="*/ 781326 h 835827"/>
                <a:gd name="connsiteX15" fmla="*/ 4717335 w 5777070"/>
                <a:gd name="connsiteY15" fmla="*/ 811604 h 835827"/>
                <a:gd name="connsiteX16" fmla="*/ 4868726 w 5777070"/>
                <a:gd name="connsiteY16" fmla="*/ 835827 h 835827"/>
                <a:gd name="connsiteX17" fmla="*/ 5207841 w 5777070"/>
                <a:gd name="connsiteY17" fmla="*/ 817660 h 835827"/>
                <a:gd name="connsiteX18" fmla="*/ 5383454 w 5777070"/>
                <a:gd name="connsiteY18" fmla="*/ 781326 h 835827"/>
                <a:gd name="connsiteX19" fmla="*/ 5498511 w 5777070"/>
                <a:gd name="connsiteY19" fmla="*/ 702603 h 835827"/>
                <a:gd name="connsiteX20" fmla="*/ 5613568 w 5777070"/>
                <a:gd name="connsiteY20" fmla="*/ 672325 h 835827"/>
                <a:gd name="connsiteX21" fmla="*/ 5740736 w 5777070"/>
                <a:gd name="connsiteY21" fmla="*/ 508823 h 835827"/>
                <a:gd name="connsiteX22" fmla="*/ 5777070 w 5777070"/>
                <a:gd name="connsiteY22" fmla="*/ 357432 h 835827"/>
                <a:gd name="connsiteX0" fmla="*/ 5777070 w 5777070"/>
                <a:gd name="connsiteY0" fmla="*/ 357432 h 835827"/>
                <a:gd name="connsiteX1" fmla="*/ 5728625 w 5777070"/>
                <a:gd name="connsiteY1" fmla="*/ 212097 h 835827"/>
                <a:gd name="connsiteX2" fmla="*/ 5613568 w 5777070"/>
                <a:gd name="connsiteY2" fmla="*/ 133374 h 835827"/>
                <a:gd name="connsiteX3" fmla="*/ 5528789 w 5777070"/>
                <a:gd name="connsiteY3" fmla="*/ 121263 h 835827"/>
                <a:gd name="connsiteX4" fmla="*/ 5450066 w 5777070"/>
                <a:gd name="connsiteY4" fmla="*/ 48595 h 835827"/>
                <a:gd name="connsiteX5" fmla="*/ 5298676 w 5777070"/>
                <a:gd name="connsiteY5" fmla="*/ 150 h 835827"/>
                <a:gd name="connsiteX6" fmla="*/ 5086728 w 5777070"/>
                <a:gd name="connsiteY6" fmla="*/ 42539 h 835827"/>
                <a:gd name="connsiteX7" fmla="*/ 4923226 w 5777070"/>
                <a:gd name="connsiteY7" fmla="*/ 163652 h 835827"/>
                <a:gd name="connsiteX8" fmla="*/ 4662834 w 5777070"/>
                <a:gd name="connsiteY8" fmla="*/ 302931 h 835827"/>
                <a:gd name="connsiteX9" fmla="*/ 4251052 w 5777070"/>
                <a:gd name="connsiteY9" fmla="*/ 448267 h 835827"/>
                <a:gd name="connsiteX10" fmla="*/ 3451709 w 5777070"/>
                <a:gd name="connsiteY10" fmla="*/ 623880 h 835827"/>
                <a:gd name="connsiteX11" fmla="*/ 968901 w 5777070"/>
                <a:gd name="connsiteY11" fmla="*/ 696547 h 835827"/>
                <a:gd name="connsiteX12" fmla="*/ 0 w 5777070"/>
                <a:gd name="connsiteY12" fmla="*/ 738937 h 835827"/>
                <a:gd name="connsiteX13" fmla="*/ 0 w 5777070"/>
                <a:gd name="connsiteY13" fmla="*/ 799493 h 835827"/>
                <a:gd name="connsiteX14" fmla="*/ 4232885 w 5777070"/>
                <a:gd name="connsiteY14" fmla="*/ 781326 h 835827"/>
                <a:gd name="connsiteX15" fmla="*/ 4717335 w 5777070"/>
                <a:gd name="connsiteY15" fmla="*/ 811604 h 835827"/>
                <a:gd name="connsiteX16" fmla="*/ 4868726 w 5777070"/>
                <a:gd name="connsiteY16" fmla="*/ 835827 h 835827"/>
                <a:gd name="connsiteX17" fmla="*/ 5207841 w 5777070"/>
                <a:gd name="connsiteY17" fmla="*/ 817660 h 835827"/>
                <a:gd name="connsiteX18" fmla="*/ 5383454 w 5777070"/>
                <a:gd name="connsiteY18" fmla="*/ 781326 h 835827"/>
                <a:gd name="connsiteX19" fmla="*/ 5498511 w 5777070"/>
                <a:gd name="connsiteY19" fmla="*/ 702603 h 835827"/>
                <a:gd name="connsiteX20" fmla="*/ 5613568 w 5777070"/>
                <a:gd name="connsiteY20" fmla="*/ 672325 h 835827"/>
                <a:gd name="connsiteX21" fmla="*/ 5740736 w 5777070"/>
                <a:gd name="connsiteY21" fmla="*/ 508823 h 835827"/>
                <a:gd name="connsiteX22" fmla="*/ 5777070 w 5777070"/>
                <a:gd name="connsiteY22" fmla="*/ 357432 h 835827"/>
                <a:gd name="connsiteX0" fmla="*/ 5777070 w 5777070"/>
                <a:gd name="connsiteY0" fmla="*/ 357432 h 835827"/>
                <a:gd name="connsiteX1" fmla="*/ 5728625 w 5777070"/>
                <a:gd name="connsiteY1" fmla="*/ 212097 h 835827"/>
                <a:gd name="connsiteX2" fmla="*/ 5613568 w 5777070"/>
                <a:gd name="connsiteY2" fmla="*/ 133374 h 835827"/>
                <a:gd name="connsiteX3" fmla="*/ 5528789 w 5777070"/>
                <a:gd name="connsiteY3" fmla="*/ 121263 h 835827"/>
                <a:gd name="connsiteX4" fmla="*/ 5450066 w 5777070"/>
                <a:gd name="connsiteY4" fmla="*/ 48595 h 835827"/>
                <a:gd name="connsiteX5" fmla="*/ 5298676 w 5777070"/>
                <a:gd name="connsiteY5" fmla="*/ 150 h 835827"/>
                <a:gd name="connsiteX6" fmla="*/ 5086728 w 5777070"/>
                <a:gd name="connsiteY6" fmla="*/ 42539 h 835827"/>
                <a:gd name="connsiteX7" fmla="*/ 4923226 w 5777070"/>
                <a:gd name="connsiteY7" fmla="*/ 163652 h 835827"/>
                <a:gd name="connsiteX8" fmla="*/ 4662834 w 5777070"/>
                <a:gd name="connsiteY8" fmla="*/ 302931 h 835827"/>
                <a:gd name="connsiteX9" fmla="*/ 4251052 w 5777070"/>
                <a:gd name="connsiteY9" fmla="*/ 448267 h 835827"/>
                <a:gd name="connsiteX10" fmla="*/ 3451709 w 5777070"/>
                <a:gd name="connsiteY10" fmla="*/ 623880 h 835827"/>
                <a:gd name="connsiteX11" fmla="*/ 968901 w 5777070"/>
                <a:gd name="connsiteY11" fmla="*/ 696547 h 835827"/>
                <a:gd name="connsiteX12" fmla="*/ 0 w 5777070"/>
                <a:gd name="connsiteY12" fmla="*/ 738937 h 835827"/>
                <a:gd name="connsiteX13" fmla="*/ 0 w 5777070"/>
                <a:gd name="connsiteY13" fmla="*/ 799493 h 835827"/>
                <a:gd name="connsiteX14" fmla="*/ 4232885 w 5777070"/>
                <a:gd name="connsiteY14" fmla="*/ 781326 h 835827"/>
                <a:gd name="connsiteX15" fmla="*/ 4717335 w 5777070"/>
                <a:gd name="connsiteY15" fmla="*/ 811604 h 835827"/>
                <a:gd name="connsiteX16" fmla="*/ 4868726 w 5777070"/>
                <a:gd name="connsiteY16" fmla="*/ 835827 h 835827"/>
                <a:gd name="connsiteX17" fmla="*/ 5207841 w 5777070"/>
                <a:gd name="connsiteY17" fmla="*/ 817660 h 835827"/>
                <a:gd name="connsiteX18" fmla="*/ 5383454 w 5777070"/>
                <a:gd name="connsiteY18" fmla="*/ 781326 h 835827"/>
                <a:gd name="connsiteX19" fmla="*/ 5498511 w 5777070"/>
                <a:gd name="connsiteY19" fmla="*/ 702603 h 835827"/>
                <a:gd name="connsiteX20" fmla="*/ 5613568 w 5777070"/>
                <a:gd name="connsiteY20" fmla="*/ 672325 h 835827"/>
                <a:gd name="connsiteX21" fmla="*/ 5740736 w 5777070"/>
                <a:gd name="connsiteY21" fmla="*/ 508823 h 835827"/>
                <a:gd name="connsiteX22" fmla="*/ 5777070 w 5777070"/>
                <a:gd name="connsiteY22" fmla="*/ 357432 h 835827"/>
                <a:gd name="connsiteX0" fmla="*/ 5777070 w 5777070"/>
                <a:gd name="connsiteY0" fmla="*/ 357432 h 835827"/>
                <a:gd name="connsiteX1" fmla="*/ 5728625 w 5777070"/>
                <a:gd name="connsiteY1" fmla="*/ 212097 h 835827"/>
                <a:gd name="connsiteX2" fmla="*/ 5613568 w 5777070"/>
                <a:gd name="connsiteY2" fmla="*/ 133374 h 835827"/>
                <a:gd name="connsiteX3" fmla="*/ 5528789 w 5777070"/>
                <a:gd name="connsiteY3" fmla="*/ 121263 h 835827"/>
                <a:gd name="connsiteX4" fmla="*/ 5450066 w 5777070"/>
                <a:gd name="connsiteY4" fmla="*/ 48595 h 835827"/>
                <a:gd name="connsiteX5" fmla="*/ 5298676 w 5777070"/>
                <a:gd name="connsiteY5" fmla="*/ 150 h 835827"/>
                <a:gd name="connsiteX6" fmla="*/ 5086728 w 5777070"/>
                <a:gd name="connsiteY6" fmla="*/ 42539 h 835827"/>
                <a:gd name="connsiteX7" fmla="*/ 4923226 w 5777070"/>
                <a:gd name="connsiteY7" fmla="*/ 163652 h 835827"/>
                <a:gd name="connsiteX8" fmla="*/ 4662834 w 5777070"/>
                <a:gd name="connsiteY8" fmla="*/ 302931 h 835827"/>
                <a:gd name="connsiteX9" fmla="*/ 4251052 w 5777070"/>
                <a:gd name="connsiteY9" fmla="*/ 448267 h 835827"/>
                <a:gd name="connsiteX10" fmla="*/ 3451709 w 5777070"/>
                <a:gd name="connsiteY10" fmla="*/ 623880 h 835827"/>
                <a:gd name="connsiteX11" fmla="*/ 968901 w 5777070"/>
                <a:gd name="connsiteY11" fmla="*/ 696547 h 835827"/>
                <a:gd name="connsiteX12" fmla="*/ 0 w 5777070"/>
                <a:gd name="connsiteY12" fmla="*/ 738937 h 835827"/>
                <a:gd name="connsiteX13" fmla="*/ 0 w 5777070"/>
                <a:gd name="connsiteY13" fmla="*/ 799493 h 835827"/>
                <a:gd name="connsiteX14" fmla="*/ 4232885 w 5777070"/>
                <a:gd name="connsiteY14" fmla="*/ 781326 h 835827"/>
                <a:gd name="connsiteX15" fmla="*/ 4717335 w 5777070"/>
                <a:gd name="connsiteY15" fmla="*/ 811604 h 835827"/>
                <a:gd name="connsiteX16" fmla="*/ 4868726 w 5777070"/>
                <a:gd name="connsiteY16" fmla="*/ 835827 h 835827"/>
                <a:gd name="connsiteX17" fmla="*/ 5207841 w 5777070"/>
                <a:gd name="connsiteY17" fmla="*/ 817660 h 835827"/>
                <a:gd name="connsiteX18" fmla="*/ 5383454 w 5777070"/>
                <a:gd name="connsiteY18" fmla="*/ 781326 h 835827"/>
                <a:gd name="connsiteX19" fmla="*/ 5498511 w 5777070"/>
                <a:gd name="connsiteY19" fmla="*/ 702603 h 835827"/>
                <a:gd name="connsiteX20" fmla="*/ 5613568 w 5777070"/>
                <a:gd name="connsiteY20" fmla="*/ 672325 h 835827"/>
                <a:gd name="connsiteX21" fmla="*/ 5740736 w 5777070"/>
                <a:gd name="connsiteY21" fmla="*/ 508823 h 835827"/>
                <a:gd name="connsiteX22" fmla="*/ 5777070 w 5777070"/>
                <a:gd name="connsiteY22" fmla="*/ 357432 h 835827"/>
                <a:gd name="connsiteX0" fmla="*/ 5777070 w 5777070"/>
                <a:gd name="connsiteY0" fmla="*/ 357432 h 835827"/>
                <a:gd name="connsiteX1" fmla="*/ 5728625 w 5777070"/>
                <a:gd name="connsiteY1" fmla="*/ 212097 h 835827"/>
                <a:gd name="connsiteX2" fmla="*/ 5613568 w 5777070"/>
                <a:gd name="connsiteY2" fmla="*/ 133374 h 835827"/>
                <a:gd name="connsiteX3" fmla="*/ 5528789 w 5777070"/>
                <a:gd name="connsiteY3" fmla="*/ 121263 h 835827"/>
                <a:gd name="connsiteX4" fmla="*/ 5450066 w 5777070"/>
                <a:gd name="connsiteY4" fmla="*/ 48595 h 835827"/>
                <a:gd name="connsiteX5" fmla="*/ 5298676 w 5777070"/>
                <a:gd name="connsiteY5" fmla="*/ 150 h 835827"/>
                <a:gd name="connsiteX6" fmla="*/ 5086728 w 5777070"/>
                <a:gd name="connsiteY6" fmla="*/ 42539 h 835827"/>
                <a:gd name="connsiteX7" fmla="*/ 4923226 w 5777070"/>
                <a:gd name="connsiteY7" fmla="*/ 163652 h 835827"/>
                <a:gd name="connsiteX8" fmla="*/ 4662834 w 5777070"/>
                <a:gd name="connsiteY8" fmla="*/ 302931 h 835827"/>
                <a:gd name="connsiteX9" fmla="*/ 4251052 w 5777070"/>
                <a:gd name="connsiteY9" fmla="*/ 448267 h 835827"/>
                <a:gd name="connsiteX10" fmla="*/ 3451709 w 5777070"/>
                <a:gd name="connsiteY10" fmla="*/ 623880 h 835827"/>
                <a:gd name="connsiteX11" fmla="*/ 968901 w 5777070"/>
                <a:gd name="connsiteY11" fmla="*/ 696547 h 835827"/>
                <a:gd name="connsiteX12" fmla="*/ 0 w 5777070"/>
                <a:gd name="connsiteY12" fmla="*/ 738937 h 835827"/>
                <a:gd name="connsiteX13" fmla="*/ 0 w 5777070"/>
                <a:gd name="connsiteY13" fmla="*/ 799493 h 835827"/>
                <a:gd name="connsiteX14" fmla="*/ 4232885 w 5777070"/>
                <a:gd name="connsiteY14" fmla="*/ 781326 h 835827"/>
                <a:gd name="connsiteX15" fmla="*/ 4717335 w 5777070"/>
                <a:gd name="connsiteY15" fmla="*/ 811604 h 835827"/>
                <a:gd name="connsiteX16" fmla="*/ 4868726 w 5777070"/>
                <a:gd name="connsiteY16" fmla="*/ 835827 h 835827"/>
                <a:gd name="connsiteX17" fmla="*/ 5207841 w 5777070"/>
                <a:gd name="connsiteY17" fmla="*/ 817660 h 835827"/>
                <a:gd name="connsiteX18" fmla="*/ 5383454 w 5777070"/>
                <a:gd name="connsiteY18" fmla="*/ 781326 h 835827"/>
                <a:gd name="connsiteX19" fmla="*/ 5498511 w 5777070"/>
                <a:gd name="connsiteY19" fmla="*/ 702603 h 835827"/>
                <a:gd name="connsiteX20" fmla="*/ 5613568 w 5777070"/>
                <a:gd name="connsiteY20" fmla="*/ 672325 h 835827"/>
                <a:gd name="connsiteX21" fmla="*/ 5740736 w 5777070"/>
                <a:gd name="connsiteY21" fmla="*/ 508823 h 835827"/>
                <a:gd name="connsiteX22" fmla="*/ 5777070 w 5777070"/>
                <a:gd name="connsiteY22" fmla="*/ 357432 h 835827"/>
                <a:gd name="connsiteX0" fmla="*/ 5777070 w 5777301"/>
                <a:gd name="connsiteY0" fmla="*/ 357432 h 835827"/>
                <a:gd name="connsiteX1" fmla="*/ 5728625 w 5777301"/>
                <a:gd name="connsiteY1" fmla="*/ 212097 h 835827"/>
                <a:gd name="connsiteX2" fmla="*/ 5613568 w 5777301"/>
                <a:gd name="connsiteY2" fmla="*/ 133374 h 835827"/>
                <a:gd name="connsiteX3" fmla="*/ 5528789 w 5777301"/>
                <a:gd name="connsiteY3" fmla="*/ 121263 h 835827"/>
                <a:gd name="connsiteX4" fmla="*/ 5450066 w 5777301"/>
                <a:gd name="connsiteY4" fmla="*/ 48595 h 835827"/>
                <a:gd name="connsiteX5" fmla="*/ 5298676 w 5777301"/>
                <a:gd name="connsiteY5" fmla="*/ 150 h 835827"/>
                <a:gd name="connsiteX6" fmla="*/ 5086728 w 5777301"/>
                <a:gd name="connsiteY6" fmla="*/ 42539 h 835827"/>
                <a:gd name="connsiteX7" fmla="*/ 4923226 w 5777301"/>
                <a:gd name="connsiteY7" fmla="*/ 163652 h 835827"/>
                <a:gd name="connsiteX8" fmla="*/ 4662834 w 5777301"/>
                <a:gd name="connsiteY8" fmla="*/ 302931 h 835827"/>
                <a:gd name="connsiteX9" fmla="*/ 4251052 w 5777301"/>
                <a:gd name="connsiteY9" fmla="*/ 448267 h 835827"/>
                <a:gd name="connsiteX10" fmla="*/ 3451709 w 5777301"/>
                <a:gd name="connsiteY10" fmla="*/ 623880 h 835827"/>
                <a:gd name="connsiteX11" fmla="*/ 968901 w 5777301"/>
                <a:gd name="connsiteY11" fmla="*/ 696547 h 835827"/>
                <a:gd name="connsiteX12" fmla="*/ 0 w 5777301"/>
                <a:gd name="connsiteY12" fmla="*/ 738937 h 835827"/>
                <a:gd name="connsiteX13" fmla="*/ 0 w 5777301"/>
                <a:gd name="connsiteY13" fmla="*/ 799493 h 835827"/>
                <a:gd name="connsiteX14" fmla="*/ 4232885 w 5777301"/>
                <a:gd name="connsiteY14" fmla="*/ 781326 h 835827"/>
                <a:gd name="connsiteX15" fmla="*/ 4717335 w 5777301"/>
                <a:gd name="connsiteY15" fmla="*/ 811604 h 835827"/>
                <a:gd name="connsiteX16" fmla="*/ 4868726 w 5777301"/>
                <a:gd name="connsiteY16" fmla="*/ 835827 h 835827"/>
                <a:gd name="connsiteX17" fmla="*/ 5207841 w 5777301"/>
                <a:gd name="connsiteY17" fmla="*/ 817660 h 835827"/>
                <a:gd name="connsiteX18" fmla="*/ 5383454 w 5777301"/>
                <a:gd name="connsiteY18" fmla="*/ 781326 h 835827"/>
                <a:gd name="connsiteX19" fmla="*/ 5498511 w 5777301"/>
                <a:gd name="connsiteY19" fmla="*/ 702603 h 835827"/>
                <a:gd name="connsiteX20" fmla="*/ 5613568 w 5777301"/>
                <a:gd name="connsiteY20" fmla="*/ 672325 h 835827"/>
                <a:gd name="connsiteX21" fmla="*/ 5740736 w 5777301"/>
                <a:gd name="connsiteY21" fmla="*/ 508823 h 835827"/>
                <a:gd name="connsiteX22" fmla="*/ 5777070 w 5777301"/>
                <a:gd name="connsiteY22" fmla="*/ 357432 h 835827"/>
                <a:gd name="connsiteX0" fmla="*/ 5777070 w 5777301"/>
                <a:gd name="connsiteY0" fmla="*/ 357432 h 835827"/>
                <a:gd name="connsiteX1" fmla="*/ 5728625 w 5777301"/>
                <a:gd name="connsiteY1" fmla="*/ 212097 h 835827"/>
                <a:gd name="connsiteX2" fmla="*/ 5613568 w 5777301"/>
                <a:gd name="connsiteY2" fmla="*/ 133374 h 835827"/>
                <a:gd name="connsiteX3" fmla="*/ 5528789 w 5777301"/>
                <a:gd name="connsiteY3" fmla="*/ 121263 h 835827"/>
                <a:gd name="connsiteX4" fmla="*/ 5450066 w 5777301"/>
                <a:gd name="connsiteY4" fmla="*/ 48595 h 835827"/>
                <a:gd name="connsiteX5" fmla="*/ 5298676 w 5777301"/>
                <a:gd name="connsiteY5" fmla="*/ 150 h 835827"/>
                <a:gd name="connsiteX6" fmla="*/ 5086728 w 5777301"/>
                <a:gd name="connsiteY6" fmla="*/ 42539 h 835827"/>
                <a:gd name="connsiteX7" fmla="*/ 4923226 w 5777301"/>
                <a:gd name="connsiteY7" fmla="*/ 163652 h 835827"/>
                <a:gd name="connsiteX8" fmla="*/ 4662834 w 5777301"/>
                <a:gd name="connsiteY8" fmla="*/ 302931 h 835827"/>
                <a:gd name="connsiteX9" fmla="*/ 4251052 w 5777301"/>
                <a:gd name="connsiteY9" fmla="*/ 448267 h 835827"/>
                <a:gd name="connsiteX10" fmla="*/ 3451709 w 5777301"/>
                <a:gd name="connsiteY10" fmla="*/ 623880 h 835827"/>
                <a:gd name="connsiteX11" fmla="*/ 968901 w 5777301"/>
                <a:gd name="connsiteY11" fmla="*/ 696547 h 835827"/>
                <a:gd name="connsiteX12" fmla="*/ 0 w 5777301"/>
                <a:gd name="connsiteY12" fmla="*/ 738937 h 835827"/>
                <a:gd name="connsiteX13" fmla="*/ 0 w 5777301"/>
                <a:gd name="connsiteY13" fmla="*/ 799493 h 835827"/>
                <a:gd name="connsiteX14" fmla="*/ 4232885 w 5777301"/>
                <a:gd name="connsiteY14" fmla="*/ 781326 h 835827"/>
                <a:gd name="connsiteX15" fmla="*/ 4717335 w 5777301"/>
                <a:gd name="connsiteY15" fmla="*/ 811604 h 835827"/>
                <a:gd name="connsiteX16" fmla="*/ 4868726 w 5777301"/>
                <a:gd name="connsiteY16" fmla="*/ 835827 h 835827"/>
                <a:gd name="connsiteX17" fmla="*/ 5207841 w 5777301"/>
                <a:gd name="connsiteY17" fmla="*/ 817660 h 835827"/>
                <a:gd name="connsiteX18" fmla="*/ 5383454 w 5777301"/>
                <a:gd name="connsiteY18" fmla="*/ 781326 h 835827"/>
                <a:gd name="connsiteX19" fmla="*/ 5498511 w 5777301"/>
                <a:gd name="connsiteY19" fmla="*/ 702603 h 835827"/>
                <a:gd name="connsiteX20" fmla="*/ 5613568 w 5777301"/>
                <a:gd name="connsiteY20" fmla="*/ 672325 h 835827"/>
                <a:gd name="connsiteX21" fmla="*/ 5740736 w 5777301"/>
                <a:gd name="connsiteY21" fmla="*/ 508823 h 835827"/>
                <a:gd name="connsiteX22" fmla="*/ 5777070 w 5777301"/>
                <a:gd name="connsiteY22" fmla="*/ 357432 h 835827"/>
                <a:gd name="connsiteX0" fmla="*/ 5777070 w 5777301"/>
                <a:gd name="connsiteY0" fmla="*/ 357432 h 835827"/>
                <a:gd name="connsiteX1" fmla="*/ 5728625 w 5777301"/>
                <a:gd name="connsiteY1" fmla="*/ 212097 h 835827"/>
                <a:gd name="connsiteX2" fmla="*/ 5613568 w 5777301"/>
                <a:gd name="connsiteY2" fmla="*/ 133374 h 835827"/>
                <a:gd name="connsiteX3" fmla="*/ 5528789 w 5777301"/>
                <a:gd name="connsiteY3" fmla="*/ 121263 h 835827"/>
                <a:gd name="connsiteX4" fmla="*/ 5450066 w 5777301"/>
                <a:gd name="connsiteY4" fmla="*/ 48595 h 835827"/>
                <a:gd name="connsiteX5" fmla="*/ 5298676 w 5777301"/>
                <a:gd name="connsiteY5" fmla="*/ 150 h 835827"/>
                <a:gd name="connsiteX6" fmla="*/ 5086728 w 5777301"/>
                <a:gd name="connsiteY6" fmla="*/ 42539 h 835827"/>
                <a:gd name="connsiteX7" fmla="*/ 4923226 w 5777301"/>
                <a:gd name="connsiteY7" fmla="*/ 163652 h 835827"/>
                <a:gd name="connsiteX8" fmla="*/ 4662834 w 5777301"/>
                <a:gd name="connsiteY8" fmla="*/ 302931 h 835827"/>
                <a:gd name="connsiteX9" fmla="*/ 4251052 w 5777301"/>
                <a:gd name="connsiteY9" fmla="*/ 448267 h 835827"/>
                <a:gd name="connsiteX10" fmla="*/ 3451709 w 5777301"/>
                <a:gd name="connsiteY10" fmla="*/ 623880 h 835827"/>
                <a:gd name="connsiteX11" fmla="*/ 968901 w 5777301"/>
                <a:gd name="connsiteY11" fmla="*/ 696547 h 835827"/>
                <a:gd name="connsiteX12" fmla="*/ 0 w 5777301"/>
                <a:gd name="connsiteY12" fmla="*/ 738937 h 835827"/>
                <a:gd name="connsiteX13" fmla="*/ 0 w 5777301"/>
                <a:gd name="connsiteY13" fmla="*/ 799493 h 835827"/>
                <a:gd name="connsiteX14" fmla="*/ 4232885 w 5777301"/>
                <a:gd name="connsiteY14" fmla="*/ 781326 h 835827"/>
                <a:gd name="connsiteX15" fmla="*/ 4717335 w 5777301"/>
                <a:gd name="connsiteY15" fmla="*/ 811604 h 835827"/>
                <a:gd name="connsiteX16" fmla="*/ 4868726 w 5777301"/>
                <a:gd name="connsiteY16" fmla="*/ 835827 h 835827"/>
                <a:gd name="connsiteX17" fmla="*/ 5207841 w 5777301"/>
                <a:gd name="connsiteY17" fmla="*/ 817660 h 835827"/>
                <a:gd name="connsiteX18" fmla="*/ 5383454 w 5777301"/>
                <a:gd name="connsiteY18" fmla="*/ 781326 h 835827"/>
                <a:gd name="connsiteX19" fmla="*/ 5498511 w 5777301"/>
                <a:gd name="connsiteY19" fmla="*/ 702603 h 835827"/>
                <a:gd name="connsiteX20" fmla="*/ 5613568 w 5777301"/>
                <a:gd name="connsiteY20" fmla="*/ 672325 h 835827"/>
                <a:gd name="connsiteX21" fmla="*/ 5740736 w 5777301"/>
                <a:gd name="connsiteY21" fmla="*/ 508823 h 835827"/>
                <a:gd name="connsiteX22" fmla="*/ 5777070 w 5777301"/>
                <a:gd name="connsiteY22" fmla="*/ 357432 h 835827"/>
                <a:gd name="connsiteX0" fmla="*/ 5777070 w 5777301"/>
                <a:gd name="connsiteY0" fmla="*/ 357432 h 835827"/>
                <a:gd name="connsiteX1" fmla="*/ 5728625 w 5777301"/>
                <a:gd name="connsiteY1" fmla="*/ 212097 h 835827"/>
                <a:gd name="connsiteX2" fmla="*/ 5613568 w 5777301"/>
                <a:gd name="connsiteY2" fmla="*/ 133374 h 835827"/>
                <a:gd name="connsiteX3" fmla="*/ 5528789 w 5777301"/>
                <a:gd name="connsiteY3" fmla="*/ 121263 h 835827"/>
                <a:gd name="connsiteX4" fmla="*/ 5450066 w 5777301"/>
                <a:gd name="connsiteY4" fmla="*/ 48595 h 835827"/>
                <a:gd name="connsiteX5" fmla="*/ 5298676 w 5777301"/>
                <a:gd name="connsiteY5" fmla="*/ 150 h 835827"/>
                <a:gd name="connsiteX6" fmla="*/ 5086728 w 5777301"/>
                <a:gd name="connsiteY6" fmla="*/ 42539 h 835827"/>
                <a:gd name="connsiteX7" fmla="*/ 4923226 w 5777301"/>
                <a:gd name="connsiteY7" fmla="*/ 163652 h 835827"/>
                <a:gd name="connsiteX8" fmla="*/ 4662834 w 5777301"/>
                <a:gd name="connsiteY8" fmla="*/ 302931 h 835827"/>
                <a:gd name="connsiteX9" fmla="*/ 4251052 w 5777301"/>
                <a:gd name="connsiteY9" fmla="*/ 448267 h 835827"/>
                <a:gd name="connsiteX10" fmla="*/ 3451709 w 5777301"/>
                <a:gd name="connsiteY10" fmla="*/ 623880 h 835827"/>
                <a:gd name="connsiteX11" fmla="*/ 968901 w 5777301"/>
                <a:gd name="connsiteY11" fmla="*/ 696547 h 835827"/>
                <a:gd name="connsiteX12" fmla="*/ 0 w 5777301"/>
                <a:gd name="connsiteY12" fmla="*/ 738937 h 835827"/>
                <a:gd name="connsiteX13" fmla="*/ 0 w 5777301"/>
                <a:gd name="connsiteY13" fmla="*/ 799493 h 835827"/>
                <a:gd name="connsiteX14" fmla="*/ 4232885 w 5777301"/>
                <a:gd name="connsiteY14" fmla="*/ 781326 h 835827"/>
                <a:gd name="connsiteX15" fmla="*/ 4717335 w 5777301"/>
                <a:gd name="connsiteY15" fmla="*/ 811604 h 835827"/>
                <a:gd name="connsiteX16" fmla="*/ 4868726 w 5777301"/>
                <a:gd name="connsiteY16" fmla="*/ 835827 h 835827"/>
                <a:gd name="connsiteX17" fmla="*/ 5207841 w 5777301"/>
                <a:gd name="connsiteY17" fmla="*/ 817660 h 835827"/>
                <a:gd name="connsiteX18" fmla="*/ 5383454 w 5777301"/>
                <a:gd name="connsiteY18" fmla="*/ 781326 h 835827"/>
                <a:gd name="connsiteX19" fmla="*/ 5498511 w 5777301"/>
                <a:gd name="connsiteY19" fmla="*/ 702603 h 835827"/>
                <a:gd name="connsiteX20" fmla="*/ 5613568 w 5777301"/>
                <a:gd name="connsiteY20" fmla="*/ 672325 h 835827"/>
                <a:gd name="connsiteX21" fmla="*/ 5740736 w 5777301"/>
                <a:gd name="connsiteY21" fmla="*/ 508823 h 835827"/>
                <a:gd name="connsiteX22" fmla="*/ 5777070 w 5777301"/>
                <a:gd name="connsiteY22" fmla="*/ 357432 h 835827"/>
                <a:gd name="connsiteX0" fmla="*/ 5777070 w 5777301"/>
                <a:gd name="connsiteY0" fmla="*/ 357432 h 835896"/>
                <a:gd name="connsiteX1" fmla="*/ 5728625 w 5777301"/>
                <a:gd name="connsiteY1" fmla="*/ 212097 h 835896"/>
                <a:gd name="connsiteX2" fmla="*/ 5613568 w 5777301"/>
                <a:gd name="connsiteY2" fmla="*/ 133374 h 835896"/>
                <a:gd name="connsiteX3" fmla="*/ 5528789 w 5777301"/>
                <a:gd name="connsiteY3" fmla="*/ 121263 h 835896"/>
                <a:gd name="connsiteX4" fmla="*/ 5450066 w 5777301"/>
                <a:gd name="connsiteY4" fmla="*/ 48595 h 835896"/>
                <a:gd name="connsiteX5" fmla="*/ 5298676 w 5777301"/>
                <a:gd name="connsiteY5" fmla="*/ 150 h 835896"/>
                <a:gd name="connsiteX6" fmla="*/ 5086728 w 5777301"/>
                <a:gd name="connsiteY6" fmla="*/ 42539 h 835896"/>
                <a:gd name="connsiteX7" fmla="*/ 4923226 w 5777301"/>
                <a:gd name="connsiteY7" fmla="*/ 163652 h 835896"/>
                <a:gd name="connsiteX8" fmla="*/ 4662834 w 5777301"/>
                <a:gd name="connsiteY8" fmla="*/ 302931 h 835896"/>
                <a:gd name="connsiteX9" fmla="*/ 4251052 w 5777301"/>
                <a:gd name="connsiteY9" fmla="*/ 448267 h 835896"/>
                <a:gd name="connsiteX10" fmla="*/ 3451709 w 5777301"/>
                <a:gd name="connsiteY10" fmla="*/ 623880 h 835896"/>
                <a:gd name="connsiteX11" fmla="*/ 968901 w 5777301"/>
                <a:gd name="connsiteY11" fmla="*/ 696547 h 835896"/>
                <a:gd name="connsiteX12" fmla="*/ 0 w 5777301"/>
                <a:gd name="connsiteY12" fmla="*/ 738937 h 835896"/>
                <a:gd name="connsiteX13" fmla="*/ 0 w 5777301"/>
                <a:gd name="connsiteY13" fmla="*/ 799493 h 835896"/>
                <a:gd name="connsiteX14" fmla="*/ 4232885 w 5777301"/>
                <a:gd name="connsiteY14" fmla="*/ 781326 h 835896"/>
                <a:gd name="connsiteX15" fmla="*/ 4717335 w 5777301"/>
                <a:gd name="connsiteY15" fmla="*/ 811604 h 835896"/>
                <a:gd name="connsiteX16" fmla="*/ 4868726 w 5777301"/>
                <a:gd name="connsiteY16" fmla="*/ 835827 h 835896"/>
                <a:gd name="connsiteX17" fmla="*/ 5207841 w 5777301"/>
                <a:gd name="connsiteY17" fmla="*/ 817660 h 835896"/>
                <a:gd name="connsiteX18" fmla="*/ 5383454 w 5777301"/>
                <a:gd name="connsiteY18" fmla="*/ 781326 h 835896"/>
                <a:gd name="connsiteX19" fmla="*/ 5498511 w 5777301"/>
                <a:gd name="connsiteY19" fmla="*/ 702603 h 835896"/>
                <a:gd name="connsiteX20" fmla="*/ 5613568 w 5777301"/>
                <a:gd name="connsiteY20" fmla="*/ 672325 h 835896"/>
                <a:gd name="connsiteX21" fmla="*/ 5740736 w 5777301"/>
                <a:gd name="connsiteY21" fmla="*/ 508823 h 835896"/>
                <a:gd name="connsiteX22" fmla="*/ 5777070 w 5777301"/>
                <a:gd name="connsiteY22" fmla="*/ 357432 h 835896"/>
                <a:gd name="connsiteX0" fmla="*/ 5777070 w 5777301"/>
                <a:gd name="connsiteY0" fmla="*/ 357432 h 835896"/>
                <a:gd name="connsiteX1" fmla="*/ 5728625 w 5777301"/>
                <a:gd name="connsiteY1" fmla="*/ 212097 h 835896"/>
                <a:gd name="connsiteX2" fmla="*/ 5613568 w 5777301"/>
                <a:gd name="connsiteY2" fmla="*/ 133374 h 835896"/>
                <a:gd name="connsiteX3" fmla="*/ 5528789 w 5777301"/>
                <a:gd name="connsiteY3" fmla="*/ 121263 h 835896"/>
                <a:gd name="connsiteX4" fmla="*/ 5450066 w 5777301"/>
                <a:gd name="connsiteY4" fmla="*/ 48595 h 835896"/>
                <a:gd name="connsiteX5" fmla="*/ 5298676 w 5777301"/>
                <a:gd name="connsiteY5" fmla="*/ 150 h 835896"/>
                <a:gd name="connsiteX6" fmla="*/ 5086728 w 5777301"/>
                <a:gd name="connsiteY6" fmla="*/ 42539 h 835896"/>
                <a:gd name="connsiteX7" fmla="*/ 4923226 w 5777301"/>
                <a:gd name="connsiteY7" fmla="*/ 163652 h 835896"/>
                <a:gd name="connsiteX8" fmla="*/ 4662834 w 5777301"/>
                <a:gd name="connsiteY8" fmla="*/ 302931 h 835896"/>
                <a:gd name="connsiteX9" fmla="*/ 4251052 w 5777301"/>
                <a:gd name="connsiteY9" fmla="*/ 448267 h 835896"/>
                <a:gd name="connsiteX10" fmla="*/ 3451709 w 5777301"/>
                <a:gd name="connsiteY10" fmla="*/ 623880 h 835896"/>
                <a:gd name="connsiteX11" fmla="*/ 968901 w 5777301"/>
                <a:gd name="connsiteY11" fmla="*/ 696547 h 835896"/>
                <a:gd name="connsiteX12" fmla="*/ 0 w 5777301"/>
                <a:gd name="connsiteY12" fmla="*/ 738937 h 835896"/>
                <a:gd name="connsiteX13" fmla="*/ 0 w 5777301"/>
                <a:gd name="connsiteY13" fmla="*/ 799493 h 835896"/>
                <a:gd name="connsiteX14" fmla="*/ 4232885 w 5777301"/>
                <a:gd name="connsiteY14" fmla="*/ 781326 h 835896"/>
                <a:gd name="connsiteX15" fmla="*/ 4717335 w 5777301"/>
                <a:gd name="connsiteY15" fmla="*/ 811604 h 835896"/>
                <a:gd name="connsiteX16" fmla="*/ 4868726 w 5777301"/>
                <a:gd name="connsiteY16" fmla="*/ 835827 h 835896"/>
                <a:gd name="connsiteX17" fmla="*/ 5207841 w 5777301"/>
                <a:gd name="connsiteY17" fmla="*/ 817660 h 835896"/>
                <a:gd name="connsiteX18" fmla="*/ 5383454 w 5777301"/>
                <a:gd name="connsiteY18" fmla="*/ 781326 h 835896"/>
                <a:gd name="connsiteX19" fmla="*/ 5498511 w 5777301"/>
                <a:gd name="connsiteY19" fmla="*/ 702603 h 835896"/>
                <a:gd name="connsiteX20" fmla="*/ 5613568 w 5777301"/>
                <a:gd name="connsiteY20" fmla="*/ 672325 h 835896"/>
                <a:gd name="connsiteX21" fmla="*/ 5740736 w 5777301"/>
                <a:gd name="connsiteY21" fmla="*/ 508823 h 835896"/>
                <a:gd name="connsiteX22" fmla="*/ 5777070 w 5777301"/>
                <a:gd name="connsiteY22" fmla="*/ 357432 h 835896"/>
                <a:gd name="connsiteX0" fmla="*/ 5777070 w 5777301"/>
                <a:gd name="connsiteY0" fmla="*/ 357432 h 835896"/>
                <a:gd name="connsiteX1" fmla="*/ 5728625 w 5777301"/>
                <a:gd name="connsiteY1" fmla="*/ 212097 h 835896"/>
                <a:gd name="connsiteX2" fmla="*/ 5613568 w 5777301"/>
                <a:gd name="connsiteY2" fmla="*/ 133374 h 835896"/>
                <a:gd name="connsiteX3" fmla="*/ 5528789 w 5777301"/>
                <a:gd name="connsiteY3" fmla="*/ 121263 h 835896"/>
                <a:gd name="connsiteX4" fmla="*/ 5450066 w 5777301"/>
                <a:gd name="connsiteY4" fmla="*/ 48595 h 835896"/>
                <a:gd name="connsiteX5" fmla="*/ 5298676 w 5777301"/>
                <a:gd name="connsiteY5" fmla="*/ 150 h 835896"/>
                <a:gd name="connsiteX6" fmla="*/ 5086728 w 5777301"/>
                <a:gd name="connsiteY6" fmla="*/ 42539 h 835896"/>
                <a:gd name="connsiteX7" fmla="*/ 4923226 w 5777301"/>
                <a:gd name="connsiteY7" fmla="*/ 163652 h 835896"/>
                <a:gd name="connsiteX8" fmla="*/ 4662834 w 5777301"/>
                <a:gd name="connsiteY8" fmla="*/ 302931 h 835896"/>
                <a:gd name="connsiteX9" fmla="*/ 4251052 w 5777301"/>
                <a:gd name="connsiteY9" fmla="*/ 448267 h 835896"/>
                <a:gd name="connsiteX10" fmla="*/ 3451709 w 5777301"/>
                <a:gd name="connsiteY10" fmla="*/ 623880 h 835896"/>
                <a:gd name="connsiteX11" fmla="*/ 968901 w 5777301"/>
                <a:gd name="connsiteY11" fmla="*/ 696547 h 835896"/>
                <a:gd name="connsiteX12" fmla="*/ 0 w 5777301"/>
                <a:gd name="connsiteY12" fmla="*/ 738937 h 835896"/>
                <a:gd name="connsiteX13" fmla="*/ 0 w 5777301"/>
                <a:gd name="connsiteY13" fmla="*/ 799493 h 835896"/>
                <a:gd name="connsiteX14" fmla="*/ 4232885 w 5777301"/>
                <a:gd name="connsiteY14" fmla="*/ 781326 h 835896"/>
                <a:gd name="connsiteX15" fmla="*/ 4717335 w 5777301"/>
                <a:gd name="connsiteY15" fmla="*/ 811604 h 835896"/>
                <a:gd name="connsiteX16" fmla="*/ 4868726 w 5777301"/>
                <a:gd name="connsiteY16" fmla="*/ 835827 h 835896"/>
                <a:gd name="connsiteX17" fmla="*/ 5207841 w 5777301"/>
                <a:gd name="connsiteY17" fmla="*/ 817660 h 835896"/>
                <a:gd name="connsiteX18" fmla="*/ 5383454 w 5777301"/>
                <a:gd name="connsiteY18" fmla="*/ 781326 h 835896"/>
                <a:gd name="connsiteX19" fmla="*/ 5498511 w 5777301"/>
                <a:gd name="connsiteY19" fmla="*/ 702603 h 835896"/>
                <a:gd name="connsiteX20" fmla="*/ 5613568 w 5777301"/>
                <a:gd name="connsiteY20" fmla="*/ 672325 h 835896"/>
                <a:gd name="connsiteX21" fmla="*/ 5740736 w 5777301"/>
                <a:gd name="connsiteY21" fmla="*/ 508823 h 835896"/>
                <a:gd name="connsiteX22" fmla="*/ 5777070 w 5777301"/>
                <a:gd name="connsiteY22" fmla="*/ 357432 h 835896"/>
                <a:gd name="connsiteX0" fmla="*/ 5777070 w 5777301"/>
                <a:gd name="connsiteY0" fmla="*/ 357432 h 836578"/>
                <a:gd name="connsiteX1" fmla="*/ 5728625 w 5777301"/>
                <a:gd name="connsiteY1" fmla="*/ 212097 h 836578"/>
                <a:gd name="connsiteX2" fmla="*/ 5613568 w 5777301"/>
                <a:gd name="connsiteY2" fmla="*/ 133374 h 836578"/>
                <a:gd name="connsiteX3" fmla="*/ 5528789 w 5777301"/>
                <a:gd name="connsiteY3" fmla="*/ 121263 h 836578"/>
                <a:gd name="connsiteX4" fmla="*/ 5450066 w 5777301"/>
                <a:gd name="connsiteY4" fmla="*/ 48595 h 836578"/>
                <a:gd name="connsiteX5" fmla="*/ 5298676 w 5777301"/>
                <a:gd name="connsiteY5" fmla="*/ 150 h 836578"/>
                <a:gd name="connsiteX6" fmla="*/ 5086728 w 5777301"/>
                <a:gd name="connsiteY6" fmla="*/ 42539 h 836578"/>
                <a:gd name="connsiteX7" fmla="*/ 4923226 w 5777301"/>
                <a:gd name="connsiteY7" fmla="*/ 163652 h 836578"/>
                <a:gd name="connsiteX8" fmla="*/ 4662834 w 5777301"/>
                <a:gd name="connsiteY8" fmla="*/ 302931 h 836578"/>
                <a:gd name="connsiteX9" fmla="*/ 4251052 w 5777301"/>
                <a:gd name="connsiteY9" fmla="*/ 448267 h 836578"/>
                <a:gd name="connsiteX10" fmla="*/ 3451709 w 5777301"/>
                <a:gd name="connsiteY10" fmla="*/ 623880 h 836578"/>
                <a:gd name="connsiteX11" fmla="*/ 968901 w 5777301"/>
                <a:gd name="connsiteY11" fmla="*/ 696547 h 836578"/>
                <a:gd name="connsiteX12" fmla="*/ 0 w 5777301"/>
                <a:gd name="connsiteY12" fmla="*/ 738937 h 836578"/>
                <a:gd name="connsiteX13" fmla="*/ 0 w 5777301"/>
                <a:gd name="connsiteY13" fmla="*/ 799493 h 836578"/>
                <a:gd name="connsiteX14" fmla="*/ 4232885 w 5777301"/>
                <a:gd name="connsiteY14" fmla="*/ 781326 h 836578"/>
                <a:gd name="connsiteX15" fmla="*/ 4584111 w 5777301"/>
                <a:gd name="connsiteY15" fmla="*/ 793437 h 836578"/>
                <a:gd name="connsiteX16" fmla="*/ 4868726 w 5777301"/>
                <a:gd name="connsiteY16" fmla="*/ 835827 h 836578"/>
                <a:gd name="connsiteX17" fmla="*/ 5207841 w 5777301"/>
                <a:gd name="connsiteY17" fmla="*/ 817660 h 836578"/>
                <a:gd name="connsiteX18" fmla="*/ 5383454 w 5777301"/>
                <a:gd name="connsiteY18" fmla="*/ 781326 h 836578"/>
                <a:gd name="connsiteX19" fmla="*/ 5498511 w 5777301"/>
                <a:gd name="connsiteY19" fmla="*/ 702603 h 836578"/>
                <a:gd name="connsiteX20" fmla="*/ 5613568 w 5777301"/>
                <a:gd name="connsiteY20" fmla="*/ 672325 h 836578"/>
                <a:gd name="connsiteX21" fmla="*/ 5740736 w 5777301"/>
                <a:gd name="connsiteY21" fmla="*/ 508823 h 836578"/>
                <a:gd name="connsiteX22" fmla="*/ 5777070 w 5777301"/>
                <a:gd name="connsiteY22" fmla="*/ 357432 h 836578"/>
                <a:gd name="connsiteX0" fmla="*/ 5777070 w 5777301"/>
                <a:gd name="connsiteY0" fmla="*/ 357432 h 837217"/>
                <a:gd name="connsiteX1" fmla="*/ 5728625 w 5777301"/>
                <a:gd name="connsiteY1" fmla="*/ 212097 h 837217"/>
                <a:gd name="connsiteX2" fmla="*/ 5613568 w 5777301"/>
                <a:gd name="connsiteY2" fmla="*/ 133374 h 837217"/>
                <a:gd name="connsiteX3" fmla="*/ 5528789 w 5777301"/>
                <a:gd name="connsiteY3" fmla="*/ 121263 h 837217"/>
                <a:gd name="connsiteX4" fmla="*/ 5450066 w 5777301"/>
                <a:gd name="connsiteY4" fmla="*/ 48595 h 837217"/>
                <a:gd name="connsiteX5" fmla="*/ 5298676 w 5777301"/>
                <a:gd name="connsiteY5" fmla="*/ 150 h 837217"/>
                <a:gd name="connsiteX6" fmla="*/ 5086728 w 5777301"/>
                <a:gd name="connsiteY6" fmla="*/ 42539 h 837217"/>
                <a:gd name="connsiteX7" fmla="*/ 4923226 w 5777301"/>
                <a:gd name="connsiteY7" fmla="*/ 163652 h 837217"/>
                <a:gd name="connsiteX8" fmla="*/ 4662834 w 5777301"/>
                <a:gd name="connsiteY8" fmla="*/ 302931 h 837217"/>
                <a:gd name="connsiteX9" fmla="*/ 4251052 w 5777301"/>
                <a:gd name="connsiteY9" fmla="*/ 448267 h 837217"/>
                <a:gd name="connsiteX10" fmla="*/ 3451709 w 5777301"/>
                <a:gd name="connsiteY10" fmla="*/ 623880 h 837217"/>
                <a:gd name="connsiteX11" fmla="*/ 968901 w 5777301"/>
                <a:gd name="connsiteY11" fmla="*/ 696547 h 837217"/>
                <a:gd name="connsiteX12" fmla="*/ 0 w 5777301"/>
                <a:gd name="connsiteY12" fmla="*/ 738937 h 837217"/>
                <a:gd name="connsiteX13" fmla="*/ 0 w 5777301"/>
                <a:gd name="connsiteY13" fmla="*/ 799493 h 837217"/>
                <a:gd name="connsiteX14" fmla="*/ 4232885 w 5777301"/>
                <a:gd name="connsiteY14" fmla="*/ 781326 h 837217"/>
                <a:gd name="connsiteX15" fmla="*/ 4868726 w 5777301"/>
                <a:gd name="connsiteY15" fmla="*/ 835827 h 837217"/>
                <a:gd name="connsiteX16" fmla="*/ 5207841 w 5777301"/>
                <a:gd name="connsiteY16" fmla="*/ 817660 h 837217"/>
                <a:gd name="connsiteX17" fmla="*/ 5383454 w 5777301"/>
                <a:gd name="connsiteY17" fmla="*/ 781326 h 837217"/>
                <a:gd name="connsiteX18" fmla="*/ 5498511 w 5777301"/>
                <a:gd name="connsiteY18" fmla="*/ 702603 h 837217"/>
                <a:gd name="connsiteX19" fmla="*/ 5613568 w 5777301"/>
                <a:gd name="connsiteY19" fmla="*/ 672325 h 837217"/>
                <a:gd name="connsiteX20" fmla="*/ 5740736 w 5777301"/>
                <a:gd name="connsiteY20" fmla="*/ 508823 h 837217"/>
                <a:gd name="connsiteX21" fmla="*/ 5777070 w 5777301"/>
                <a:gd name="connsiteY21" fmla="*/ 357432 h 837217"/>
                <a:gd name="connsiteX0" fmla="*/ 6071328 w 6071559"/>
                <a:gd name="connsiteY0" fmla="*/ 357432 h 836578"/>
                <a:gd name="connsiteX1" fmla="*/ 6022883 w 6071559"/>
                <a:gd name="connsiteY1" fmla="*/ 212097 h 836578"/>
                <a:gd name="connsiteX2" fmla="*/ 5907826 w 6071559"/>
                <a:gd name="connsiteY2" fmla="*/ 133374 h 836578"/>
                <a:gd name="connsiteX3" fmla="*/ 5823047 w 6071559"/>
                <a:gd name="connsiteY3" fmla="*/ 121263 h 836578"/>
                <a:gd name="connsiteX4" fmla="*/ 5744324 w 6071559"/>
                <a:gd name="connsiteY4" fmla="*/ 48595 h 836578"/>
                <a:gd name="connsiteX5" fmla="*/ 5592934 w 6071559"/>
                <a:gd name="connsiteY5" fmla="*/ 150 h 836578"/>
                <a:gd name="connsiteX6" fmla="*/ 5380986 w 6071559"/>
                <a:gd name="connsiteY6" fmla="*/ 42539 h 836578"/>
                <a:gd name="connsiteX7" fmla="*/ 5217484 w 6071559"/>
                <a:gd name="connsiteY7" fmla="*/ 163652 h 836578"/>
                <a:gd name="connsiteX8" fmla="*/ 4957092 w 6071559"/>
                <a:gd name="connsiteY8" fmla="*/ 302931 h 836578"/>
                <a:gd name="connsiteX9" fmla="*/ 4545310 w 6071559"/>
                <a:gd name="connsiteY9" fmla="*/ 448267 h 836578"/>
                <a:gd name="connsiteX10" fmla="*/ 3745967 w 6071559"/>
                <a:gd name="connsiteY10" fmla="*/ 623880 h 836578"/>
                <a:gd name="connsiteX11" fmla="*/ 1263159 w 6071559"/>
                <a:gd name="connsiteY11" fmla="*/ 696547 h 836578"/>
                <a:gd name="connsiteX12" fmla="*/ 294258 w 6071559"/>
                <a:gd name="connsiteY12" fmla="*/ 738937 h 836578"/>
                <a:gd name="connsiteX13" fmla="*/ 294258 w 6071559"/>
                <a:gd name="connsiteY13" fmla="*/ 799493 h 836578"/>
                <a:gd name="connsiteX14" fmla="*/ 4266751 w 6071559"/>
                <a:gd name="connsiteY14" fmla="*/ 793437 h 836578"/>
                <a:gd name="connsiteX15" fmla="*/ 5162984 w 6071559"/>
                <a:gd name="connsiteY15" fmla="*/ 835827 h 836578"/>
                <a:gd name="connsiteX16" fmla="*/ 5502099 w 6071559"/>
                <a:gd name="connsiteY16" fmla="*/ 817660 h 836578"/>
                <a:gd name="connsiteX17" fmla="*/ 5677712 w 6071559"/>
                <a:gd name="connsiteY17" fmla="*/ 781326 h 836578"/>
                <a:gd name="connsiteX18" fmla="*/ 5792769 w 6071559"/>
                <a:gd name="connsiteY18" fmla="*/ 702603 h 836578"/>
                <a:gd name="connsiteX19" fmla="*/ 5907826 w 6071559"/>
                <a:gd name="connsiteY19" fmla="*/ 672325 h 836578"/>
                <a:gd name="connsiteX20" fmla="*/ 6034994 w 6071559"/>
                <a:gd name="connsiteY20" fmla="*/ 508823 h 836578"/>
                <a:gd name="connsiteX21" fmla="*/ 6071328 w 6071559"/>
                <a:gd name="connsiteY21" fmla="*/ 357432 h 836578"/>
                <a:gd name="connsiteX0" fmla="*/ 6071328 w 6071559"/>
                <a:gd name="connsiteY0" fmla="*/ 357432 h 836578"/>
                <a:gd name="connsiteX1" fmla="*/ 6022883 w 6071559"/>
                <a:gd name="connsiteY1" fmla="*/ 212097 h 836578"/>
                <a:gd name="connsiteX2" fmla="*/ 5907826 w 6071559"/>
                <a:gd name="connsiteY2" fmla="*/ 133374 h 836578"/>
                <a:gd name="connsiteX3" fmla="*/ 5823047 w 6071559"/>
                <a:gd name="connsiteY3" fmla="*/ 121263 h 836578"/>
                <a:gd name="connsiteX4" fmla="*/ 5744324 w 6071559"/>
                <a:gd name="connsiteY4" fmla="*/ 48595 h 836578"/>
                <a:gd name="connsiteX5" fmla="*/ 5592934 w 6071559"/>
                <a:gd name="connsiteY5" fmla="*/ 150 h 836578"/>
                <a:gd name="connsiteX6" fmla="*/ 5380986 w 6071559"/>
                <a:gd name="connsiteY6" fmla="*/ 42539 h 836578"/>
                <a:gd name="connsiteX7" fmla="*/ 5217484 w 6071559"/>
                <a:gd name="connsiteY7" fmla="*/ 163652 h 836578"/>
                <a:gd name="connsiteX8" fmla="*/ 4521086 w 6071559"/>
                <a:gd name="connsiteY8" fmla="*/ 315042 h 836578"/>
                <a:gd name="connsiteX9" fmla="*/ 4545310 w 6071559"/>
                <a:gd name="connsiteY9" fmla="*/ 448267 h 836578"/>
                <a:gd name="connsiteX10" fmla="*/ 3745967 w 6071559"/>
                <a:gd name="connsiteY10" fmla="*/ 623880 h 836578"/>
                <a:gd name="connsiteX11" fmla="*/ 1263159 w 6071559"/>
                <a:gd name="connsiteY11" fmla="*/ 696547 h 836578"/>
                <a:gd name="connsiteX12" fmla="*/ 294258 w 6071559"/>
                <a:gd name="connsiteY12" fmla="*/ 738937 h 836578"/>
                <a:gd name="connsiteX13" fmla="*/ 294258 w 6071559"/>
                <a:gd name="connsiteY13" fmla="*/ 799493 h 836578"/>
                <a:gd name="connsiteX14" fmla="*/ 4266751 w 6071559"/>
                <a:gd name="connsiteY14" fmla="*/ 793437 h 836578"/>
                <a:gd name="connsiteX15" fmla="*/ 5162984 w 6071559"/>
                <a:gd name="connsiteY15" fmla="*/ 835827 h 836578"/>
                <a:gd name="connsiteX16" fmla="*/ 5502099 w 6071559"/>
                <a:gd name="connsiteY16" fmla="*/ 817660 h 836578"/>
                <a:gd name="connsiteX17" fmla="*/ 5677712 w 6071559"/>
                <a:gd name="connsiteY17" fmla="*/ 781326 h 836578"/>
                <a:gd name="connsiteX18" fmla="*/ 5792769 w 6071559"/>
                <a:gd name="connsiteY18" fmla="*/ 702603 h 836578"/>
                <a:gd name="connsiteX19" fmla="*/ 5907826 w 6071559"/>
                <a:gd name="connsiteY19" fmla="*/ 672325 h 836578"/>
                <a:gd name="connsiteX20" fmla="*/ 6034994 w 6071559"/>
                <a:gd name="connsiteY20" fmla="*/ 508823 h 836578"/>
                <a:gd name="connsiteX21" fmla="*/ 6071328 w 6071559"/>
                <a:gd name="connsiteY21" fmla="*/ 357432 h 836578"/>
                <a:gd name="connsiteX0" fmla="*/ 6071328 w 6071559"/>
                <a:gd name="connsiteY0" fmla="*/ 358201 h 837347"/>
                <a:gd name="connsiteX1" fmla="*/ 6022883 w 6071559"/>
                <a:gd name="connsiteY1" fmla="*/ 212866 h 837347"/>
                <a:gd name="connsiteX2" fmla="*/ 5907826 w 6071559"/>
                <a:gd name="connsiteY2" fmla="*/ 134143 h 837347"/>
                <a:gd name="connsiteX3" fmla="*/ 5823047 w 6071559"/>
                <a:gd name="connsiteY3" fmla="*/ 122032 h 837347"/>
                <a:gd name="connsiteX4" fmla="*/ 5744324 w 6071559"/>
                <a:gd name="connsiteY4" fmla="*/ 49364 h 837347"/>
                <a:gd name="connsiteX5" fmla="*/ 5592934 w 6071559"/>
                <a:gd name="connsiteY5" fmla="*/ 919 h 837347"/>
                <a:gd name="connsiteX6" fmla="*/ 5205372 w 6071559"/>
                <a:gd name="connsiteY6" fmla="*/ 91753 h 837347"/>
                <a:gd name="connsiteX7" fmla="*/ 5217484 w 6071559"/>
                <a:gd name="connsiteY7" fmla="*/ 164421 h 837347"/>
                <a:gd name="connsiteX8" fmla="*/ 4521086 w 6071559"/>
                <a:gd name="connsiteY8" fmla="*/ 315811 h 837347"/>
                <a:gd name="connsiteX9" fmla="*/ 4545310 w 6071559"/>
                <a:gd name="connsiteY9" fmla="*/ 449036 h 837347"/>
                <a:gd name="connsiteX10" fmla="*/ 3745967 w 6071559"/>
                <a:gd name="connsiteY10" fmla="*/ 624649 h 837347"/>
                <a:gd name="connsiteX11" fmla="*/ 1263159 w 6071559"/>
                <a:gd name="connsiteY11" fmla="*/ 697316 h 837347"/>
                <a:gd name="connsiteX12" fmla="*/ 294258 w 6071559"/>
                <a:gd name="connsiteY12" fmla="*/ 739706 h 837347"/>
                <a:gd name="connsiteX13" fmla="*/ 294258 w 6071559"/>
                <a:gd name="connsiteY13" fmla="*/ 800262 h 837347"/>
                <a:gd name="connsiteX14" fmla="*/ 4266751 w 6071559"/>
                <a:gd name="connsiteY14" fmla="*/ 794206 h 837347"/>
                <a:gd name="connsiteX15" fmla="*/ 5162984 w 6071559"/>
                <a:gd name="connsiteY15" fmla="*/ 836596 h 837347"/>
                <a:gd name="connsiteX16" fmla="*/ 5502099 w 6071559"/>
                <a:gd name="connsiteY16" fmla="*/ 818429 h 837347"/>
                <a:gd name="connsiteX17" fmla="*/ 5677712 w 6071559"/>
                <a:gd name="connsiteY17" fmla="*/ 782095 h 837347"/>
                <a:gd name="connsiteX18" fmla="*/ 5792769 w 6071559"/>
                <a:gd name="connsiteY18" fmla="*/ 703372 h 837347"/>
                <a:gd name="connsiteX19" fmla="*/ 5907826 w 6071559"/>
                <a:gd name="connsiteY19" fmla="*/ 673094 h 837347"/>
                <a:gd name="connsiteX20" fmla="*/ 6034994 w 6071559"/>
                <a:gd name="connsiteY20" fmla="*/ 509592 h 837347"/>
                <a:gd name="connsiteX21" fmla="*/ 6071328 w 6071559"/>
                <a:gd name="connsiteY21" fmla="*/ 358201 h 837347"/>
                <a:gd name="connsiteX0" fmla="*/ 6071328 w 6071559"/>
                <a:gd name="connsiteY0" fmla="*/ 358201 h 837347"/>
                <a:gd name="connsiteX1" fmla="*/ 6022883 w 6071559"/>
                <a:gd name="connsiteY1" fmla="*/ 212866 h 837347"/>
                <a:gd name="connsiteX2" fmla="*/ 5907826 w 6071559"/>
                <a:gd name="connsiteY2" fmla="*/ 134143 h 837347"/>
                <a:gd name="connsiteX3" fmla="*/ 5823047 w 6071559"/>
                <a:gd name="connsiteY3" fmla="*/ 122032 h 837347"/>
                <a:gd name="connsiteX4" fmla="*/ 5744324 w 6071559"/>
                <a:gd name="connsiteY4" fmla="*/ 49364 h 837347"/>
                <a:gd name="connsiteX5" fmla="*/ 5592934 w 6071559"/>
                <a:gd name="connsiteY5" fmla="*/ 919 h 837347"/>
                <a:gd name="connsiteX6" fmla="*/ 5205372 w 6071559"/>
                <a:gd name="connsiteY6" fmla="*/ 91753 h 837347"/>
                <a:gd name="connsiteX7" fmla="*/ 4521086 w 6071559"/>
                <a:gd name="connsiteY7" fmla="*/ 315811 h 837347"/>
                <a:gd name="connsiteX8" fmla="*/ 4545310 w 6071559"/>
                <a:gd name="connsiteY8" fmla="*/ 449036 h 837347"/>
                <a:gd name="connsiteX9" fmla="*/ 3745967 w 6071559"/>
                <a:gd name="connsiteY9" fmla="*/ 624649 h 837347"/>
                <a:gd name="connsiteX10" fmla="*/ 1263159 w 6071559"/>
                <a:gd name="connsiteY10" fmla="*/ 697316 h 837347"/>
                <a:gd name="connsiteX11" fmla="*/ 294258 w 6071559"/>
                <a:gd name="connsiteY11" fmla="*/ 739706 h 837347"/>
                <a:gd name="connsiteX12" fmla="*/ 294258 w 6071559"/>
                <a:gd name="connsiteY12" fmla="*/ 800262 h 837347"/>
                <a:gd name="connsiteX13" fmla="*/ 4266751 w 6071559"/>
                <a:gd name="connsiteY13" fmla="*/ 794206 h 837347"/>
                <a:gd name="connsiteX14" fmla="*/ 5162984 w 6071559"/>
                <a:gd name="connsiteY14" fmla="*/ 836596 h 837347"/>
                <a:gd name="connsiteX15" fmla="*/ 5502099 w 6071559"/>
                <a:gd name="connsiteY15" fmla="*/ 818429 h 837347"/>
                <a:gd name="connsiteX16" fmla="*/ 5677712 w 6071559"/>
                <a:gd name="connsiteY16" fmla="*/ 782095 h 837347"/>
                <a:gd name="connsiteX17" fmla="*/ 5792769 w 6071559"/>
                <a:gd name="connsiteY17" fmla="*/ 703372 h 837347"/>
                <a:gd name="connsiteX18" fmla="*/ 5907826 w 6071559"/>
                <a:gd name="connsiteY18" fmla="*/ 673094 h 837347"/>
                <a:gd name="connsiteX19" fmla="*/ 6034994 w 6071559"/>
                <a:gd name="connsiteY19" fmla="*/ 509592 h 837347"/>
                <a:gd name="connsiteX20" fmla="*/ 6071328 w 6071559"/>
                <a:gd name="connsiteY20" fmla="*/ 358201 h 837347"/>
                <a:gd name="connsiteX0" fmla="*/ 6071328 w 6071559"/>
                <a:gd name="connsiteY0" fmla="*/ 358201 h 837347"/>
                <a:gd name="connsiteX1" fmla="*/ 6022883 w 6071559"/>
                <a:gd name="connsiteY1" fmla="*/ 212866 h 837347"/>
                <a:gd name="connsiteX2" fmla="*/ 5907826 w 6071559"/>
                <a:gd name="connsiteY2" fmla="*/ 134143 h 837347"/>
                <a:gd name="connsiteX3" fmla="*/ 5823047 w 6071559"/>
                <a:gd name="connsiteY3" fmla="*/ 122032 h 837347"/>
                <a:gd name="connsiteX4" fmla="*/ 5744324 w 6071559"/>
                <a:gd name="connsiteY4" fmla="*/ 49364 h 837347"/>
                <a:gd name="connsiteX5" fmla="*/ 5592934 w 6071559"/>
                <a:gd name="connsiteY5" fmla="*/ 919 h 837347"/>
                <a:gd name="connsiteX6" fmla="*/ 5205372 w 6071559"/>
                <a:gd name="connsiteY6" fmla="*/ 91753 h 837347"/>
                <a:gd name="connsiteX7" fmla="*/ 4521086 w 6071559"/>
                <a:gd name="connsiteY7" fmla="*/ 315811 h 837347"/>
                <a:gd name="connsiteX8" fmla="*/ 3745967 w 6071559"/>
                <a:gd name="connsiteY8" fmla="*/ 624649 h 837347"/>
                <a:gd name="connsiteX9" fmla="*/ 1263159 w 6071559"/>
                <a:gd name="connsiteY9" fmla="*/ 697316 h 837347"/>
                <a:gd name="connsiteX10" fmla="*/ 294258 w 6071559"/>
                <a:gd name="connsiteY10" fmla="*/ 739706 h 837347"/>
                <a:gd name="connsiteX11" fmla="*/ 294258 w 6071559"/>
                <a:gd name="connsiteY11" fmla="*/ 800262 h 837347"/>
                <a:gd name="connsiteX12" fmla="*/ 4266751 w 6071559"/>
                <a:gd name="connsiteY12" fmla="*/ 794206 h 837347"/>
                <a:gd name="connsiteX13" fmla="*/ 5162984 w 6071559"/>
                <a:gd name="connsiteY13" fmla="*/ 836596 h 837347"/>
                <a:gd name="connsiteX14" fmla="*/ 5502099 w 6071559"/>
                <a:gd name="connsiteY14" fmla="*/ 818429 h 837347"/>
                <a:gd name="connsiteX15" fmla="*/ 5677712 w 6071559"/>
                <a:gd name="connsiteY15" fmla="*/ 782095 h 837347"/>
                <a:gd name="connsiteX16" fmla="*/ 5792769 w 6071559"/>
                <a:gd name="connsiteY16" fmla="*/ 703372 h 837347"/>
                <a:gd name="connsiteX17" fmla="*/ 5907826 w 6071559"/>
                <a:gd name="connsiteY17" fmla="*/ 673094 h 837347"/>
                <a:gd name="connsiteX18" fmla="*/ 6034994 w 6071559"/>
                <a:gd name="connsiteY18" fmla="*/ 509592 h 837347"/>
                <a:gd name="connsiteX19" fmla="*/ 6071328 w 6071559"/>
                <a:gd name="connsiteY19" fmla="*/ 358201 h 837347"/>
                <a:gd name="connsiteX0" fmla="*/ 6071328 w 6071559"/>
                <a:gd name="connsiteY0" fmla="*/ 358201 h 837347"/>
                <a:gd name="connsiteX1" fmla="*/ 6022883 w 6071559"/>
                <a:gd name="connsiteY1" fmla="*/ 212866 h 837347"/>
                <a:gd name="connsiteX2" fmla="*/ 5907826 w 6071559"/>
                <a:gd name="connsiteY2" fmla="*/ 134143 h 837347"/>
                <a:gd name="connsiteX3" fmla="*/ 5823047 w 6071559"/>
                <a:gd name="connsiteY3" fmla="*/ 122032 h 837347"/>
                <a:gd name="connsiteX4" fmla="*/ 5744324 w 6071559"/>
                <a:gd name="connsiteY4" fmla="*/ 49364 h 837347"/>
                <a:gd name="connsiteX5" fmla="*/ 5592934 w 6071559"/>
                <a:gd name="connsiteY5" fmla="*/ 919 h 837347"/>
                <a:gd name="connsiteX6" fmla="*/ 5205372 w 6071559"/>
                <a:gd name="connsiteY6" fmla="*/ 91753 h 837347"/>
                <a:gd name="connsiteX7" fmla="*/ 4521086 w 6071559"/>
                <a:gd name="connsiteY7" fmla="*/ 315811 h 837347"/>
                <a:gd name="connsiteX8" fmla="*/ 2843679 w 6071559"/>
                <a:gd name="connsiteY8" fmla="*/ 618593 h 837347"/>
                <a:gd name="connsiteX9" fmla="*/ 1263159 w 6071559"/>
                <a:gd name="connsiteY9" fmla="*/ 697316 h 837347"/>
                <a:gd name="connsiteX10" fmla="*/ 294258 w 6071559"/>
                <a:gd name="connsiteY10" fmla="*/ 739706 h 837347"/>
                <a:gd name="connsiteX11" fmla="*/ 294258 w 6071559"/>
                <a:gd name="connsiteY11" fmla="*/ 800262 h 837347"/>
                <a:gd name="connsiteX12" fmla="*/ 4266751 w 6071559"/>
                <a:gd name="connsiteY12" fmla="*/ 794206 h 837347"/>
                <a:gd name="connsiteX13" fmla="*/ 5162984 w 6071559"/>
                <a:gd name="connsiteY13" fmla="*/ 836596 h 837347"/>
                <a:gd name="connsiteX14" fmla="*/ 5502099 w 6071559"/>
                <a:gd name="connsiteY14" fmla="*/ 818429 h 837347"/>
                <a:gd name="connsiteX15" fmla="*/ 5677712 w 6071559"/>
                <a:gd name="connsiteY15" fmla="*/ 782095 h 837347"/>
                <a:gd name="connsiteX16" fmla="*/ 5792769 w 6071559"/>
                <a:gd name="connsiteY16" fmla="*/ 703372 h 837347"/>
                <a:gd name="connsiteX17" fmla="*/ 5907826 w 6071559"/>
                <a:gd name="connsiteY17" fmla="*/ 673094 h 837347"/>
                <a:gd name="connsiteX18" fmla="*/ 6034994 w 6071559"/>
                <a:gd name="connsiteY18" fmla="*/ 509592 h 837347"/>
                <a:gd name="connsiteX19" fmla="*/ 6071328 w 6071559"/>
                <a:gd name="connsiteY19" fmla="*/ 358201 h 837347"/>
                <a:gd name="connsiteX0" fmla="*/ 6071328 w 6071559"/>
                <a:gd name="connsiteY0" fmla="*/ 358201 h 837347"/>
                <a:gd name="connsiteX1" fmla="*/ 6022883 w 6071559"/>
                <a:gd name="connsiteY1" fmla="*/ 212866 h 837347"/>
                <a:gd name="connsiteX2" fmla="*/ 5907826 w 6071559"/>
                <a:gd name="connsiteY2" fmla="*/ 134143 h 837347"/>
                <a:gd name="connsiteX3" fmla="*/ 5823047 w 6071559"/>
                <a:gd name="connsiteY3" fmla="*/ 122032 h 837347"/>
                <a:gd name="connsiteX4" fmla="*/ 5744324 w 6071559"/>
                <a:gd name="connsiteY4" fmla="*/ 49364 h 837347"/>
                <a:gd name="connsiteX5" fmla="*/ 5592934 w 6071559"/>
                <a:gd name="connsiteY5" fmla="*/ 919 h 837347"/>
                <a:gd name="connsiteX6" fmla="*/ 5205372 w 6071559"/>
                <a:gd name="connsiteY6" fmla="*/ 91753 h 837347"/>
                <a:gd name="connsiteX7" fmla="*/ 4521086 w 6071559"/>
                <a:gd name="connsiteY7" fmla="*/ 315811 h 837347"/>
                <a:gd name="connsiteX8" fmla="*/ 2843679 w 6071559"/>
                <a:gd name="connsiteY8" fmla="*/ 588315 h 837347"/>
                <a:gd name="connsiteX9" fmla="*/ 1263159 w 6071559"/>
                <a:gd name="connsiteY9" fmla="*/ 697316 h 837347"/>
                <a:gd name="connsiteX10" fmla="*/ 294258 w 6071559"/>
                <a:gd name="connsiteY10" fmla="*/ 739706 h 837347"/>
                <a:gd name="connsiteX11" fmla="*/ 294258 w 6071559"/>
                <a:gd name="connsiteY11" fmla="*/ 800262 h 837347"/>
                <a:gd name="connsiteX12" fmla="*/ 4266751 w 6071559"/>
                <a:gd name="connsiteY12" fmla="*/ 794206 h 837347"/>
                <a:gd name="connsiteX13" fmla="*/ 5162984 w 6071559"/>
                <a:gd name="connsiteY13" fmla="*/ 836596 h 837347"/>
                <a:gd name="connsiteX14" fmla="*/ 5502099 w 6071559"/>
                <a:gd name="connsiteY14" fmla="*/ 818429 h 837347"/>
                <a:gd name="connsiteX15" fmla="*/ 5677712 w 6071559"/>
                <a:gd name="connsiteY15" fmla="*/ 782095 h 837347"/>
                <a:gd name="connsiteX16" fmla="*/ 5792769 w 6071559"/>
                <a:gd name="connsiteY16" fmla="*/ 703372 h 837347"/>
                <a:gd name="connsiteX17" fmla="*/ 5907826 w 6071559"/>
                <a:gd name="connsiteY17" fmla="*/ 673094 h 837347"/>
                <a:gd name="connsiteX18" fmla="*/ 6034994 w 6071559"/>
                <a:gd name="connsiteY18" fmla="*/ 509592 h 837347"/>
                <a:gd name="connsiteX19" fmla="*/ 6071328 w 6071559"/>
                <a:gd name="connsiteY19" fmla="*/ 358201 h 837347"/>
                <a:gd name="connsiteX0" fmla="*/ 6071328 w 6071559"/>
                <a:gd name="connsiteY0" fmla="*/ 358201 h 837347"/>
                <a:gd name="connsiteX1" fmla="*/ 6022883 w 6071559"/>
                <a:gd name="connsiteY1" fmla="*/ 212866 h 837347"/>
                <a:gd name="connsiteX2" fmla="*/ 5907826 w 6071559"/>
                <a:gd name="connsiteY2" fmla="*/ 134143 h 837347"/>
                <a:gd name="connsiteX3" fmla="*/ 5823047 w 6071559"/>
                <a:gd name="connsiteY3" fmla="*/ 122032 h 837347"/>
                <a:gd name="connsiteX4" fmla="*/ 5744324 w 6071559"/>
                <a:gd name="connsiteY4" fmla="*/ 49364 h 837347"/>
                <a:gd name="connsiteX5" fmla="*/ 5592934 w 6071559"/>
                <a:gd name="connsiteY5" fmla="*/ 919 h 837347"/>
                <a:gd name="connsiteX6" fmla="*/ 5205372 w 6071559"/>
                <a:gd name="connsiteY6" fmla="*/ 91753 h 837347"/>
                <a:gd name="connsiteX7" fmla="*/ 4521086 w 6071559"/>
                <a:gd name="connsiteY7" fmla="*/ 291588 h 837347"/>
                <a:gd name="connsiteX8" fmla="*/ 2843679 w 6071559"/>
                <a:gd name="connsiteY8" fmla="*/ 588315 h 837347"/>
                <a:gd name="connsiteX9" fmla="*/ 1263159 w 6071559"/>
                <a:gd name="connsiteY9" fmla="*/ 697316 h 837347"/>
                <a:gd name="connsiteX10" fmla="*/ 294258 w 6071559"/>
                <a:gd name="connsiteY10" fmla="*/ 739706 h 837347"/>
                <a:gd name="connsiteX11" fmla="*/ 294258 w 6071559"/>
                <a:gd name="connsiteY11" fmla="*/ 800262 h 837347"/>
                <a:gd name="connsiteX12" fmla="*/ 4266751 w 6071559"/>
                <a:gd name="connsiteY12" fmla="*/ 794206 h 837347"/>
                <a:gd name="connsiteX13" fmla="*/ 5162984 w 6071559"/>
                <a:gd name="connsiteY13" fmla="*/ 836596 h 837347"/>
                <a:gd name="connsiteX14" fmla="*/ 5502099 w 6071559"/>
                <a:gd name="connsiteY14" fmla="*/ 818429 h 837347"/>
                <a:gd name="connsiteX15" fmla="*/ 5677712 w 6071559"/>
                <a:gd name="connsiteY15" fmla="*/ 782095 h 837347"/>
                <a:gd name="connsiteX16" fmla="*/ 5792769 w 6071559"/>
                <a:gd name="connsiteY16" fmla="*/ 703372 h 837347"/>
                <a:gd name="connsiteX17" fmla="*/ 5907826 w 6071559"/>
                <a:gd name="connsiteY17" fmla="*/ 673094 h 837347"/>
                <a:gd name="connsiteX18" fmla="*/ 6034994 w 6071559"/>
                <a:gd name="connsiteY18" fmla="*/ 509592 h 837347"/>
                <a:gd name="connsiteX19" fmla="*/ 6071328 w 6071559"/>
                <a:gd name="connsiteY19" fmla="*/ 358201 h 837347"/>
                <a:gd name="connsiteX0" fmla="*/ 6071328 w 6071559"/>
                <a:gd name="connsiteY0" fmla="*/ 357282 h 836428"/>
                <a:gd name="connsiteX1" fmla="*/ 6022883 w 6071559"/>
                <a:gd name="connsiteY1" fmla="*/ 211947 h 836428"/>
                <a:gd name="connsiteX2" fmla="*/ 5907826 w 6071559"/>
                <a:gd name="connsiteY2" fmla="*/ 133224 h 836428"/>
                <a:gd name="connsiteX3" fmla="*/ 5823047 w 6071559"/>
                <a:gd name="connsiteY3" fmla="*/ 121113 h 836428"/>
                <a:gd name="connsiteX4" fmla="*/ 5592934 w 6071559"/>
                <a:gd name="connsiteY4" fmla="*/ 0 h 836428"/>
                <a:gd name="connsiteX5" fmla="*/ 5205372 w 6071559"/>
                <a:gd name="connsiteY5" fmla="*/ 90834 h 836428"/>
                <a:gd name="connsiteX6" fmla="*/ 4521086 w 6071559"/>
                <a:gd name="connsiteY6" fmla="*/ 290669 h 836428"/>
                <a:gd name="connsiteX7" fmla="*/ 2843679 w 6071559"/>
                <a:gd name="connsiteY7" fmla="*/ 587396 h 836428"/>
                <a:gd name="connsiteX8" fmla="*/ 1263159 w 6071559"/>
                <a:gd name="connsiteY8" fmla="*/ 696397 h 836428"/>
                <a:gd name="connsiteX9" fmla="*/ 294258 w 6071559"/>
                <a:gd name="connsiteY9" fmla="*/ 738787 h 836428"/>
                <a:gd name="connsiteX10" fmla="*/ 294258 w 6071559"/>
                <a:gd name="connsiteY10" fmla="*/ 799343 h 836428"/>
                <a:gd name="connsiteX11" fmla="*/ 4266751 w 6071559"/>
                <a:gd name="connsiteY11" fmla="*/ 793287 h 836428"/>
                <a:gd name="connsiteX12" fmla="*/ 5162984 w 6071559"/>
                <a:gd name="connsiteY12" fmla="*/ 835677 h 836428"/>
                <a:gd name="connsiteX13" fmla="*/ 5502099 w 6071559"/>
                <a:gd name="connsiteY13" fmla="*/ 817510 h 836428"/>
                <a:gd name="connsiteX14" fmla="*/ 5677712 w 6071559"/>
                <a:gd name="connsiteY14" fmla="*/ 781176 h 836428"/>
                <a:gd name="connsiteX15" fmla="*/ 5792769 w 6071559"/>
                <a:gd name="connsiteY15" fmla="*/ 702453 h 836428"/>
                <a:gd name="connsiteX16" fmla="*/ 5907826 w 6071559"/>
                <a:gd name="connsiteY16" fmla="*/ 672175 h 836428"/>
                <a:gd name="connsiteX17" fmla="*/ 6034994 w 6071559"/>
                <a:gd name="connsiteY17" fmla="*/ 508673 h 836428"/>
                <a:gd name="connsiteX18" fmla="*/ 6071328 w 6071559"/>
                <a:gd name="connsiteY18" fmla="*/ 357282 h 836428"/>
                <a:gd name="connsiteX0" fmla="*/ 6071328 w 6071559"/>
                <a:gd name="connsiteY0" fmla="*/ 357282 h 836428"/>
                <a:gd name="connsiteX1" fmla="*/ 6022883 w 6071559"/>
                <a:gd name="connsiteY1" fmla="*/ 211947 h 836428"/>
                <a:gd name="connsiteX2" fmla="*/ 5907826 w 6071559"/>
                <a:gd name="connsiteY2" fmla="*/ 133224 h 836428"/>
                <a:gd name="connsiteX3" fmla="*/ 5592934 w 6071559"/>
                <a:gd name="connsiteY3" fmla="*/ 0 h 836428"/>
                <a:gd name="connsiteX4" fmla="*/ 5205372 w 6071559"/>
                <a:gd name="connsiteY4" fmla="*/ 90834 h 836428"/>
                <a:gd name="connsiteX5" fmla="*/ 4521086 w 6071559"/>
                <a:gd name="connsiteY5" fmla="*/ 290669 h 836428"/>
                <a:gd name="connsiteX6" fmla="*/ 2843679 w 6071559"/>
                <a:gd name="connsiteY6" fmla="*/ 587396 h 836428"/>
                <a:gd name="connsiteX7" fmla="*/ 1263159 w 6071559"/>
                <a:gd name="connsiteY7" fmla="*/ 696397 h 836428"/>
                <a:gd name="connsiteX8" fmla="*/ 294258 w 6071559"/>
                <a:gd name="connsiteY8" fmla="*/ 738787 h 836428"/>
                <a:gd name="connsiteX9" fmla="*/ 294258 w 6071559"/>
                <a:gd name="connsiteY9" fmla="*/ 799343 h 836428"/>
                <a:gd name="connsiteX10" fmla="*/ 4266751 w 6071559"/>
                <a:gd name="connsiteY10" fmla="*/ 793287 h 836428"/>
                <a:gd name="connsiteX11" fmla="*/ 5162984 w 6071559"/>
                <a:gd name="connsiteY11" fmla="*/ 835677 h 836428"/>
                <a:gd name="connsiteX12" fmla="*/ 5502099 w 6071559"/>
                <a:gd name="connsiteY12" fmla="*/ 817510 h 836428"/>
                <a:gd name="connsiteX13" fmla="*/ 5677712 w 6071559"/>
                <a:gd name="connsiteY13" fmla="*/ 781176 h 836428"/>
                <a:gd name="connsiteX14" fmla="*/ 5792769 w 6071559"/>
                <a:gd name="connsiteY14" fmla="*/ 702453 h 836428"/>
                <a:gd name="connsiteX15" fmla="*/ 5907826 w 6071559"/>
                <a:gd name="connsiteY15" fmla="*/ 672175 h 836428"/>
                <a:gd name="connsiteX16" fmla="*/ 6034994 w 6071559"/>
                <a:gd name="connsiteY16" fmla="*/ 508673 h 836428"/>
                <a:gd name="connsiteX17" fmla="*/ 6071328 w 6071559"/>
                <a:gd name="connsiteY17" fmla="*/ 357282 h 836428"/>
                <a:gd name="connsiteX0" fmla="*/ 6071328 w 6071559"/>
                <a:gd name="connsiteY0" fmla="*/ 357345 h 836491"/>
                <a:gd name="connsiteX1" fmla="*/ 6022883 w 6071559"/>
                <a:gd name="connsiteY1" fmla="*/ 212010 h 836491"/>
                <a:gd name="connsiteX2" fmla="*/ 5949422 w 6071559"/>
                <a:gd name="connsiteY2" fmla="*/ 77826 h 836491"/>
                <a:gd name="connsiteX3" fmla="*/ 5592934 w 6071559"/>
                <a:gd name="connsiteY3" fmla="*/ 63 h 836491"/>
                <a:gd name="connsiteX4" fmla="*/ 5205372 w 6071559"/>
                <a:gd name="connsiteY4" fmla="*/ 90897 h 836491"/>
                <a:gd name="connsiteX5" fmla="*/ 4521086 w 6071559"/>
                <a:gd name="connsiteY5" fmla="*/ 290732 h 836491"/>
                <a:gd name="connsiteX6" fmla="*/ 2843679 w 6071559"/>
                <a:gd name="connsiteY6" fmla="*/ 587459 h 836491"/>
                <a:gd name="connsiteX7" fmla="*/ 1263159 w 6071559"/>
                <a:gd name="connsiteY7" fmla="*/ 696460 h 836491"/>
                <a:gd name="connsiteX8" fmla="*/ 294258 w 6071559"/>
                <a:gd name="connsiteY8" fmla="*/ 738850 h 836491"/>
                <a:gd name="connsiteX9" fmla="*/ 294258 w 6071559"/>
                <a:gd name="connsiteY9" fmla="*/ 799406 h 836491"/>
                <a:gd name="connsiteX10" fmla="*/ 4266751 w 6071559"/>
                <a:gd name="connsiteY10" fmla="*/ 793350 h 836491"/>
                <a:gd name="connsiteX11" fmla="*/ 5162984 w 6071559"/>
                <a:gd name="connsiteY11" fmla="*/ 835740 h 836491"/>
                <a:gd name="connsiteX12" fmla="*/ 5502099 w 6071559"/>
                <a:gd name="connsiteY12" fmla="*/ 817573 h 836491"/>
                <a:gd name="connsiteX13" fmla="*/ 5677712 w 6071559"/>
                <a:gd name="connsiteY13" fmla="*/ 781239 h 836491"/>
                <a:gd name="connsiteX14" fmla="*/ 5792769 w 6071559"/>
                <a:gd name="connsiteY14" fmla="*/ 702516 h 836491"/>
                <a:gd name="connsiteX15" fmla="*/ 5907826 w 6071559"/>
                <a:gd name="connsiteY15" fmla="*/ 672238 h 836491"/>
                <a:gd name="connsiteX16" fmla="*/ 6034994 w 6071559"/>
                <a:gd name="connsiteY16" fmla="*/ 508736 h 836491"/>
                <a:gd name="connsiteX17" fmla="*/ 6071328 w 6071559"/>
                <a:gd name="connsiteY17" fmla="*/ 357345 h 836491"/>
                <a:gd name="connsiteX0" fmla="*/ 6071328 w 6071559"/>
                <a:gd name="connsiteY0" fmla="*/ 357345 h 836491"/>
                <a:gd name="connsiteX1" fmla="*/ 6022883 w 6071559"/>
                <a:gd name="connsiteY1" fmla="*/ 212010 h 836491"/>
                <a:gd name="connsiteX2" fmla="*/ 5949422 w 6071559"/>
                <a:gd name="connsiteY2" fmla="*/ 77826 h 836491"/>
                <a:gd name="connsiteX3" fmla="*/ 5592934 w 6071559"/>
                <a:gd name="connsiteY3" fmla="*/ 63 h 836491"/>
                <a:gd name="connsiteX4" fmla="*/ 5205372 w 6071559"/>
                <a:gd name="connsiteY4" fmla="*/ 90897 h 836491"/>
                <a:gd name="connsiteX5" fmla="*/ 4521086 w 6071559"/>
                <a:gd name="connsiteY5" fmla="*/ 290732 h 836491"/>
                <a:gd name="connsiteX6" fmla="*/ 2843679 w 6071559"/>
                <a:gd name="connsiteY6" fmla="*/ 587459 h 836491"/>
                <a:gd name="connsiteX7" fmla="*/ 1263159 w 6071559"/>
                <a:gd name="connsiteY7" fmla="*/ 696460 h 836491"/>
                <a:gd name="connsiteX8" fmla="*/ 294258 w 6071559"/>
                <a:gd name="connsiteY8" fmla="*/ 738850 h 836491"/>
                <a:gd name="connsiteX9" fmla="*/ 294258 w 6071559"/>
                <a:gd name="connsiteY9" fmla="*/ 799406 h 836491"/>
                <a:gd name="connsiteX10" fmla="*/ 4266751 w 6071559"/>
                <a:gd name="connsiteY10" fmla="*/ 793350 h 836491"/>
                <a:gd name="connsiteX11" fmla="*/ 5162984 w 6071559"/>
                <a:gd name="connsiteY11" fmla="*/ 835740 h 836491"/>
                <a:gd name="connsiteX12" fmla="*/ 5502099 w 6071559"/>
                <a:gd name="connsiteY12" fmla="*/ 817573 h 836491"/>
                <a:gd name="connsiteX13" fmla="*/ 5677712 w 6071559"/>
                <a:gd name="connsiteY13" fmla="*/ 781239 h 836491"/>
                <a:gd name="connsiteX14" fmla="*/ 5907826 w 6071559"/>
                <a:gd name="connsiteY14" fmla="*/ 672238 h 836491"/>
                <a:gd name="connsiteX15" fmla="*/ 6034994 w 6071559"/>
                <a:gd name="connsiteY15" fmla="*/ 508736 h 836491"/>
                <a:gd name="connsiteX16" fmla="*/ 6071328 w 6071559"/>
                <a:gd name="connsiteY16" fmla="*/ 357345 h 836491"/>
                <a:gd name="connsiteX0" fmla="*/ 6071328 w 6071559"/>
                <a:gd name="connsiteY0" fmla="*/ 357345 h 838951"/>
                <a:gd name="connsiteX1" fmla="*/ 6022883 w 6071559"/>
                <a:gd name="connsiteY1" fmla="*/ 212010 h 838951"/>
                <a:gd name="connsiteX2" fmla="*/ 5949422 w 6071559"/>
                <a:gd name="connsiteY2" fmla="*/ 77826 h 838951"/>
                <a:gd name="connsiteX3" fmla="*/ 5592934 w 6071559"/>
                <a:gd name="connsiteY3" fmla="*/ 63 h 838951"/>
                <a:gd name="connsiteX4" fmla="*/ 5205372 w 6071559"/>
                <a:gd name="connsiteY4" fmla="*/ 90897 h 838951"/>
                <a:gd name="connsiteX5" fmla="*/ 4521086 w 6071559"/>
                <a:gd name="connsiteY5" fmla="*/ 290732 h 838951"/>
                <a:gd name="connsiteX6" fmla="*/ 2843679 w 6071559"/>
                <a:gd name="connsiteY6" fmla="*/ 587459 h 838951"/>
                <a:gd name="connsiteX7" fmla="*/ 1263159 w 6071559"/>
                <a:gd name="connsiteY7" fmla="*/ 696460 h 838951"/>
                <a:gd name="connsiteX8" fmla="*/ 294258 w 6071559"/>
                <a:gd name="connsiteY8" fmla="*/ 738850 h 838951"/>
                <a:gd name="connsiteX9" fmla="*/ 294258 w 6071559"/>
                <a:gd name="connsiteY9" fmla="*/ 799406 h 838951"/>
                <a:gd name="connsiteX10" fmla="*/ 4266751 w 6071559"/>
                <a:gd name="connsiteY10" fmla="*/ 793350 h 838951"/>
                <a:gd name="connsiteX11" fmla="*/ 5162984 w 6071559"/>
                <a:gd name="connsiteY11" fmla="*/ 835740 h 838951"/>
                <a:gd name="connsiteX12" fmla="*/ 5502099 w 6071559"/>
                <a:gd name="connsiteY12" fmla="*/ 817573 h 838951"/>
                <a:gd name="connsiteX13" fmla="*/ 5907826 w 6071559"/>
                <a:gd name="connsiteY13" fmla="*/ 672238 h 838951"/>
                <a:gd name="connsiteX14" fmla="*/ 6034994 w 6071559"/>
                <a:gd name="connsiteY14" fmla="*/ 508736 h 838951"/>
                <a:gd name="connsiteX15" fmla="*/ 6071328 w 6071559"/>
                <a:gd name="connsiteY15" fmla="*/ 357345 h 838951"/>
                <a:gd name="connsiteX0" fmla="*/ 6071328 w 6071559"/>
                <a:gd name="connsiteY0" fmla="*/ 357345 h 837151"/>
                <a:gd name="connsiteX1" fmla="*/ 6022883 w 6071559"/>
                <a:gd name="connsiteY1" fmla="*/ 212010 h 837151"/>
                <a:gd name="connsiteX2" fmla="*/ 5949422 w 6071559"/>
                <a:gd name="connsiteY2" fmla="*/ 77826 h 837151"/>
                <a:gd name="connsiteX3" fmla="*/ 5592934 w 6071559"/>
                <a:gd name="connsiteY3" fmla="*/ 63 h 837151"/>
                <a:gd name="connsiteX4" fmla="*/ 5205372 w 6071559"/>
                <a:gd name="connsiteY4" fmla="*/ 90897 h 837151"/>
                <a:gd name="connsiteX5" fmla="*/ 4521086 w 6071559"/>
                <a:gd name="connsiteY5" fmla="*/ 290732 h 837151"/>
                <a:gd name="connsiteX6" fmla="*/ 2843679 w 6071559"/>
                <a:gd name="connsiteY6" fmla="*/ 587459 h 837151"/>
                <a:gd name="connsiteX7" fmla="*/ 1263159 w 6071559"/>
                <a:gd name="connsiteY7" fmla="*/ 696460 h 837151"/>
                <a:gd name="connsiteX8" fmla="*/ 294258 w 6071559"/>
                <a:gd name="connsiteY8" fmla="*/ 738850 h 837151"/>
                <a:gd name="connsiteX9" fmla="*/ 294258 w 6071559"/>
                <a:gd name="connsiteY9" fmla="*/ 799406 h 837151"/>
                <a:gd name="connsiteX10" fmla="*/ 4266751 w 6071559"/>
                <a:gd name="connsiteY10" fmla="*/ 793350 h 837151"/>
                <a:gd name="connsiteX11" fmla="*/ 5162984 w 6071559"/>
                <a:gd name="connsiteY11" fmla="*/ 835740 h 837151"/>
                <a:gd name="connsiteX12" fmla="*/ 5502099 w 6071559"/>
                <a:gd name="connsiteY12" fmla="*/ 817573 h 837151"/>
                <a:gd name="connsiteX13" fmla="*/ 5907827 w 6071559"/>
                <a:gd name="connsiteY13" fmla="*/ 727698 h 837151"/>
                <a:gd name="connsiteX14" fmla="*/ 6034994 w 6071559"/>
                <a:gd name="connsiteY14" fmla="*/ 508736 h 837151"/>
                <a:gd name="connsiteX15" fmla="*/ 6071328 w 6071559"/>
                <a:gd name="connsiteY15" fmla="*/ 357345 h 837151"/>
                <a:gd name="connsiteX0" fmla="*/ 6071328 w 6072144"/>
                <a:gd name="connsiteY0" fmla="*/ 357345 h 837151"/>
                <a:gd name="connsiteX1" fmla="*/ 6022883 w 6072144"/>
                <a:gd name="connsiteY1" fmla="*/ 212010 h 837151"/>
                <a:gd name="connsiteX2" fmla="*/ 5949422 w 6072144"/>
                <a:gd name="connsiteY2" fmla="*/ 77826 h 837151"/>
                <a:gd name="connsiteX3" fmla="*/ 5592934 w 6072144"/>
                <a:gd name="connsiteY3" fmla="*/ 63 h 837151"/>
                <a:gd name="connsiteX4" fmla="*/ 5205372 w 6072144"/>
                <a:gd name="connsiteY4" fmla="*/ 90897 h 837151"/>
                <a:gd name="connsiteX5" fmla="*/ 4521086 w 6072144"/>
                <a:gd name="connsiteY5" fmla="*/ 290732 h 837151"/>
                <a:gd name="connsiteX6" fmla="*/ 2843679 w 6072144"/>
                <a:gd name="connsiteY6" fmla="*/ 587459 h 837151"/>
                <a:gd name="connsiteX7" fmla="*/ 1263159 w 6072144"/>
                <a:gd name="connsiteY7" fmla="*/ 696460 h 837151"/>
                <a:gd name="connsiteX8" fmla="*/ 294258 w 6072144"/>
                <a:gd name="connsiteY8" fmla="*/ 738850 h 837151"/>
                <a:gd name="connsiteX9" fmla="*/ 294258 w 6072144"/>
                <a:gd name="connsiteY9" fmla="*/ 799406 h 837151"/>
                <a:gd name="connsiteX10" fmla="*/ 4266751 w 6072144"/>
                <a:gd name="connsiteY10" fmla="*/ 793350 h 837151"/>
                <a:gd name="connsiteX11" fmla="*/ 5162984 w 6072144"/>
                <a:gd name="connsiteY11" fmla="*/ 835740 h 837151"/>
                <a:gd name="connsiteX12" fmla="*/ 5502099 w 6072144"/>
                <a:gd name="connsiteY12" fmla="*/ 817573 h 837151"/>
                <a:gd name="connsiteX13" fmla="*/ 5907827 w 6072144"/>
                <a:gd name="connsiteY13" fmla="*/ 727698 h 837151"/>
                <a:gd name="connsiteX14" fmla="*/ 6041926 w 6072144"/>
                <a:gd name="connsiteY14" fmla="*/ 578062 h 837151"/>
                <a:gd name="connsiteX15" fmla="*/ 6071328 w 6072144"/>
                <a:gd name="connsiteY15" fmla="*/ 357345 h 837151"/>
                <a:gd name="connsiteX0" fmla="*/ 6099059 w 6099301"/>
                <a:gd name="connsiteY0" fmla="*/ 364277 h 837151"/>
                <a:gd name="connsiteX1" fmla="*/ 6022883 w 6099301"/>
                <a:gd name="connsiteY1" fmla="*/ 212010 h 837151"/>
                <a:gd name="connsiteX2" fmla="*/ 5949422 w 6099301"/>
                <a:gd name="connsiteY2" fmla="*/ 77826 h 837151"/>
                <a:gd name="connsiteX3" fmla="*/ 5592934 w 6099301"/>
                <a:gd name="connsiteY3" fmla="*/ 63 h 837151"/>
                <a:gd name="connsiteX4" fmla="*/ 5205372 w 6099301"/>
                <a:gd name="connsiteY4" fmla="*/ 90897 h 837151"/>
                <a:gd name="connsiteX5" fmla="*/ 4521086 w 6099301"/>
                <a:gd name="connsiteY5" fmla="*/ 290732 h 837151"/>
                <a:gd name="connsiteX6" fmla="*/ 2843679 w 6099301"/>
                <a:gd name="connsiteY6" fmla="*/ 587459 h 837151"/>
                <a:gd name="connsiteX7" fmla="*/ 1263159 w 6099301"/>
                <a:gd name="connsiteY7" fmla="*/ 696460 h 837151"/>
                <a:gd name="connsiteX8" fmla="*/ 294258 w 6099301"/>
                <a:gd name="connsiteY8" fmla="*/ 738850 h 837151"/>
                <a:gd name="connsiteX9" fmla="*/ 294258 w 6099301"/>
                <a:gd name="connsiteY9" fmla="*/ 799406 h 837151"/>
                <a:gd name="connsiteX10" fmla="*/ 4266751 w 6099301"/>
                <a:gd name="connsiteY10" fmla="*/ 793350 h 837151"/>
                <a:gd name="connsiteX11" fmla="*/ 5162984 w 6099301"/>
                <a:gd name="connsiteY11" fmla="*/ 835740 h 837151"/>
                <a:gd name="connsiteX12" fmla="*/ 5502099 w 6099301"/>
                <a:gd name="connsiteY12" fmla="*/ 817573 h 837151"/>
                <a:gd name="connsiteX13" fmla="*/ 5907827 w 6099301"/>
                <a:gd name="connsiteY13" fmla="*/ 727698 h 837151"/>
                <a:gd name="connsiteX14" fmla="*/ 6041926 w 6099301"/>
                <a:gd name="connsiteY14" fmla="*/ 578062 h 837151"/>
                <a:gd name="connsiteX15" fmla="*/ 6099059 w 6099301"/>
                <a:gd name="connsiteY15" fmla="*/ 364277 h 837151"/>
                <a:gd name="connsiteX0" fmla="*/ 6099059 w 6099295"/>
                <a:gd name="connsiteY0" fmla="*/ 364277 h 837151"/>
                <a:gd name="connsiteX1" fmla="*/ 6057546 w 6099295"/>
                <a:gd name="connsiteY1" fmla="*/ 184279 h 837151"/>
                <a:gd name="connsiteX2" fmla="*/ 5949422 w 6099295"/>
                <a:gd name="connsiteY2" fmla="*/ 77826 h 837151"/>
                <a:gd name="connsiteX3" fmla="*/ 5592934 w 6099295"/>
                <a:gd name="connsiteY3" fmla="*/ 63 h 837151"/>
                <a:gd name="connsiteX4" fmla="*/ 5205372 w 6099295"/>
                <a:gd name="connsiteY4" fmla="*/ 90897 h 837151"/>
                <a:gd name="connsiteX5" fmla="*/ 4521086 w 6099295"/>
                <a:gd name="connsiteY5" fmla="*/ 290732 h 837151"/>
                <a:gd name="connsiteX6" fmla="*/ 2843679 w 6099295"/>
                <a:gd name="connsiteY6" fmla="*/ 587459 h 837151"/>
                <a:gd name="connsiteX7" fmla="*/ 1263159 w 6099295"/>
                <a:gd name="connsiteY7" fmla="*/ 696460 h 837151"/>
                <a:gd name="connsiteX8" fmla="*/ 294258 w 6099295"/>
                <a:gd name="connsiteY8" fmla="*/ 738850 h 837151"/>
                <a:gd name="connsiteX9" fmla="*/ 294258 w 6099295"/>
                <a:gd name="connsiteY9" fmla="*/ 799406 h 837151"/>
                <a:gd name="connsiteX10" fmla="*/ 4266751 w 6099295"/>
                <a:gd name="connsiteY10" fmla="*/ 793350 h 837151"/>
                <a:gd name="connsiteX11" fmla="*/ 5162984 w 6099295"/>
                <a:gd name="connsiteY11" fmla="*/ 835740 h 837151"/>
                <a:gd name="connsiteX12" fmla="*/ 5502099 w 6099295"/>
                <a:gd name="connsiteY12" fmla="*/ 817573 h 837151"/>
                <a:gd name="connsiteX13" fmla="*/ 5907827 w 6099295"/>
                <a:gd name="connsiteY13" fmla="*/ 727698 h 837151"/>
                <a:gd name="connsiteX14" fmla="*/ 6041926 w 6099295"/>
                <a:gd name="connsiteY14" fmla="*/ 578062 h 837151"/>
                <a:gd name="connsiteX15" fmla="*/ 6099059 w 6099295"/>
                <a:gd name="connsiteY15" fmla="*/ 364277 h 837151"/>
                <a:gd name="connsiteX0" fmla="*/ 6099059 w 6099295"/>
                <a:gd name="connsiteY0" fmla="*/ 364277 h 836651"/>
                <a:gd name="connsiteX1" fmla="*/ 6057546 w 6099295"/>
                <a:gd name="connsiteY1" fmla="*/ 184279 h 836651"/>
                <a:gd name="connsiteX2" fmla="*/ 5949422 w 6099295"/>
                <a:gd name="connsiteY2" fmla="*/ 77826 h 836651"/>
                <a:gd name="connsiteX3" fmla="*/ 5592934 w 6099295"/>
                <a:gd name="connsiteY3" fmla="*/ 63 h 836651"/>
                <a:gd name="connsiteX4" fmla="*/ 5205372 w 6099295"/>
                <a:gd name="connsiteY4" fmla="*/ 90897 h 836651"/>
                <a:gd name="connsiteX5" fmla="*/ 4521086 w 6099295"/>
                <a:gd name="connsiteY5" fmla="*/ 290732 h 836651"/>
                <a:gd name="connsiteX6" fmla="*/ 2843679 w 6099295"/>
                <a:gd name="connsiteY6" fmla="*/ 587459 h 836651"/>
                <a:gd name="connsiteX7" fmla="*/ 1263159 w 6099295"/>
                <a:gd name="connsiteY7" fmla="*/ 696460 h 836651"/>
                <a:gd name="connsiteX8" fmla="*/ 294258 w 6099295"/>
                <a:gd name="connsiteY8" fmla="*/ 738850 h 836651"/>
                <a:gd name="connsiteX9" fmla="*/ 294258 w 6099295"/>
                <a:gd name="connsiteY9" fmla="*/ 799406 h 836651"/>
                <a:gd name="connsiteX10" fmla="*/ 4266751 w 6099295"/>
                <a:gd name="connsiteY10" fmla="*/ 793350 h 836651"/>
                <a:gd name="connsiteX11" fmla="*/ 5162984 w 6099295"/>
                <a:gd name="connsiteY11" fmla="*/ 835740 h 836651"/>
                <a:gd name="connsiteX12" fmla="*/ 5502099 w 6099295"/>
                <a:gd name="connsiteY12" fmla="*/ 817573 h 836651"/>
                <a:gd name="connsiteX13" fmla="*/ 5859298 w 6099295"/>
                <a:gd name="connsiteY13" fmla="*/ 762361 h 836651"/>
                <a:gd name="connsiteX14" fmla="*/ 6041926 w 6099295"/>
                <a:gd name="connsiteY14" fmla="*/ 578062 h 836651"/>
                <a:gd name="connsiteX15" fmla="*/ 6099059 w 6099295"/>
                <a:gd name="connsiteY15" fmla="*/ 364277 h 836651"/>
                <a:gd name="connsiteX0" fmla="*/ 6099059 w 6099295"/>
                <a:gd name="connsiteY0" fmla="*/ 364277 h 836651"/>
                <a:gd name="connsiteX1" fmla="*/ 6057546 w 6099295"/>
                <a:gd name="connsiteY1" fmla="*/ 184279 h 836651"/>
                <a:gd name="connsiteX2" fmla="*/ 5949422 w 6099295"/>
                <a:gd name="connsiteY2" fmla="*/ 77826 h 836651"/>
                <a:gd name="connsiteX3" fmla="*/ 5592934 w 6099295"/>
                <a:gd name="connsiteY3" fmla="*/ 63 h 836651"/>
                <a:gd name="connsiteX4" fmla="*/ 5205372 w 6099295"/>
                <a:gd name="connsiteY4" fmla="*/ 90897 h 836651"/>
                <a:gd name="connsiteX5" fmla="*/ 4521086 w 6099295"/>
                <a:gd name="connsiteY5" fmla="*/ 290732 h 836651"/>
                <a:gd name="connsiteX6" fmla="*/ 3218040 w 6099295"/>
                <a:gd name="connsiteY6" fmla="*/ 573594 h 836651"/>
                <a:gd name="connsiteX7" fmla="*/ 1263159 w 6099295"/>
                <a:gd name="connsiteY7" fmla="*/ 696460 h 836651"/>
                <a:gd name="connsiteX8" fmla="*/ 294258 w 6099295"/>
                <a:gd name="connsiteY8" fmla="*/ 738850 h 836651"/>
                <a:gd name="connsiteX9" fmla="*/ 294258 w 6099295"/>
                <a:gd name="connsiteY9" fmla="*/ 799406 h 836651"/>
                <a:gd name="connsiteX10" fmla="*/ 4266751 w 6099295"/>
                <a:gd name="connsiteY10" fmla="*/ 793350 h 836651"/>
                <a:gd name="connsiteX11" fmla="*/ 5162984 w 6099295"/>
                <a:gd name="connsiteY11" fmla="*/ 835740 h 836651"/>
                <a:gd name="connsiteX12" fmla="*/ 5502099 w 6099295"/>
                <a:gd name="connsiteY12" fmla="*/ 817573 h 836651"/>
                <a:gd name="connsiteX13" fmla="*/ 5859298 w 6099295"/>
                <a:gd name="connsiteY13" fmla="*/ 762361 h 836651"/>
                <a:gd name="connsiteX14" fmla="*/ 6041926 w 6099295"/>
                <a:gd name="connsiteY14" fmla="*/ 578062 h 836651"/>
                <a:gd name="connsiteX15" fmla="*/ 6099059 w 6099295"/>
                <a:gd name="connsiteY15" fmla="*/ 364277 h 836651"/>
                <a:gd name="connsiteX0" fmla="*/ 5997045 w 5997281"/>
                <a:gd name="connsiteY0" fmla="*/ 364277 h 836651"/>
                <a:gd name="connsiteX1" fmla="*/ 5955532 w 5997281"/>
                <a:gd name="connsiteY1" fmla="*/ 184279 h 836651"/>
                <a:gd name="connsiteX2" fmla="*/ 5847408 w 5997281"/>
                <a:gd name="connsiteY2" fmla="*/ 77826 h 836651"/>
                <a:gd name="connsiteX3" fmla="*/ 5490920 w 5997281"/>
                <a:gd name="connsiteY3" fmla="*/ 63 h 836651"/>
                <a:gd name="connsiteX4" fmla="*/ 5103358 w 5997281"/>
                <a:gd name="connsiteY4" fmla="*/ 90897 h 836651"/>
                <a:gd name="connsiteX5" fmla="*/ 4419072 w 5997281"/>
                <a:gd name="connsiteY5" fmla="*/ 290732 h 836651"/>
                <a:gd name="connsiteX6" fmla="*/ 3116026 w 5997281"/>
                <a:gd name="connsiteY6" fmla="*/ 573594 h 836651"/>
                <a:gd name="connsiteX7" fmla="*/ 1161145 w 5997281"/>
                <a:gd name="connsiteY7" fmla="*/ 696460 h 836651"/>
                <a:gd name="connsiteX8" fmla="*/ 580469 w 5997281"/>
                <a:gd name="connsiteY8" fmla="*/ 738850 h 836651"/>
                <a:gd name="connsiteX9" fmla="*/ 192244 w 5997281"/>
                <a:gd name="connsiteY9" fmla="*/ 799406 h 836651"/>
                <a:gd name="connsiteX10" fmla="*/ 4164737 w 5997281"/>
                <a:gd name="connsiteY10" fmla="*/ 793350 h 836651"/>
                <a:gd name="connsiteX11" fmla="*/ 5060970 w 5997281"/>
                <a:gd name="connsiteY11" fmla="*/ 835740 h 836651"/>
                <a:gd name="connsiteX12" fmla="*/ 5400085 w 5997281"/>
                <a:gd name="connsiteY12" fmla="*/ 817573 h 836651"/>
                <a:gd name="connsiteX13" fmla="*/ 5757284 w 5997281"/>
                <a:gd name="connsiteY13" fmla="*/ 762361 h 836651"/>
                <a:gd name="connsiteX14" fmla="*/ 5939912 w 5997281"/>
                <a:gd name="connsiteY14" fmla="*/ 578062 h 836651"/>
                <a:gd name="connsiteX15" fmla="*/ 5997045 w 5997281"/>
                <a:gd name="connsiteY15" fmla="*/ 364277 h 836651"/>
                <a:gd name="connsiteX0" fmla="*/ 5997045 w 5997281"/>
                <a:gd name="connsiteY0" fmla="*/ 364277 h 836651"/>
                <a:gd name="connsiteX1" fmla="*/ 5955532 w 5997281"/>
                <a:gd name="connsiteY1" fmla="*/ 184279 h 836651"/>
                <a:gd name="connsiteX2" fmla="*/ 5847408 w 5997281"/>
                <a:gd name="connsiteY2" fmla="*/ 77826 h 836651"/>
                <a:gd name="connsiteX3" fmla="*/ 5490920 w 5997281"/>
                <a:gd name="connsiteY3" fmla="*/ 63 h 836651"/>
                <a:gd name="connsiteX4" fmla="*/ 5103358 w 5997281"/>
                <a:gd name="connsiteY4" fmla="*/ 90897 h 836651"/>
                <a:gd name="connsiteX5" fmla="*/ 4419072 w 5997281"/>
                <a:gd name="connsiteY5" fmla="*/ 290732 h 836651"/>
                <a:gd name="connsiteX6" fmla="*/ 3116026 w 5997281"/>
                <a:gd name="connsiteY6" fmla="*/ 573594 h 836651"/>
                <a:gd name="connsiteX7" fmla="*/ 580469 w 5997281"/>
                <a:gd name="connsiteY7" fmla="*/ 738850 h 836651"/>
                <a:gd name="connsiteX8" fmla="*/ 192244 w 5997281"/>
                <a:gd name="connsiteY8" fmla="*/ 799406 h 836651"/>
                <a:gd name="connsiteX9" fmla="*/ 4164737 w 5997281"/>
                <a:gd name="connsiteY9" fmla="*/ 793350 h 836651"/>
                <a:gd name="connsiteX10" fmla="*/ 5060970 w 5997281"/>
                <a:gd name="connsiteY10" fmla="*/ 835740 h 836651"/>
                <a:gd name="connsiteX11" fmla="*/ 5400085 w 5997281"/>
                <a:gd name="connsiteY11" fmla="*/ 817573 h 836651"/>
                <a:gd name="connsiteX12" fmla="*/ 5757284 w 5997281"/>
                <a:gd name="connsiteY12" fmla="*/ 762361 h 836651"/>
                <a:gd name="connsiteX13" fmla="*/ 5939912 w 5997281"/>
                <a:gd name="connsiteY13" fmla="*/ 578062 h 836651"/>
                <a:gd name="connsiteX14" fmla="*/ 5997045 w 5997281"/>
                <a:gd name="connsiteY14" fmla="*/ 364277 h 836651"/>
                <a:gd name="connsiteX0" fmla="*/ 5828254 w 5828490"/>
                <a:gd name="connsiteY0" fmla="*/ 364277 h 836651"/>
                <a:gd name="connsiteX1" fmla="*/ 5786741 w 5828490"/>
                <a:gd name="connsiteY1" fmla="*/ 184279 h 836651"/>
                <a:gd name="connsiteX2" fmla="*/ 5678617 w 5828490"/>
                <a:gd name="connsiteY2" fmla="*/ 77826 h 836651"/>
                <a:gd name="connsiteX3" fmla="*/ 5322129 w 5828490"/>
                <a:gd name="connsiteY3" fmla="*/ 63 h 836651"/>
                <a:gd name="connsiteX4" fmla="*/ 4934567 w 5828490"/>
                <a:gd name="connsiteY4" fmla="*/ 90897 h 836651"/>
                <a:gd name="connsiteX5" fmla="*/ 4250281 w 5828490"/>
                <a:gd name="connsiteY5" fmla="*/ 290732 h 836651"/>
                <a:gd name="connsiteX6" fmla="*/ 2947235 w 5828490"/>
                <a:gd name="connsiteY6" fmla="*/ 573594 h 836651"/>
                <a:gd name="connsiteX7" fmla="*/ 2248817 w 5828490"/>
                <a:gd name="connsiteY7" fmla="*/ 718053 h 836651"/>
                <a:gd name="connsiteX8" fmla="*/ 23453 w 5828490"/>
                <a:gd name="connsiteY8" fmla="*/ 799406 h 836651"/>
                <a:gd name="connsiteX9" fmla="*/ 3995946 w 5828490"/>
                <a:gd name="connsiteY9" fmla="*/ 793350 h 836651"/>
                <a:gd name="connsiteX10" fmla="*/ 4892179 w 5828490"/>
                <a:gd name="connsiteY10" fmla="*/ 835740 h 836651"/>
                <a:gd name="connsiteX11" fmla="*/ 5231294 w 5828490"/>
                <a:gd name="connsiteY11" fmla="*/ 817573 h 836651"/>
                <a:gd name="connsiteX12" fmla="*/ 5588493 w 5828490"/>
                <a:gd name="connsiteY12" fmla="*/ 762361 h 836651"/>
                <a:gd name="connsiteX13" fmla="*/ 5771121 w 5828490"/>
                <a:gd name="connsiteY13" fmla="*/ 578062 h 836651"/>
                <a:gd name="connsiteX14" fmla="*/ 5828254 w 5828490"/>
                <a:gd name="connsiteY14" fmla="*/ 364277 h 836651"/>
                <a:gd name="connsiteX0" fmla="*/ 3813466 w 3813702"/>
                <a:gd name="connsiteY0" fmla="*/ 364277 h 836651"/>
                <a:gd name="connsiteX1" fmla="*/ 3771953 w 3813702"/>
                <a:gd name="connsiteY1" fmla="*/ 184279 h 836651"/>
                <a:gd name="connsiteX2" fmla="*/ 3663829 w 3813702"/>
                <a:gd name="connsiteY2" fmla="*/ 77826 h 836651"/>
                <a:gd name="connsiteX3" fmla="*/ 3307341 w 3813702"/>
                <a:gd name="connsiteY3" fmla="*/ 63 h 836651"/>
                <a:gd name="connsiteX4" fmla="*/ 2919779 w 3813702"/>
                <a:gd name="connsiteY4" fmla="*/ 90897 h 836651"/>
                <a:gd name="connsiteX5" fmla="*/ 2235493 w 3813702"/>
                <a:gd name="connsiteY5" fmla="*/ 290732 h 836651"/>
                <a:gd name="connsiteX6" fmla="*/ 932447 w 3813702"/>
                <a:gd name="connsiteY6" fmla="*/ 573594 h 836651"/>
                <a:gd name="connsiteX7" fmla="*/ 234029 w 3813702"/>
                <a:gd name="connsiteY7" fmla="*/ 718053 h 836651"/>
                <a:gd name="connsiteX8" fmla="*/ 102312 w 3813702"/>
                <a:gd name="connsiteY8" fmla="*/ 792475 h 836651"/>
                <a:gd name="connsiteX9" fmla="*/ 1981158 w 3813702"/>
                <a:gd name="connsiteY9" fmla="*/ 793350 h 836651"/>
                <a:gd name="connsiteX10" fmla="*/ 2877391 w 3813702"/>
                <a:gd name="connsiteY10" fmla="*/ 835740 h 836651"/>
                <a:gd name="connsiteX11" fmla="*/ 3216506 w 3813702"/>
                <a:gd name="connsiteY11" fmla="*/ 817573 h 836651"/>
                <a:gd name="connsiteX12" fmla="*/ 3573705 w 3813702"/>
                <a:gd name="connsiteY12" fmla="*/ 762361 h 836651"/>
                <a:gd name="connsiteX13" fmla="*/ 3756333 w 3813702"/>
                <a:gd name="connsiteY13" fmla="*/ 578062 h 836651"/>
                <a:gd name="connsiteX14" fmla="*/ 3813466 w 3813702"/>
                <a:gd name="connsiteY14" fmla="*/ 364277 h 836651"/>
                <a:gd name="connsiteX0" fmla="*/ 3711155 w 3711391"/>
                <a:gd name="connsiteY0" fmla="*/ 364277 h 836651"/>
                <a:gd name="connsiteX1" fmla="*/ 3669642 w 3711391"/>
                <a:gd name="connsiteY1" fmla="*/ 184279 h 836651"/>
                <a:gd name="connsiteX2" fmla="*/ 3561518 w 3711391"/>
                <a:gd name="connsiteY2" fmla="*/ 77826 h 836651"/>
                <a:gd name="connsiteX3" fmla="*/ 3205030 w 3711391"/>
                <a:gd name="connsiteY3" fmla="*/ 63 h 836651"/>
                <a:gd name="connsiteX4" fmla="*/ 2817468 w 3711391"/>
                <a:gd name="connsiteY4" fmla="*/ 90897 h 836651"/>
                <a:gd name="connsiteX5" fmla="*/ 2133182 w 3711391"/>
                <a:gd name="connsiteY5" fmla="*/ 290732 h 836651"/>
                <a:gd name="connsiteX6" fmla="*/ 830136 w 3711391"/>
                <a:gd name="connsiteY6" fmla="*/ 573594 h 836651"/>
                <a:gd name="connsiteX7" fmla="*/ 131718 w 3711391"/>
                <a:gd name="connsiteY7" fmla="*/ 718053 h 836651"/>
                <a:gd name="connsiteX8" fmla="*/ 1 w 3711391"/>
                <a:gd name="connsiteY8" fmla="*/ 792475 h 836651"/>
                <a:gd name="connsiteX9" fmla="*/ 1878847 w 3711391"/>
                <a:gd name="connsiteY9" fmla="*/ 793350 h 836651"/>
                <a:gd name="connsiteX10" fmla="*/ 2775080 w 3711391"/>
                <a:gd name="connsiteY10" fmla="*/ 835740 h 836651"/>
                <a:gd name="connsiteX11" fmla="*/ 3114195 w 3711391"/>
                <a:gd name="connsiteY11" fmla="*/ 817573 h 836651"/>
                <a:gd name="connsiteX12" fmla="*/ 3471394 w 3711391"/>
                <a:gd name="connsiteY12" fmla="*/ 762361 h 836651"/>
                <a:gd name="connsiteX13" fmla="*/ 3654022 w 3711391"/>
                <a:gd name="connsiteY13" fmla="*/ 578062 h 836651"/>
                <a:gd name="connsiteX14" fmla="*/ 3711155 w 3711391"/>
                <a:gd name="connsiteY14" fmla="*/ 364277 h 836651"/>
                <a:gd name="connsiteX0" fmla="*/ 3870604 w 3870840"/>
                <a:gd name="connsiteY0" fmla="*/ 364277 h 836651"/>
                <a:gd name="connsiteX1" fmla="*/ 3829091 w 3870840"/>
                <a:gd name="connsiteY1" fmla="*/ 184279 h 836651"/>
                <a:gd name="connsiteX2" fmla="*/ 3720967 w 3870840"/>
                <a:gd name="connsiteY2" fmla="*/ 77826 h 836651"/>
                <a:gd name="connsiteX3" fmla="*/ 3364479 w 3870840"/>
                <a:gd name="connsiteY3" fmla="*/ 63 h 836651"/>
                <a:gd name="connsiteX4" fmla="*/ 2976917 w 3870840"/>
                <a:gd name="connsiteY4" fmla="*/ 90897 h 836651"/>
                <a:gd name="connsiteX5" fmla="*/ 2292631 w 3870840"/>
                <a:gd name="connsiteY5" fmla="*/ 290732 h 836651"/>
                <a:gd name="connsiteX6" fmla="*/ 989585 w 3870840"/>
                <a:gd name="connsiteY6" fmla="*/ 573594 h 836651"/>
                <a:gd name="connsiteX7" fmla="*/ 291167 w 3870840"/>
                <a:gd name="connsiteY7" fmla="*/ 718053 h 836651"/>
                <a:gd name="connsiteX8" fmla="*/ 0 w 3870840"/>
                <a:gd name="connsiteY8" fmla="*/ 799407 h 836651"/>
                <a:gd name="connsiteX9" fmla="*/ 2038296 w 3870840"/>
                <a:gd name="connsiteY9" fmla="*/ 793350 h 836651"/>
                <a:gd name="connsiteX10" fmla="*/ 2934529 w 3870840"/>
                <a:gd name="connsiteY10" fmla="*/ 835740 h 836651"/>
                <a:gd name="connsiteX11" fmla="*/ 3273644 w 3870840"/>
                <a:gd name="connsiteY11" fmla="*/ 817573 h 836651"/>
                <a:gd name="connsiteX12" fmla="*/ 3630843 w 3870840"/>
                <a:gd name="connsiteY12" fmla="*/ 762361 h 836651"/>
                <a:gd name="connsiteX13" fmla="*/ 3813471 w 3870840"/>
                <a:gd name="connsiteY13" fmla="*/ 578062 h 836651"/>
                <a:gd name="connsiteX14" fmla="*/ 3870604 w 3870840"/>
                <a:gd name="connsiteY14" fmla="*/ 364277 h 836651"/>
                <a:gd name="connsiteX0" fmla="*/ 3870604 w 3870840"/>
                <a:gd name="connsiteY0" fmla="*/ 364277 h 836651"/>
                <a:gd name="connsiteX1" fmla="*/ 3829091 w 3870840"/>
                <a:gd name="connsiteY1" fmla="*/ 184279 h 836651"/>
                <a:gd name="connsiteX2" fmla="*/ 3720967 w 3870840"/>
                <a:gd name="connsiteY2" fmla="*/ 77826 h 836651"/>
                <a:gd name="connsiteX3" fmla="*/ 3364479 w 3870840"/>
                <a:gd name="connsiteY3" fmla="*/ 63 h 836651"/>
                <a:gd name="connsiteX4" fmla="*/ 2976917 w 3870840"/>
                <a:gd name="connsiteY4" fmla="*/ 90897 h 836651"/>
                <a:gd name="connsiteX5" fmla="*/ 2292631 w 3870840"/>
                <a:gd name="connsiteY5" fmla="*/ 290732 h 836651"/>
                <a:gd name="connsiteX6" fmla="*/ 1287687 w 3870840"/>
                <a:gd name="connsiteY6" fmla="*/ 476537 h 836651"/>
                <a:gd name="connsiteX7" fmla="*/ 291167 w 3870840"/>
                <a:gd name="connsiteY7" fmla="*/ 718053 h 836651"/>
                <a:gd name="connsiteX8" fmla="*/ 0 w 3870840"/>
                <a:gd name="connsiteY8" fmla="*/ 799407 h 836651"/>
                <a:gd name="connsiteX9" fmla="*/ 2038296 w 3870840"/>
                <a:gd name="connsiteY9" fmla="*/ 793350 h 836651"/>
                <a:gd name="connsiteX10" fmla="*/ 2934529 w 3870840"/>
                <a:gd name="connsiteY10" fmla="*/ 835740 h 836651"/>
                <a:gd name="connsiteX11" fmla="*/ 3273644 w 3870840"/>
                <a:gd name="connsiteY11" fmla="*/ 817573 h 836651"/>
                <a:gd name="connsiteX12" fmla="*/ 3630843 w 3870840"/>
                <a:gd name="connsiteY12" fmla="*/ 762361 h 836651"/>
                <a:gd name="connsiteX13" fmla="*/ 3813471 w 3870840"/>
                <a:gd name="connsiteY13" fmla="*/ 578062 h 836651"/>
                <a:gd name="connsiteX14" fmla="*/ 3870604 w 3870840"/>
                <a:gd name="connsiteY14" fmla="*/ 364277 h 836651"/>
                <a:gd name="connsiteX0" fmla="*/ 3870604 w 3870840"/>
                <a:gd name="connsiteY0" fmla="*/ 364277 h 836651"/>
                <a:gd name="connsiteX1" fmla="*/ 3829091 w 3870840"/>
                <a:gd name="connsiteY1" fmla="*/ 184279 h 836651"/>
                <a:gd name="connsiteX2" fmla="*/ 3720967 w 3870840"/>
                <a:gd name="connsiteY2" fmla="*/ 77826 h 836651"/>
                <a:gd name="connsiteX3" fmla="*/ 3364479 w 3870840"/>
                <a:gd name="connsiteY3" fmla="*/ 63 h 836651"/>
                <a:gd name="connsiteX4" fmla="*/ 2976917 w 3870840"/>
                <a:gd name="connsiteY4" fmla="*/ 90897 h 836651"/>
                <a:gd name="connsiteX5" fmla="*/ 2361957 w 3870840"/>
                <a:gd name="connsiteY5" fmla="*/ 235271 h 836651"/>
                <a:gd name="connsiteX6" fmla="*/ 1287687 w 3870840"/>
                <a:gd name="connsiteY6" fmla="*/ 476537 h 836651"/>
                <a:gd name="connsiteX7" fmla="*/ 291167 w 3870840"/>
                <a:gd name="connsiteY7" fmla="*/ 718053 h 836651"/>
                <a:gd name="connsiteX8" fmla="*/ 0 w 3870840"/>
                <a:gd name="connsiteY8" fmla="*/ 799407 h 836651"/>
                <a:gd name="connsiteX9" fmla="*/ 2038296 w 3870840"/>
                <a:gd name="connsiteY9" fmla="*/ 793350 h 836651"/>
                <a:gd name="connsiteX10" fmla="*/ 2934529 w 3870840"/>
                <a:gd name="connsiteY10" fmla="*/ 835740 h 836651"/>
                <a:gd name="connsiteX11" fmla="*/ 3273644 w 3870840"/>
                <a:gd name="connsiteY11" fmla="*/ 817573 h 836651"/>
                <a:gd name="connsiteX12" fmla="*/ 3630843 w 3870840"/>
                <a:gd name="connsiteY12" fmla="*/ 762361 h 836651"/>
                <a:gd name="connsiteX13" fmla="*/ 3813471 w 3870840"/>
                <a:gd name="connsiteY13" fmla="*/ 578062 h 836651"/>
                <a:gd name="connsiteX14" fmla="*/ 3870604 w 3870840"/>
                <a:gd name="connsiteY14" fmla="*/ 364277 h 836651"/>
                <a:gd name="connsiteX0" fmla="*/ 3870604 w 3870840"/>
                <a:gd name="connsiteY0" fmla="*/ 364277 h 836651"/>
                <a:gd name="connsiteX1" fmla="*/ 3829091 w 3870840"/>
                <a:gd name="connsiteY1" fmla="*/ 184279 h 836651"/>
                <a:gd name="connsiteX2" fmla="*/ 3720967 w 3870840"/>
                <a:gd name="connsiteY2" fmla="*/ 77826 h 836651"/>
                <a:gd name="connsiteX3" fmla="*/ 3364479 w 3870840"/>
                <a:gd name="connsiteY3" fmla="*/ 63 h 836651"/>
                <a:gd name="connsiteX4" fmla="*/ 2976917 w 3870840"/>
                <a:gd name="connsiteY4" fmla="*/ 90897 h 836651"/>
                <a:gd name="connsiteX5" fmla="*/ 2313429 w 3870840"/>
                <a:gd name="connsiteY5" fmla="*/ 186742 h 836651"/>
                <a:gd name="connsiteX6" fmla="*/ 1287687 w 3870840"/>
                <a:gd name="connsiteY6" fmla="*/ 476537 h 836651"/>
                <a:gd name="connsiteX7" fmla="*/ 291167 w 3870840"/>
                <a:gd name="connsiteY7" fmla="*/ 718053 h 836651"/>
                <a:gd name="connsiteX8" fmla="*/ 0 w 3870840"/>
                <a:gd name="connsiteY8" fmla="*/ 799407 h 836651"/>
                <a:gd name="connsiteX9" fmla="*/ 2038296 w 3870840"/>
                <a:gd name="connsiteY9" fmla="*/ 793350 h 836651"/>
                <a:gd name="connsiteX10" fmla="*/ 2934529 w 3870840"/>
                <a:gd name="connsiteY10" fmla="*/ 835740 h 836651"/>
                <a:gd name="connsiteX11" fmla="*/ 3273644 w 3870840"/>
                <a:gd name="connsiteY11" fmla="*/ 817573 h 836651"/>
                <a:gd name="connsiteX12" fmla="*/ 3630843 w 3870840"/>
                <a:gd name="connsiteY12" fmla="*/ 762361 h 836651"/>
                <a:gd name="connsiteX13" fmla="*/ 3813471 w 3870840"/>
                <a:gd name="connsiteY13" fmla="*/ 578062 h 836651"/>
                <a:gd name="connsiteX14" fmla="*/ 3870604 w 3870840"/>
                <a:gd name="connsiteY14" fmla="*/ 364277 h 836651"/>
                <a:gd name="connsiteX0" fmla="*/ 3870604 w 3870840"/>
                <a:gd name="connsiteY0" fmla="*/ 364277 h 836651"/>
                <a:gd name="connsiteX1" fmla="*/ 3829091 w 3870840"/>
                <a:gd name="connsiteY1" fmla="*/ 184279 h 836651"/>
                <a:gd name="connsiteX2" fmla="*/ 3720967 w 3870840"/>
                <a:gd name="connsiteY2" fmla="*/ 77826 h 836651"/>
                <a:gd name="connsiteX3" fmla="*/ 3364479 w 3870840"/>
                <a:gd name="connsiteY3" fmla="*/ 63 h 836651"/>
                <a:gd name="connsiteX4" fmla="*/ 2976917 w 3870840"/>
                <a:gd name="connsiteY4" fmla="*/ 90897 h 836651"/>
                <a:gd name="connsiteX5" fmla="*/ 1287687 w 3870840"/>
                <a:gd name="connsiteY5" fmla="*/ 476537 h 836651"/>
                <a:gd name="connsiteX6" fmla="*/ 291167 w 3870840"/>
                <a:gd name="connsiteY6" fmla="*/ 718053 h 836651"/>
                <a:gd name="connsiteX7" fmla="*/ 0 w 3870840"/>
                <a:gd name="connsiteY7" fmla="*/ 799407 h 836651"/>
                <a:gd name="connsiteX8" fmla="*/ 2038296 w 3870840"/>
                <a:gd name="connsiteY8" fmla="*/ 793350 h 836651"/>
                <a:gd name="connsiteX9" fmla="*/ 2934529 w 3870840"/>
                <a:gd name="connsiteY9" fmla="*/ 835740 h 836651"/>
                <a:gd name="connsiteX10" fmla="*/ 3273644 w 3870840"/>
                <a:gd name="connsiteY10" fmla="*/ 817573 h 836651"/>
                <a:gd name="connsiteX11" fmla="*/ 3630843 w 3870840"/>
                <a:gd name="connsiteY11" fmla="*/ 762361 h 836651"/>
                <a:gd name="connsiteX12" fmla="*/ 3813471 w 3870840"/>
                <a:gd name="connsiteY12" fmla="*/ 578062 h 836651"/>
                <a:gd name="connsiteX13" fmla="*/ 3870604 w 3870840"/>
                <a:gd name="connsiteY13" fmla="*/ 364277 h 836651"/>
                <a:gd name="connsiteX0" fmla="*/ 3870604 w 3870840"/>
                <a:gd name="connsiteY0" fmla="*/ 350435 h 822809"/>
                <a:gd name="connsiteX1" fmla="*/ 3829091 w 3870840"/>
                <a:gd name="connsiteY1" fmla="*/ 170437 h 822809"/>
                <a:gd name="connsiteX2" fmla="*/ 3720967 w 3870840"/>
                <a:gd name="connsiteY2" fmla="*/ 63984 h 822809"/>
                <a:gd name="connsiteX3" fmla="*/ 3378345 w 3870840"/>
                <a:gd name="connsiteY3" fmla="*/ 86 h 822809"/>
                <a:gd name="connsiteX4" fmla="*/ 2976917 w 3870840"/>
                <a:gd name="connsiteY4" fmla="*/ 77055 h 822809"/>
                <a:gd name="connsiteX5" fmla="*/ 1287687 w 3870840"/>
                <a:gd name="connsiteY5" fmla="*/ 462695 h 822809"/>
                <a:gd name="connsiteX6" fmla="*/ 291167 w 3870840"/>
                <a:gd name="connsiteY6" fmla="*/ 704211 h 822809"/>
                <a:gd name="connsiteX7" fmla="*/ 0 w 3870840"/>
                <a:gd name="connsiteY7" fmla="*/ 785565 h 822809"/>
                <a:gd name="connsiteX8" fmla="*/ 2038296 w 3870840"/>
                <a:gd name="connsiteY8" fmla="*/ 779508 h 822809"/>
                <a:gd name="connsiteX9" fmla="*/ 2934529 w 3870840"/>
                <a:gd name="connsiteY9" fmla="*/ 821898 h 822809"/>
                <a:gd name="connsiteX10" fmla="*/ 3273644 w 3870840"/>
                <a:gd name="connsiteY10" fmla="*/ 803731 h 822809"/>
                <a:gd name="connsiteX11" fmla="*/ 3630843 w 3870840"/>
                <a:gd name="connsiteY11" fmla="*/ 748519 h 822809"/>
                <a:gd name="connsiteX12" fmla="*/ 3813471 w 3870840"/>
                <a:gd name="connsiteY12" fmla="*/ 564220 h 822809"/>
                <a:gd name="connsiteX13" fmla="*/ 3870604 w 3870840"/>
                <a:gd name="connsiteY13" fmla="*/ 350435 h 822809"/>
                <a:gd name="connsiteX0" fmla="*/ 3870604 w 3870840"/>
                <a:gd name="connsiteY0" fmla="*/ 350435 h 822809"/>
                <a:gd name="connsiteX1" fmla="*/ 3829091 w 3870840"/>
                <a:gd name="connsiteY1" fmla="*/ 170437 h 822809"/>
                <a:gd name="connsiteX2" fmla="*/ 3720967 w 3870840"/>
                <a:gd name="connsiteY2" fmla="*/ 63984 h 822809"/>
                <a:gd name="connsiteX3" fmla="*/ 3378345 w 3870840"/>
                <a:gd name="connsiteY3" fmla="*/ 86 h 822809"/>
                <a:gd name="connsiteX4" fmla="*/ 2976917 w 3870840"/>
                <a:gd name="connsiteY4" fmla="*/ 77055 h 822809"/>
                <a:gd name="connsiteX5" fmla="*/ 1287687 w 3870840"/>
                <a:gd name="connsiteY5" fmla="*/ 462695 h 822809"/>
                <a:gd name="connsiteX6" fmla="*/ 291167 w 3870840"/>
                <a:gd name="connsiteY6" fmla="*/ 704211 h 822809"/>
                <a:gd name="connsiteX7" fmla="*/ 0 w 3870840"/>
                <a:gd name="connsiteY7" fmla="*/ 785565 h 822809"/>
                <a:gd name="connsiteX8" fmla="*/ 2038296 w 3870840"/>
                <a:gd name="connsiteY8" fmla="*/ 779508 h 822809"/>
                <a:gd name="connsiteX9" fmla="*/ 2934529 w 3870840"/>
                <a:gd name="connsiteY9" fmla="*/ 821898 h 822809"/>
                <a:gd name="connsiteX10" fmla="*/ 3273644 w 3870840"/>
                <a:gd name="connsiteY10" fmla="*/ 803731 h 822809"/>
                <a:gd name="connsiteX11" fmla="*/ 3630843 w 3870840"/>
                <a:gd name="connsiteY11" fmla="*/ 748519 h 822809"/>
                <a:gd name="connsiteX12" fmla="*/ 3813471 w 3870840"/>
                <a:gd name="connsiteY12" fmla="*/ 564220 h 822809"/>
                <a:gd name="connsiteX13" fmla="*/ 3870604 w 3870840"/>
                <a:gd name="connsiteY13" fmla="*/ 350435 h 822809"/>
                <a:gd name="connsiteX0" fmla="*/ 3870604 w 3870840"/>
                <a:gd name="connsiteY0" fmla="*/ 357360 h 829734"/>
                <a:gd name="connsiteX1" fmla="*/ 3829091 w 3870840"/>
                <a:gd name="connsiteY1" fmla="*/ 177362 h 829734"/>
                <a:gd name="connsiteX2" fmla="*/ 3720967 w 3870840"/>
                <a:gd name="connsiteY2" fmla="*/ 70909 h 829734"/>
                <a:gd name="connsiteX3" fmla="*/ 3447671 w 3870840"/>
                <a:gd name="connsiteY3" fmla="*/ 78 h 829734"/>
                <a:gd name="connsiteX4" fmla="*/ 2976917 w 3870840"/>
                <a:gd name="connsiteY4" fmla="*/ 83980 h 829734"/>
                <a:gd name="connsiteX5" fmla="*/ 1287687 w 3870840"/>
                <a:gd name="connsiteY5" fmla="*/ 469620 h 829734"/>
                <a:gd name="connsiteX6" fmla="*/ 291167 w 3870840"/>
                <a:gd name="connsiteY6" fmla="*/ 711136 h 829734"/>
                <a:gd name="connsiteX7" fmla="*/ 0 w 3870840"/>
                <a:gd name="connsiteY7" fmla="*/ 792490 h 829734"/>
                <a:gd name="connsiteX8" fmla="*/ 2038296 w 3870840"/>
                <a:gd name="connsiteY8" fmla="*/ 786433 h 829734"/>
                <a:gd name="connsiteX9" fmla="*/ 2934529 w 3870840"/>
                <a:gd name="connsiteY9" fmla="*/ 828823 h 829734"/>
                <a:gd name="connsiteX10" fmla="*/ 3273644 w 3870840"/>
                <a:gd name="connsiteY10" fmla="*/ 810656 h 829734"/>
                <a:gd name="connsiteX11" fmla="*/ 3630843 w 3870840"/>
                <a:gd name="connsiteY11" fmla="*/ 755444 h 829734"/>
                <a:gd name="connsiteX12" fmla="*/ 3813471 w 3870840"/>
                <a:gd name="connsiteY12" fmla="*/ 571145 h 829734"/>
                <a:gd name="connsiteX13" fmla="*/ 3870604 w 3870840"/>
                <a:gd name="connsiteY13" fmla="*/ 357360 h 829734"/>
                <a:gd name="connsiteX0" fmla="*/ 3870604 w 3870840"/>
                <a:gd name="connsiteY0" fmla="*/ 357360 h 811324"/>
                <a:gd name="connsiteX1" fmla="*/ 3829091 w 3870840"/>
                <a:gd name="connsiteY1" fmla="*/ 177362 h 811324"/>
                <a:gd name="connsiteX2" fmla="*/ 3720967 w 3870840"/>
                <a:gd name="connsiteY2" fmla="*/ 70909 h 811324"/>
                <a:gd name="connsiteX3" fmla="*/ 3447671 w 3870840"/>
                <a:gd name="connsiteY3" fmla="*/ 78 h 811324"/>
                <a:gd name="connsiteX4" fmla="*/ 2976917 w 3870840"/>
                <a:gd name="connsiteY4" fmla="*/ 83980 h 811324"/>
                <a:gd name="connsiteX5" fmla="*/ 1287687 w 3870840"/>
                <a:gd name="connsiteY5" fmla="*/ 469620 h 811324"/>
                <a:gd name="connsiteX6" fmla="*/ 291167 w 3870840"/>
                <a:gd name="connsiteY6" fmla="*/ 711136 h 811324"/>
                <a:gd name="connsiteX7" fmla="*/ 0 w 3870840"/>
                <a:gd name="connsiteY7" fmla="*/ 792490 h 811324"/>
                <a:gd name="connsiteX8" fmla="*/ 2038296 w 3870840"/>
                <a:gd name="connsiteY8" fmla="*/ 786433 h 811324"/>
                <a:gd name="connsiteX9" fmla="*/ 3273644 w 3870840"/>
                <a:gd name="connsiteY9" fmla="*/ 810656 h 811324"/>
                <a:gd name="connsiteX10" fmla="*/ 3630843 w 3870840"/>
                <a:gd name="connsiteY10" fmla="*/ 755444 h 811324"/>
                <a:gd name="connsiteX11" fmla="*/ 3813471 w 3870840"/>
                <a:gd name="connsiteY11" fmla="*/ 571145 h 811324"/>
                <a:gd name="connsiteX12" fmla="*/ 3870604 w 3870840"/>
                <a:gd name="connsiteY12" fmla="*/ 357360 h 811324"/>
                <a:gd name="connsiteX0" fmla="*/ 3870604 w 3870840"/>
                <a:gd name="connsiteY0" fmla="*/ 357360 h 811324"/>
                <a:gd name="connsiteX1" fmla="*/ 3829091 w 3870840"/>
                <a:gd name="connsiteY1" fmla="*/ 177362 h 811324"/>
                <a:gd name="connsiteX2" fmla="*/ 3720967 w 3870840"/>
                <a:gd name="connsiteY2" fmla="*/ 70909 h 811324"/>
                <a:gd name="connsiteX3" fmla="*/ 3447671 w 3870840"/>
                <a:gd name="connsiteY3" fmla="*/ 78 h 811324"/>
                <a:gd name="connsiteX4" fmla="*/ 2976917 w 3870840"/>
                <a:gd name="connsiteY4" fmla="*/ 83980 h 811324"/>
                <a:gd name="connsiteX5" fmla="*/ 1273822 w 3870840"/>
                <a:gd name="connsiteY5" fmla="*/ 532013 h 811324"/>
                <a:gd name="connsiteX6" fmla="*/ 291167 w 3870840"/>
                <a:gd name="connsiteY6" fmla="*/ 711136 h 811324"/>
                <a:gd name="connsiteX7" fmla="*/ 0 w 3870840"/>
                <a:gd name="connsiteY7" fmla="*/ 792490 h 811324"/>
                <a:gd name="connsiteX8" fmla="*/ 2038296 w 3870840"/>
                <a:gd name="connsiteY8" fmla="*/ 786433 h 811324"/>
                <a:gd name="connsiteX9" fmla="*/ 3273644 w 3870840"/>
                <a:gd name="connsiteY9" fmla="*/ 810656 h 811324"/>
                <a:gd name="connsiteX10" fmla="*/ 3630843 w 3870840"/>
                <a:gd name="connsiteY10" fmla="*/ 755444 h 811324"/>
                <a:gd name="connsiteX11" fmla="*/ 3813471 w 3870840"/>
                <a:gd name="connsiteY11" fmla="*/ 571145 h 811324"/>
                <a:gd name="connsiteX12" fmla="*/ 3870604 w 3870840"/>
                <a:gd name="connsiteY12" fmla="*/ 357360 h 811324"/>
                <a:gd name="connsiteX0" fmla="*/ 3870604 w 3870840"/>
                <a:gd name="connsiteY0" fmla="*/ 357360 h 811324"/>
                <a:gd name="connsiteX1" fmla="*/ 3829091 w 3870840"/>
                <a:gd name="connsiteY1" fmla="*/ 177362 h 811324"/>
                <a:gd name="connsiteX2" fmla="*/ 3720967 w 3870840"/>
                <a:gd name="connsiteY2" fmla="*/ 70909 h 811324"/>
                <a:gd name="connsiteX3" fmla="*/ 3447671 w 3870840"/>
                <a:gd name="connsiteY3" fmla="*/ 78 h 811324"/>
                <a:gd name="connsiteX4" fmla="*/ 2976917 w 3870840"/>
                <a:gd name="connsiteY4" fmla="*/ 83980 h 811324"/>
                <a:gd name="connsiteX5" fmla="*/ 1273822 w 3870840"/>
                <a:gd name="connsiteY5" fmla="*/ 532013 h 811324"/>
                <a:gd name="connsiteX6" fmla="*/ 0 w 3870840"/>
                <a:gd name="connsiteY6" fmla="*/ 792490 h 811324"/>
                <a:gd name="connsiteX7" fmla="*/ 2038296 w 3870840"/>
                <a:gd name="connsiteY7" fmla="*/ 786433 h 811324"/>
                <a:gd name="connsiteX8" fmla="*/ 3273644 w 3870840"/>
                <a:gd name="connsiteY8" fmla="*/ 810656 h 811324"/>
                <a:gd name="connsiteX9" fmla="*/ 3630843 w 3870840"/>
                <a:gd name="connsiteY9" fmla="*/ 755444 h 811324"/>
                <a:gd name="connsiteX10" fmla="*/ 3813471 w 3870840"/>
                <a:gd name="connsiteY10" fmla="*/ 571145 h 811324"/>
                <a:gd name="connsiteX11" fmla="*/ 3870604 w 3870840"/>
                <a:gd name="connsiteY11" fmla="*/ 357360 h 811324"/>
                <a:gd name="connsiteX0" fmla="*/ 3614097 w 3614333"/>
                <a:gd name="connsiteY0" fmla="*/ 357360 h 811324"/>
                <a:gd name="connsiteX1" fmla="*/ 3572584 w 3614333"/>
                <a:gd name="connsiteY1" fmla="*/ 177362 h 811324"/>
                <a:gd name="connsiteX2" fmla="*/ 3464460 w 3614333"/>
                <a:gd name="connsiteY2" fmla="*/ 70909 h 811324"/>
                <a:gd name="connsiteX3" fmla="*/ 3191164 w 3614333"/>
                <a:gd name="connsiteY3" fmla="*/ 78 h 811324"/>
                <a:gd name="connsiteX4" fmla="*/ 2720410 w 3614333"/>
                <a:gd name="connsiteY4" fmla="*/ 83980 h 811324"/>
                <a:gd name="connsiteX5" fmla="*/ 1017315 w 3614333"/>
                <a:gd name="connsiteY5" fmla="*/ 532013 h 811324"/>
                <a:gd name="connsiteX6" fmla="*/ 0 w 3614333"/>
                <a:gd name="connsiteY6" fmla="*/ 785559 h 811324"/>
                <a:gd name="connsiteX7" fmla="*/ 1781789 w 3614333"/>
                <a:gd name="connsiteY7" fmla="*/ 786433 h 811324"/>
                <a:gd name="connsiteX8" fmla="*/ 3017137 w 3614333"/>
                <a:gd name="connsiteY8" fmla="*/ 810656 h 811324"/>
                <a:gd name="connsiteX9" fmla="*/ 3374336 w 3614333"/>
                <a:gd name="connsiteY9" fmla="*/ 755444 h 811324"/>
                <a:gd name="connsiteX10" fmla="*/ 3556964 w 3614333"/>
                <a:gd name="connsiteY10" fmla="*/ 571145 h 811324"/>
                <a:gd name="connsiteX11" fmla="*/ 3614097 w 3614333"/>
                <a:gd name="connsiteY11" fmla="*/ 357360 h 811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14333" h="811324">
                  <a:moveTo>
                    <a:pt x="3614097" y="357360"/>
                  </a:moveTo>
                  <a:cubicBezTo>
                    <a:pt x="3616700" y="291730"/>
                    <a:pt x="3597523" y="225104"/>
                    <a:pt x="3572584" y="177362"/>
                  </a:cubicBezTo>
                  <a:cubicBezTo>
                    <a:pt x="3547645" y="129620"/>
                    <a:pt x="3528030" y="100456"/>
                    <a:pt x="3464460" y="70909"/>
                  </a:cubicBezTo>
                  <a:cubicBezTo>
                    <a:pt x="3400890" y="41362"/>
                    <a:pt x="3315172" y="-2101"/>
                    <a:pt x="3191164" y="78"/>
                  </a:cubicBezTo>
                  <a:cubicBezTo>
                    <a:pt x="3067156" y="2257"/>
                    <a:pt x="3082718" y="-4676"/>
                    <a:pt x="2720410" y="83980"/>
                  </a:cubicBezTo>
                  <a:cubicBezTo>
                    <a:pt x="2358102" y="172636"/>
                    <a:pt x="1580392" y="403466"/>
                    <a:pt x="1017315" y="532013"/>
                  </a:cubicBezTo>
                  <a:lnTo>
                    <a:pt x="0" y="785559"/>
                  </a:lnTo>
                  <a:cubicBezTo>
                    <a:pt x="291188" y="798108"/>
                    <a:pt x="457625" y="788452"/>
                    <a:pt x="1781789" y="786433"/>
                  </a:cubicBezTo>
                  <a:cubicBezTo>
                    <a:pt x="2327396" y="789461"/>
                    <a:pt x="2751713" y="815821"/>
                    <a:pt x="3017137" y="810656"/>
                  </a:cubicBezTo>
                  <a:cubicBezTo>
                    <a:pt x="3133189" y="798426"/>
                    <a:pt x="3284365" y="795362"/>
                    <a:pt x="3374336" y="755444"/>
                  </a:cubicBezTo>
                  <a:cubicBezTo>
                    <a:pt x="3464307" y="715526"/>
                    <a:pt x="3517004" y="637492"/>
                    <a:pt x="3556964" y="571145"/>
                  </a:cubicBezTo>
                  <a:cubicBezTo>
                    <a:pt x="3596924" y="504798"/>
                    <a:pt x="3611494" y="422991"/>
                    <a:pt x="3614097" y="357360"/>
                  </a:cubicBez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5992E39-FAAF-425F-B6FD-74EA51BC8DD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>
              <a:off x="6707663" y="894736"/>
              <a:ext cx="875023" cy="645329"/>
            </a:xfrm>
            <a:prstGeom prst="rect">
              <a:avLst/>
            </a:prstGeom>
          </p:spPr>
        </p:pic>
      </p:grp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11579A1-E644-47E1-B382-8134073A5EB6}"/>
              </a:ext>
            </a:extLst>
          </p:cNvPr>
          <p:cNvSpPr/>
          <p:nvPr userDrawn="1"/>
        </p:nvSpPr>
        <p:spPr>
          <a:xfrm>
            <a:off x="781672" y="2354258"/>
            <a:ext cx="11302335" cy="1079373"/>
          </a:xfrm>
          <a:custGeom>
            <a:avLst/>
            <a:gdLst>
              <a:gd name="connsiteX0" fmla="*/ 11173098 w 11173098"/>
              <a:gd name="connsiteY0" fmla="*/ 217714 h 409302"/>
              <a:gd name="connsiteX1" fmla="*/ 10633166 w 11173098"/>
              <a:gd name="connsiteY1" fmla="*/ 217714 h 409302"/>
              <a:gd name="connsiteX2" fmla="*/ 10554789 w 11173098"/>
              <a:gd name="connsiteY2" fmla="*/ 113211 h 409302"/>
              <a:gd name="connsiteX3" fmla="*/ 10432869 w 11173098"/>
              <a:gd name="connsiteY3" fmla="*/ 8708 h 409302"/>
              <a:gd name="connsiteX4" fmla="*/ 10197738 w 11173098"/>
              <a:gd name="connsiteY4" fmla="*/ 0 h 409302"/>
              <a:gd name="connsiteX5" fmla="*/ 9875520 w 11173098"/>
              <a:gd name="connsiteY5" fmla="*/ 78377 h 409302"/>
              <a:gd name="connsiteX6" fmla="*/ 9396549 w 11173098"/>
              <a:gd name="connsiteY6" fmla="*/ 182880 h 409302"/>
              <a:gd name="connsiteX7" fmla="*/ 8769532 w 11173098"/>
              <a:gd name="connsiteY7" fmla="*/ 357051 h 409302"/>
              <a:gd name="connsiteX8" fmla="*/ 8525692 w 11173098"/>
              <a:gd name="connsiteY8" fmla="*/ 409302 h 409302"/>
              <a:gd name="connsiteX9" fmla="*/ 0 w 11173098"/>
              <a:gd name="connsiteY9" fmla="*/ 409302 h 409302"/>
              <a:gd name="connsiteX0" fmla="*/ 11173098 w 11173098"/>
              <a:gd name="connsiteY0" fmla="*/ 217714 h 409302"/>
              <a:gd name="connsiteX1" fmla="*/ 10633166 w 11173098"/>
              <a:gd name="connsiteY1" fmla="*/ 217714 h 409302"/>
              <a:gd name="connsiteX2" fmla="*/ 10554789 w 11173098"/>
              <a:gd name="connsiteY2" fmla="*/ 113211 h 409302"/>
              <a:gd name="connsiteX3" fmla="*/ 10432869 w 11173098"/>
              <a:gd name="connsiteY3" fmla="*/ 8708 h 409302"/>
              <a:gd name="connsiteX4" fmla="*/ 10197738 w 11173098"/>
              <a:gd name="connsiteY4" fmla="*/ 0 h 409302"/>
              <a:gd name="connsiteX5" fmla="*/ 9875520 w 11173098"/>
              <a:gd name="connsiteY5" fmla="*/ 78377 h 409302"/>
              <a:gd name="connsiteX6" fmla="*/ 9396549 w 11173098"/>
              <a:gd name="connsiteY6" fmla="*/ 182880 h 409302"/>
              <a:gd name="connsiteX7" fmla="*/ 8769532 w 11173098"/>
              <a:gd name="connsiteY7" fmla="*/ 357051 h 409302"/>
              <a:gd name="connsiteX8" fmla="*/ 8525692 w 11173098"/>
              <a:gd name="connsiteY8" fmla="*/ 409302 h 409302"/>
              <a:gd name="connsiteX9" fmla="*/ 0 w 11173098"/>
              <a:gd name="connsiteY9" fmla="*/ 409302 h 409302"/>
              <a:gd name="connsiteX0" fmla="*/ 11173098 w 11173098"/>
              <a:gd name="connsiteY0" fmla="*/ 217714 h 409302"/>
              <a:gd name="connsiteX1" fmla="*/ 10741450 w 11173098"/>
              <a:gd name="connsiteY1" fmla="*/ 221725 h 409302"/>
              <a:gd name="connsiteX2" fmla="*/ 10554789 w 11173098"/>
              <a:gd name="connsiteY2" fmla="*/ 113211 h 409302"/>
              <a:gd name="connsiteX3" fmla="*/ 10432869 w 11173098"/>
              <a:gd name="connsiteY3" fmla="*/ 8708 h 409302"/>
              <a:gd name="connsiteX4" fmla="*/ 10197738 w 11173098"/>
              <a:gd name="connsiteY4" fmla="*/ 0 h 409302"/>
              <a:gd name="connsiteX5" fmla="*/ 9875520 w 11173098"/>
              <a:gd name="connsiteY5" fmla="*/ 78377 h 409302"/>
              <a:gd name="connsiteX6" fmla="*/ 9396549 w 11173098"/>
              <a:gd name="connsiteY6" fmla="*/ 182880 h 409302"/>
              <a:gd name="connsiteX7" fmla="*/ 8769532 w 11173098"/>
              <a:gd name="connsiteY7" fmla="*/ 357051 h 409302"/>
              <a:gd name="connsiteX8" fmla="*/ 8525692 w 11173098"/>
              <a:gd name="connsiteY8" fmla="*/ 409302 h 409302"/>
              <a:gd name="connsiteX9" fmla="*/ 0 w 11173098"/>
              <a:gd name="connsiteY9" fmla="*/ 409302 h 409302"/>
              <a:gd name="connsiteX0" fmla="*/ 11173098 w 11173098"/>
              <a:gd name="connsiteY0" fmla="*/ 230843 h 422431"/>
              <a:gd name="connsiteX1" fmla="*/ 10741450 w 11173098"/>
              <a:gd name="connsiteY1" fmla="*/ 234854 h 422431"/>
              <a:gd name="connsiteX2" fmla="*/ 10554789 w 11173098"/>
              <a:gd name="connsiteY2" fmla="*/ 126340 h 422431"/>
              <a:gd name="connsiteX3" fmla="*/ 10432869 w 11173098"/>
              <a:gd name="connsiteY3" fmla="*/ 21837 h 422431"/>
              <a:gd name="connsiteX4" fmla="*/ 10197738 w 11173098"/>
              <a:gd name="connsiteY4" fmla="*/ 13129 h 422431"/>
              <a:gd name="connsiteX5" fmla="*/ 9875520 w 11173098"/>
              <a:gd name="connsiteY5" fmla="*/ 91506 h 422431"/>
              <a:gd name="connsiteX6" fmla="*/ 9396549 w 11173098"/>
              <a:gd name="connsiteY6" fmla="*/ 196009 h 422431"/>
              <a:gd name="connsiteX7" fmla="*/ 8769532 w 11173098"/>
              <a:gd name="connsiteY7" fmla="*/ 370180 h 422431"/>
              <a:gd name="connsiteX8" fmla="*/ 8525692 w 11173098"/>
              <a:gd name="connsiteY8" fmla="*/ 422431 h 422431"/>
              <a:gd name="connsiteX9" fmla="*/ 0 w 11173098"/>
              <a:gd name="connsiteY9" fmla="*/ 422431 h 422431"/>
              <a:gd name="connsiteX0" fmla="*/ 11173098 w 11173098"/>
              <a:gd name="connsiteY0" fmla="*/ 231414 h 423002"/>
              <a:gd name="connsiteX1" fmla="*/ 10741450 w 11173098"/>
              <a:gd name="connsiteY1" fmla="*/ 235425 h 423002"/>
              <a:gd name="connsiteX2" fmla="*/ 10554789 w 11173098"/>
              <a:gd name="connsiteY2" fmla="*/ 126911 h 423002"/>
              <a:gd name="connsiteX3" fmla="*/ 10432869 w 11173098"/>
              <a:gd name="connsiteY3" fmla="*/ 22408 h 423002"/>
              <a:gd name="connsiteX4" fmla="*/ 10197738 w 11173098"/>
              <a:gd name="connsiteY4" fmla="*/ 13700 h 423002"/>
              <a:gd name="connsiteX5" fmla="*/ 9875520 w 11173098"/>
              <a:gd name="connsiteY5" fmla="*/ 92077 h 423002"/>
              <a:gd name="connsiteX6" fmla="*/ 9396549 w 11173098"/>
              <a:gd name="connsiteY6" fmla="*/ 196580 h 423002"/>
              <a:gd name="connsiteX7" fmla="*/ 8769532 w 11173098"/>
              <a:gd name="connsiteY7" fmla="*/ 370751 h 423002"/>
              <a:gd name="connsiteX8" fmla="*/ 8525692 w 11173098"/>
              <a:gd name="connsiteY8" fmla="*/ 423002 h 423002"/>
              <a:gd name="connsiteX9" fmla="*/ 0 w 11173098"/>
              <a:gd name="connsiteY9" fmla="*/ 423002 h 423002"/>
              <a:gd name="connsiteX0" fmla="*/ 11173098 w 11173098"/>
              <a:gd name="connsiteY0" fmla="*/ 231414 h 423002"/>
              <a:gd name="connsiteX1" fmla="*/ 10741450 w 11173098"/>
              <a:gd name="connsiteY1" fmla="*/ 235425 h 423002"/>
              <a:gd name="connsiteX2" fmla="*/ 10554789 w 11173098"/>
              <a:gd name="connsiteY2" fmla="*/ 126911 h 423002"/>
              <a:gd name="connsiteX3" fmla="*/ 10432869 w 11173098"/>
              <a:gd name="connsiteY3" fmla="*/ 22408 h 423002"/>
              <a:gd name="connsiteX4" fmla="*/ 10197738 w 11173098"/>
              <a:gd name="connsiteY4" fmla="*/ 13700 h 423002"/>
              <a:gd name="connsiteX5" fmla="*/ 9875520 w 11173098"/>
              <a:gd name="connsiteY5" fmla="*/ 92077 h 423002"/>
              <a:gd name="connsiteX6" fmla="*/ 8769532 w 11173098"/>
              <a:gd name="connsiteY6" fmla="*/ 370751 h 423002"/>
              <a:gd name="connsiteX7" fmla="*/ 8525692 w 11173098"/>
              <a:gd name="connsiteY7" fmla="*/ 423002 h 423002"/>
              <a:gd name="connsiteX8" fmla="*/ 0 w 11173098"/>
              <a:gd name="connsiteY8" fmla="*/ 423002 h 423002"/>
              <a:gd name="connsiteX0" fmla="*/ 11173098 w 11173098"/>
              <a:gd name="connsiteY0" fmla="*/ 231414 h 423002"/>
              <a:gd name="connsiteX1" fmla="*/ 10741450 w 11173098"/>
              <a:gd name="connsiteY1" fmla="*/ 235425 h 423002"/>
              <a:gd name="connsiteX2" fmla="*/ 10554789 w 11173098"/>
              <a:gd name="connsiteY2" fmla="*/ 126911 h 423002"/>
              <a:gd name="connsiteX3" fmla="*/ 10432869 w 11173098"/>
              <a:gd name="connsiteY3" fmla="*/ 22408 h 423002"/>
              <a:gd name="connsiteX4" fmla="*/ 10197738 w 11173098"/>
              <a:gd name="connsiteY4" fmla="*/ 13700 h 423002"/>
              <a:gd name="connsiteX5" fmla="*/ 9875520 w 11173098"/>
              <a:gd name="connsiteY5" fmla="*/ 92077 h 423002"/>
              <a:gd name="connsiteX6" fmla="*/ 8769532 w 11173098"/>
              <a:gd name="connsiteY6" fmla="*/ 370751 h 423002"/>
              <a:gd name="connsiteX7" fmla="*/ 8525692 w 11173098"/>
              <a:gd name="connsiteY7" fmla="*/ 423002 h 423002"/>
              <a:gd name="connsiteX8" fmla="*/ 0 w 11173098"/>
              <a:gd name="connsiteY8" fmla="*/ 423002 h 423002"/>
              <a:gd name="connsiteX0" fmla="*/ 11173098 w 11173098"/>
              <a:gd name="connsiteY0" fmla="*/ 231414 h 423002"/>
              <a:gd name="connsiteX1" fmla="*/ 10741450 w 11173098"/>
              <a:gd name="connsiteY1" fmla="*/ 235425 h 423002"/>
              <a:gd name="connsiteX2" fmla="*/ 10554789 w 11173098"/>
              <a:gd name="connsiteY2" fmla="*/ 126911 h 423002"/>
              <a:gd name="connsiteX3" fmla="*/ 10432869 w 11173098"/>
              <a:gd name="connsiteY3" fmla="*/ 22408 h 423002"/>
              <a:gd name="connsiteX4" fmla="*/ 10197738 w 11173098"/>
              <a:gd name="connsiteY4" fmla="*/ 13700 h 423002"/>
              <a:gd name="connsiteX5" fmla="*/ 9875520 w 11173098"/>
              <a:gd name="connsiteY5" fmla="*/ 92077 h 423002"/>
              <a:gd name="connsiteX6" fmla="*/ 8769532 w 11173098"/>
              <a:gd name="connsiteY6" fmla="*/ 370751 h 423002"/>
              <a:gd name="connsiteX7" fmla="*/ 7422797 w 11173098"/>
              <a:gd name="connsiteY7" fmla="*/ 418992 h 423002"/>
              <a:gd name="connsiteX8" fmla="*/ 0 w 11173098"/>
              <a:gd name="connsiteY8" fmla="*/ 423002 h 423002"/>
              <a:gd name="connsiteX0" fmla="*/ 11173098 w 11173098"/>
              <a:gd name="connsiteY0" fmla="*/ 231414 h 423002"/>
              <a:gd name="connsiteX1" fmla="*/ 10741450 w 11173098"/>
              <a:gd name="connsiteY1" fmla="*/ 235425 h 423002"/>
              <a:gd name="connsiteX2" fmla="*/ 10554789 w 11173098"/>
              <a:gd name="connsiteY2" fmla="*/ 126911 h 423002"/>
              <a:gd name="connsiteX3" fmla="*/ 10432869 w 11173098"/>
              <a:gd name="connsiteY3" fmla="*/ 22408 h 423002"/>
              <a:gd name="connsiteX4" fmla="*/ 10197738 w 11173098"/>
              <a:gd name="connsiteY4" fmla="*/ 13700 h 423002"/>
              <a:gd name="connsiteX5" fmla="*/ 9875520 w 11173098"/>
              <a:gd name="connsiteY5" fmla="*/ 92077 h 423002"/>
              <a:gd name="connsiteX6" fmla="*/ 8769532 w 11173098"/>
              <a:gd name="connsiteY6" fmla="*/ 370751 h 423002"/>
              <a:gd name="connsiteX7" fmla="*/ 7422797 w 11173098"/>
              <a:gd name="connsiteY7" fmla="*/ 418992 h 423002"/>
              <a:gd name="connsiteX8" fmla="*/ 0 w 11173098"/>
              <a:gd name="connsiteY8" fmla="*/ 423002 h 423002"/>
              <a:gd name="connsiteX0" fmla="*/ 11173098 w 11173098"/>
              <a:gd name="connsiteY0" fmla="*/ 231414 h 427554"/>
              <a:gd name="connsiteX1" fmla="*/ 10741450 w 11173098"/>
              <a:gd name="connsiteY1" fmla="*/ 235425 h 427554"/>
              <a:gd name="connsiteX2" fmla="*/ 10554789 w 11173098"/>
              <a:gd name="connsiteY2" fmla="*/ 126911 h 427554"/>
              <a:gd name="connsiteX3" fmla="*/ 10432869 w 11173098"/>
              <a:gd name="connsiteY3" fmla="*/ 22408 h 427554"/>
              <a:gd name="connsiteX4" fmla="*/ 10197738 w 11173098"/>
              <a:gd name="connsiteY4" fmla="*/ 13700 h 427554"/>
              <a:gd name="connsiteX5" fmla="*/ 9875520 w 11173098"/>
              <a:gd name="connsiteY5" fmla="*/ 92077 h 427554"/>
              <a:gd name="connsiteX6" fmla="*/ 9014174 w 11173098"/>
              <a:gd name="connsiteY6" fmla="*/ 318614 h 427554"/>
              <a:gd name="connsiteX7" fmla="*/ 7422797 w 11173098"/>
              <a:gd name="connsiteY7" fmla="*/ 418992 h 427554"/>
              <a:gd name="connsiteX8" fmla="*/ 0 w 11173098"/>
              <a:gd name="connsiteY8" fmla="*/ 423002 h 427554"/>
              <a:gd name="connsiteX0" fmla="*/ 11173098 w 11173098"/>
              <a:gd name="connsiteY0" fmla="*/ 231414 h 429318"/>
              <a:gd name="connsiteX1" fmla="*/ 10741450 w 11173098"/>
              <a:gd name="connsiteY1" fmla="*/ 235425 h 429318"/>
              <a:gd name="connsiteX2" fmla="*/ 10554789 w 11173098"/>
              <a:gd name="connsiteY2" fmla="*/ 126911 h 429318"/>
              <a:gd name="connsiteX3" fmla="*/ 10432869 w 11173098"/>
              <a:gd name="connsiteY3" fmla="*/ 22408 h 429318"/>
              <a:gd name="connsiteX4" fmla="*/ 10197738 w 11173098"/>
              <a:gd name="connsiteY4" fmla="*/ 13700 h 429318"/>
              <a:gd name="connsiteX5" fmla="*/ 9875520 w 11173098"/>
              <a:gd name="connsiteY5" fmla="*/ 92077 h 429318"/>
              <a:gd name="connsiteX6" fmla="*/ 9110426 w 11173098"/>
              <a:gd name="connsiteY6" fmla="*/ 294551 h 429318"/>
              <a:gd name="connsiteX7" fmla="*/ 7422797 w 11173098"/>
              <a:gd name="connsiteY7" fmla="*/ 418992 h 429318"/>
              <a:gd name="connsiteX8" fmla="*/ 0 w 11173098"/>
              <a:gd name="connsiteY8" fmla="*/ 423002 h 429318"/>
              <a:gd name="connsiteX0" fmla="*/ 11150704 w 11150704"/>
              <a:gd name="connsiteY0" fmla="*/ 238878 h 429318"/>
              <a:gd name="connsiteX1" fmla="*/ 10741450 w 11150704"/>
              <a:gd name="connsiteY1" fmla="*/ 235425 h 429318"/>
              <a:gd name="connsiteX2" fmla="*/ 10554789 w 11150704"/>
              <a:gd name="connsiteY2" fmla="*/ 126911 h 429318"/>
              <a:gd name="connsiteX3" fmla="*/ 10432869 w 11150704"/>
              <a:gd name="connsiteY3" fmla="*/ 22408 h 429318"/>
              <a:gd name="connsiteX4" fmla="*/ 10197738 w 11150704"/>
              <a:gd name="connsiteY4" fmla="*/ 13700 h 429318"/>
              <a:gd name="connsiteX5" fmla="*/ 9875520 w 11150704"/>
              <a:gd name="connsiteY5" fmla="*/ 92077 h 429318"/>
              <a:gd name="connsiteX6" fmla="*/ 9110426 w 11150704"/>
              <a:gd name="connsiteY6" fmla="*/ 294551 h 429318"/>
              <a:gd name="connsiteX7" fmla="*/ 7422797 w 11150704"/>
              <a:gd name="connsiteY7" fmla="*/ 418992 h 429318"/>
              <a:gd name="connsiteX8" fmla="*/ 0 w 11150704"/>
              <a:gd name="connsiteY8" fmla="*/ 423002 h 429318"/>
              <a:gd name="connsiteX0" fmla="*/ 11150704 w 11150704"/>
              <a:gd name="connsiteY0" fmla="*/ 238878 h 429318"/>
              <a:gd name="connsiteX1" fmla="*/ 10741450 w 11150704"/>
              <a:gd name="connsiteY1" fmla="*/ 235425 h 429318"/>
              <a:gd name="connsiteX2" fmla="*/ 10554789 w 11150704"/>
              <a:gd name="connsiteY2" fmla="*/ 126911 h 429318"/>
              <a:gd name="connsiteX3" fmla="*/ 10432869 w 11150704"/>
              <a:gd name="connsiteY3" fmla="*/ 22408 h 429318"/>
              <a:gd name="connsiteX4" fmla="*/ 10197738 w 11150704"/>
              <a:gd name="connsiteY4" fmla="*/ 13700 h 429318"/>
              <a:gd name="connsiteX5" fmla="*/ 9875520 w 11150704"/>
              <a:gd name="connsiteY5" fmla="*/ 92077 h 429318"/>
              <a:gd name="connsiteX6" fmla="*/ 9110426 w 11150704"/>
              <a:gd name="connsiteY6" fmla="*/ 294551 h 429318"/>
              <a:gd name="connsiteX7" fmla="*/ 7422797 w 11150704"/>
              <a:gd name="connsiteY7" fmla="*/ 418992 h 429318"/>
              <a:gd name="connsiteX8" fmla="*/ 0 w 11150704"/>
              <a:gd name="connsiteY8" fmla="*/ 423002 h 429318"/>
              <a:gd name="connsiteX0" fmla="*/ 11158168 w 11158168"/>
              <a:gd name="connsiteY0" fmla="*/ 238878 h 429318"/>
              <a:gd name="connsiteX1" fmla="*/ 10741450 w 11158168"/>
              <a:gd name="connsiteY1" fmla="*/ 235425 h 429318"/>
              <a:gd name="connsiteX2" fmla="*/ 10554789 w 11158168"/>
              <a:gd name="connsiteY2" fmla="*/ 126911 h 429318"/>
              <a:gd name="connsiteX3" fmla="*/ 10432869 w 11158168"/>
              <a:gd name="connsiteY3" fmla="*/ 22408 h 429318"/>
              <a:gd name="connsiteX4" fmla="*/ 10197738 w 11158168"/>
              <a:gd name="connsiteY4" fmla="*/ 13700 h 429318"/>
              <a:gd name="connsiteX5" fmla="*/ 9875520 w 11158168"/>
              <a:gd name="connsiteY5" fmla="*/ 92077 h 429318"/>
              <a:gd name="connsiteX6" fmla="*/ 9110426 w 11158168"/>
              <a:gd name="connsiteY6" fmla="*/ 294551 h 429318"/>
              <a:gd name="connsiteX7" fmla="*/ 7422797 w 11158168"/>
              <a:gd name="connsiteY7" fmla="*/ 418992 h 429318"/>
              <a:gd name="connsiteX8" fmla="*/ 0 w 11158168"/>
              <a:gd name="connsiteY8" fmla="*/ 423002 h 429318"/>
              <a:gd name="connsiteX0" fmla="*/ 6454802 w 6454802"/>
              <a:gd name="connsiteY0" fmla="*/ 238878 h 426703"/>
              <a:gd name="connsiteX1" fmla="*/ 6038084 w 6454802"/>
              <a:gd name="connsiteY1" fmla="*/ 235425 h 426703"/>
              <a:gd name="connsiteX2" fmla="*/ 5851423 w 6454802"/>
              <a:gd name="connsiteY2" fmla="*/ 126911 h 426703"/>
              <a:gd name="connsiteX3" fmla="*/ 5729503 w 6454802"/>
              <a:gd name="connsiteY3" fmla="*/ 22408 h 426703"/>
              <a:gd name="connsiteX4" fmla="*/ 5494372 w 6454802"/>
              <a:gd name="connsiteY4" fmla="*/ 13700 h 426703"/>
              <a:gd name="connsiteX5" fmla="*/ 5172154 w 6454802"/>
              <a:gd name="connsiteY5" fmla="*/ 92077 h 426703"/>
              <a:gd name="connsiteX6" fmla="*/ 4407060 w 6454802"/>
              <a:gd name="connsiteY6" fmla="*/ 294551 h 426703"/>
              <a:gd name="connsiteX7" fmla="*/ 2719431 w 6454802"/>
              <a:gd name="connsiteY7" fmla="*/ 418992 h 426703"/>
              <a:gd name="connsiteX8" fmla="*/ 0 w 6454802"/>
              <a:gd name="connsiteY8" fmla="*/ 414844 h 426703"/>
              <a:gd name="connsiteX0" fmla="*/ 4386626 w 4386626"/>
              <a:gd name="connsiteY0" fmla="*/ 238878 h 427897"/>
              <a:gd name="connsiteX1" fmla="*/ 3969908 w 4386626"/>
              <a:gd name="connsiteY1" fmla="*/ 235425 h 427897"/>
              <a:gd name="connsiteX2" fmla="*/ 3783247 w 4386626"/>
              <a:gd name="connsiteY2" fmla="*/ 126911 h 427897"/>
              <a:gd name="connsiteX3" fmla="*/ 3661327 w 4386626"/>
              <a:gd name="connsiteY3" fmla="*/ 22408 h 427897"/>
              <a:gd name="connsiteX4" fmla="*/ 3426196 w 4386626"/>
              <a:gd name="connsiteY4" fmla="*/ 13700 h 427897"/>
              <a:gd name="connsiteX5" fmla="*/ 3103978 w 4386626"/>
              <a:gd name="connsiteY5" fmla="*/ 92077 h 427897"/>
              <a:gd name="connsiteX6" fmla="*/ 2338884 w 4386626"/>
              <a:gd name="connsiteY6" fmla="*/ 294551 h 427897"/>
              <a:gd name="connsiteX7" fmla="*/ 651255 w 4386626"/>
              <a:gd name="connsiteY7" fmla="*/ 418992 h 427897"/>
              <a:gd name="connsiteX8" fmla="*/ 0 w 4386626"/>
              <a:gd name="connsiteY8" fmla="*/ 418923 h 427897"/>
              <a:gd name="connsiteX0" fmla="*/ 4386626 w 4386626"/>
              <a:gd name="connsiteY0" fmla="*/ 238878 h 418923"/>
              <a:gd name="connsiteX1" fmla="*/ 3969908 w 4386626"/>
              <a:gd name="connsiteY1" fmla="*/ 235425 h 418923"/>
              <a:gd name="connsiteX2" fmla="*/ 3783247 w 4386626"/>
              <a:gd name="connsiteY2" fmla="*/ 126911 h 418923"/>
              <a:gd name="connsiteX3" fmla="*/ 3661327 w 4386626"/>
              <a:gd name="connsiteY3" fmla="*/ 22408 h 418923"/>
              <a:gd name="connsiteX4" fmla="*/ 3426196 w 4386626"/>
              <a:gd name="connsiteY4" fmla="*/ 13700 h 418923"/>
              <a:gd name="connsiteX5" fmla="*/ 3103978 w 4386626"/>
              <a:gd name="connsiteY5" fmla="*/ 92077 h 418923"/>
              <a:gd name="connsiteX6" fmla="*/ 2338884 w 4386626"/>
              <a:gd name="connsiteY6" fmla="*/ 294551 h 418923"/>
              <a:gd name="connsiteX7" fmla="*/ 0 w 4386626"/>
              <a:gd name="connsiteY7" fmla="*/ 418923 h 418923"/>
              <a:gd name="connsiteX0" fmla="*/ 4386626 w 4386626"/>
              <a:gd name="connsiteY0" fmla="*/ 238878 h 418923"/>
              <a:gd name="connsiteX1" fmla="*/ 3969908 w 4386626"/>
              <a:gd name="connsiteY1" fmla="*/ 235425 h 418923"/>
              <a:gd name="connsiteX2" fmla="*/ 3783247 w 4386626"/>
              <a:gd name="connsiteY2" fmla="*/ 126911 h 418923"/>
              <a:gd name="connsiteX3" fmla="*/ 3661327 w 4386626"/>
              <a:gd name="connsiteY3" fmla="*/ 22408 h 418923"/>
              <a:gd name="connsiteX4" fmla="*/ 3426196 w 4386626"/>
              <a:gd name="connsiteY4" fmla="*/ 13700 h 418923"/>
              <a:gd name="connsiteX5" fmla="*/ 3103978 w 4386626"/>
              <a:gd name="connsiteY5" fmla="*/ 92077 h 418923"/>
              <a:gd name="connsiteX6" fmla="*/ 2338884 w 4386626"/>
              <a:gd name="connsiteY6" fmla="*/ 294551 h 418923"/>
              <a:gd name="connsiteX7" fmla="*/ 1152909 w 4386626"/>
              <a:gd name="connsiteY7" fmla="*/ 367156 h 418923"/>
              <a:gd name="connsiteX8" fmla="*/ 0 w 4386626"/>
              <a:gd name="connsiteY8" fmla="*/ 418923 h 418923"/>
              <a:gd name="connsiteX0" fmla="*/ 4386626 w 4386626"/>
              <a:gd name="connsiteY0" fmla="*/ 238878 h 418923"/>
              <a:gd name="connsiteX1" fmla="*/ 3969908 w 4386626"/>
              <a:gd name="connsiteY1" fmla="*/ 235425 h 418923"/>
              <a:gd name="connsiteX2" fmla="*/ 3783247 w 4386626"/>
              <a:gd name="connsiteY2" fmla="*/ 126911 h 418923"/>
              <a:gd name="connsiteX3" fmla="*/ 3661327 w 4386626"/>
              <a:gd name="connsiteY3" fmla="*/ 22408 h 418923"/>
              <a:gd name="connsiteX4" fmla="*/ 3426196 w 4386626"/>
              <a:gd name="connsiteY4" fmla="*/ 13700 h 418923"/>
              <a:gd name="connsiteX5" fmla="*/ 3103978 w 4386626"/>
              <a:gd name="connsiteY5" fmla="*/ 92077 h 418923"/>
              <a:gd name="connsiteX6" fmla="*/ 2338884 w 4386626"/>
              <a:gd name="connsiteY6" fmla="*/ 294551 h 418923"/>
              <a:gd name="connsiteX7" fmla="*/ 1152909 w 4386626"/>
              <a:gd name="connsiteY7" fmla="*/ 399790 h 418923"/>
              <a:gd name="connsiteX8" fmla="*/ 0 w 4386626"/>
              <a:gd name="connsiteY8" fmla="*/ 418923 h 418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6626" h="418923">
                <a:moveTo>
                  <a:pt x="4386626" y="238878"/>
                </a:moveTo>
                <a:cubicBezTo>
                  <a:pt x="4247720" y="237727"/>
                  <a:pt x="4070471" y="254086"/>
                  <a:pt x="3969908" y="235425"/>
                </a:cubicBezTo>
                <a:cubicBezTo>
                  <a:pt x="3869345" y="216764"/>
                  <a:pt x="3816630" y="161745"/>
                  <a:pt x="3783247" y="126911"/>
                </a:cubicBezTo>
                <a:lnTo>
                  <a:pt x="3661327" y="22408"/>
                </a:lnTo>
                <a:cubicBezTo>
                  <a:pt x="3601819" y="3540"/>
                  <a:pt x="3533602" y="-12426"/>
                  <a:pt x="3426196" y="13700"/>
                </a:cubicBezTo>
                <a:lnTo>
                  <a:pt x="3103978" y="92077"/>
                </a:lnTo>
                <a:lnTo>
                  <a:pt x="2338884" y="294551"/>
                </a:lnTo>
                <a:cubicBezTo>
                  <a:pt x="2013706" y="340397"/>
                  <a:pt x="1542723" y="379061"/>
                  <a:pt x="1152909" y="399790"/>
                </a:cubicBezTo>
                <a:lnTo>
                  <a:pt x="0" y="418923"/>
                </a:lnTo>
              </a:path>
            </a:pathLst>
          </a:custGeom>
          <a:noFill/>
          <a:ln w="57150">
            <a:solidFill>
              <a:srgbClr val="CFB87C"/>
            </a:solidFill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A641FD0-9E5C-44C9-BB3A-A5EB36EABBDB}"/>
              </a:ext>
            </a:extLst>
          </p:cNvPr>
          <p:cNvSpPr/>
          <p:nvPr userDrawn="1"/>
        </p:nvSpPr>
        <p:spPr>
          <a:xfrm>
            <a:off x="1065537" y="3152451"/>
            <a:ext cx="11034497" cy="449589"/>
          </a:xfrm>
          <a:custGeom>
            <a:avLst/>
            <a:gdLst>
              <a:gd name="connsiteX0" fmla="*/ 11155680 w 11155680"/>
              <a:gd name="connsiteY0" fmla="*/ 0 h 174171"/>
              <a:gd name="connsiteX1" fmla="*/ 10755086 w 11155680"/>
              <a:gd name="connsiteY1" fmla="*/ 0 h 174171"/>
              <a:gd name="connsiteX2" fmla="*/ 10607040 w 11155680"/>
              <a:gd name="connsiteY2" fmla="*/ 26126 h 174171"/>
              <a:gd name="connsiteX3" fmla="*/ 10458994 w 11155680"/>
              <a:gd name="connsiteY3" fmla="*/ 104503 h 174171"/>
              <a:gd name="connsiteX4" fmla="*/ 10363200 w 11155680"/>
              <a:gd name="connsiteY4" fmla="*/ 165463 h 174171"/>
              <a:gd name="connsiteX5" fmla="*/ 10145486 w 11155680"/>
              <a:gd name="connsiteY5" fmla="*/ 174171 h 174171"/>
              <a:gd name="connsiteX6" fmla="*/ 9335589 w 11155680"/>
              <a:gd name="connsiteY6" fmla="*/ 165463 h 174171"/>
              <a:gd name="connsiteX7" fmla="*/ 8900160 w 11155680"/>
              <a:gd name="connsiteY7" fmla="*/ 148046 h 174171"/>
              <a:gd name="connsiteX8" fmla="*/ 0 w 11155680"/>
              <a:gd name="connsiteY8" fmla="*/ 148046 h 174171"/>
              <a:gd name="connsiteX0" fmla="*/ 11155680 w 11155680"/>
              <a:gd name="connsiteY0" fmla="*/ 0 h 174493"/>
              <a:gd name="connsiteX1" fmla="*/ 10755086 w 11155680"/>
              <a:gd name="connsiteY1" fmla="*/ 0 h 174493"/>
              <a:gd name="connsiteX2" fmla="*/ 10607040 w 11155680"/>
              <a:gd name="connsiteY2" fmla="*/ 26126 h 174493"/>
              <a:gd name="connsiteX3" fmla="*/ 10458994 w 11155680"/>
              <a:gd name="connsiteY3" fmla="*/ 104503 h 174493"/>
              <a:gd name="connsiteX4" fmla="*/ 10363200 w 11155680"/>
              <a:gd name="connsiteY4" fmla="*/ 165463 h 174493"/>
              <a:gd name="connsiteX5" fmla="*/ 10145486 w 11155680"/>
              <a:gd name="connsiteY5" fmla="*/ 174171 h 174493"/>
              <a:gd name="connsiteX6" fmla="*/ 9335589 w 11155680"/>
              <a:gd name="connsiteY6" fmla="*/ 165463 h 174493"/>
              <a:gd name="connsiteX7" fmla="*/ 8900160 w 11155680"/>
              <a:gd name="connsiteY7" fmla="*/ 148046 h 174493"/>
              <a:gd name="connsiteX8" fmla="*/ 0 w 11155680"/>
              <a:gd name="connsiteY8" fmla="*/ 148046 h 174493"/>
              <a:gd name="connsiteX0" fmla="*/ 11155680 w 11155680"/>
              <a:gd name="connsiteY0" fmla="*/ 0 h 174493"/>
              <a:gd name="connsiteX1" fmla="*/ 10755086 w 11155680"/>
              <a:gd name="connsiteY1" fmla="*/ 0 h 174493"/>
              <a:gd name="connsiteX2" fmla="*/ 10607040 w 11155680"/>
              <a:gd name="connsiteY2" fmla="*/ 26126 h 174493"/>
              <a:gd name="connsiteX3" fmla="*/ 10458994 w 11155680"/>
              <a:gd name="connsiteY3" fmla="*/ 104503 h 174493"/>
              <a:gd name="connsiteX4" fmla="*/ 10363200 w 11155680"/>
              <a:gd name="connsiteY4" fmla="*/ 165463 h 174493"/>
              <a:gd name="connsiteX5" fmla="*/ 10145486 w 11155680"/>
              <a:gd name="connsiteY5" fmla="*/ 174171 h 174493"/>
              <a:gd name="connsiteX6" fmla="*/ 9335589 w 11155680"/>
              <a:gd name="connsiteY6" fmla="*/ 165463 h 174493"/>
              <a:gd name="connsiteX7" fmla="*/ 8900160 w 11155680"/>
              <a:gd name="connsiteY7" fmla="*/ 148046 h 174493"/>
              <a:gd name="connsiteX8" fmla="*/ 0 w 11155680"/>
              <a:gd name="connsiteY8" fmla="*/ 148046 h 174493"/>
              <a:gd name="connsiteX0" fmla="*/ 11155680 w 11155680"/>
              <a:gd name="connsiteY0" fmla="*/ 0 h 174493"/>
              <a:gd name="connsiteX1" fmla="*/ 10755086 w 11155680"/>
              <a:gd name="connsiteY1" fmla="*/ 0 h 174493"/>
              <a:gd name="connsiteX2" fmla="*/ 10607040 w 11155680"/>
              <a:gd name="connsiteY2" fmla="*/ 26126 h 174493"/>
              <a:gd name="connsiteX3" fmla="*/ 10458994 w 11155680"/>
              <a:gd name="connsiteY3" fmla="*/ 104503 h 174493"/>
              <a:gd name="connsiteX4" fmla="*/ 10363200 w 11155680"/>
              <a:gd name="connsiteY4" fmla="*/ 165463 h 174493"/>
              <a:gd name="connsiteX5" fmla="*/ 10145486 w 11155680"/>
              <a:gd name="connsiteY5" fmla="*/ 174171 h 174493"/>
              <a:gd name="connsiteX6" fmla="*/ 9335589 w 11155680"/>
              <a:gd name="connsiteY6" fmla="*/ 165463 h 174493"/>
              <a:gd name="connsiteX7" fmla="*/ 8900160 w 11155680"/>
              <a:gd name="connsiteY7" fmla="*/ 148046 h 174493"/>
              <a:gd name="connsiteX8" fmla="*/ 0 w 11155680"/>
              <a:gd name="connsiteY8" fmla="*/ 155510 h 174493"/>
              <a:gd name="connsiteX0" fmla="*/ 11174341 w 11174341"/>
              <a:gd name="connsiteY0" fmla="*/ 0 h 174493"/>
              <a:gd name="connsiteX1" fmla="*/ 10773747 w 11174341"/>
              <a:gd name="connsiteY1" fmla="*/ 0 h 174493"/>
              <a:gd name="connsiteX2" fmla="*/ 10625701 w 11174341"/>
              <a:gd name="connsiteY2" fmla="*/ 26126 h 174493"/>
              <a:gd name="connsiteX3" fmla="*/ 10477655 w 11174341"/>
              <a:gd name="connsiteY3" fmla="*/ 104503 h 174493"/>
              <a:gd name="connsiteX4" fmla="*/ 10381861 w 11174341"/>
              <a:gd name="connsiteY4" fmla="*/ 165463 h 174493"/>
              <a:gd name="connsiteX5" fmla="*/ 10164147 w 11174341"/>
              <a:gd name="connsiteY5" fmla="*/ 174171 h 174493"/>
              <a:gd name="connsiteX6" fmla="*/ 9354250 w 11174341"/>
              <a:gd name="connsiteY6" fmla="*/ 165463 h 174493"/>
              <a:gd name="connsiteX7" fmla="*/ 8918821 w 11174341"/>
              <a:gd name="connsiteY7" fmla="*/ 148046 h 174493"/>
              <a:gd name="connsiteX8" fmla="*/ 0 w 11174341"/>
              <a:gd name="connsiteY8" fmla="*/ 159242 h 174493"/>
              <a:gd name="connsiteX0" fmla="*/ 11155680 w 11155680"/>
              <a:gd name="connsiteY0" fmla="*/ 0 h 174493"/>
              <a:gd name="connsiteX1" fmla="*/ 10755086 w 11155680"/>
              <a:gd name="connsiteY1" fmla="*/ 0 h 174493"/>
              <a:gd name="connsiteX2" fmla="*/ 10607040 w 11155680"/>
              <a:gd name="connsiteY2" fmla="*/ 26126 h 174493"/>
              <a:gd name="connsiteX3" fmla="*/ 10458994 w 11155680"/>
              <a:gd name="connsiteY3" fmla="*/ 104503 h 174493"/>
              <a:gd name="connsiteX4" fmla="*/ 10363200 w 11155680"/>
              <a:gd name="connsiteY4" fmla="*/ 165463 h 174493"/>
              <a:gd name="connsiteX5" fmla="*/ 10145486 w 11155680"/>
              <a:gd name="connsiteY5" fmla="*/ 174171 h 174493"/>
              <a:gd name="connsiteX6" fmla="*/ 9335589 w 11155680"/>
              <a:gd name="connsiteY6" fmla="*/ 165463 h 174493"/>
              <a:gd name="connsiteX7" fmla="*/ 8900160 w 11155680"/>
              <a:gd name="connsiteY7" fmla="*/ 148046 h 174493"/>
              <a:gd name="connsiteX8" fmla="*/ 0 w 11155680"/>
              <a:gd name="connsiteY8" fmla="*/ 159242 h 174493"/>
              <a:gd name="connsiteX0" fmla="*/ 11155680 w 11155680"/>
              <a:gd name="connsiteY0" fmla="*/ 0 h 174493"/>
              <a:gd name="connsiteX1" fmla="*/ 10755086 w 11155680"/>
              <a:gd name="connsiteY1" fmla="*/ 0 h 174493"/>
              <a:gd name="connsiteX2" fmla="*/ 10607040 w 11155680"/>
              <a:gd name="connsiteY2" fmla="*/ 26126 h 174493"/>
              <a:gd name="connsiteX3" fmla="*/ 10458994 w 11155680"/>
              <a:gd name="connsiteY3" fmla="*/ 104503 h 174493"/>
              <a:gd name="connsiteX4" fmla="*/ 10363200 w 11155680"/>
              <a:gd name="connsiteY4" fmla="*/ 165463 h 174493"/>
              <a:gd name="connsiteX5" fmla="*/ 10145486 w 11155680"/>
              <a:gd name="connsiteY5" fmla="*/ 174171 h 174493"/>
              <a:gd name="connsiteX6" fmla="*/ 9335589 w 11155680"/>
              <a:gd name="connsiteY6" fmla="*/ 165463 h 174493"/>
              <a:gd name="connsiteX7" fmla="*/ 8900160 w 11155680"/>
              <a:gd name="connsiteY7" fmla="*/ 148046 h 174493"/>
              <a:gd name="connsiteX8" fmla="*/ 0 w 11155680"/>
              <a:gd name="connsiteY8" fmla="*/ 159242 h 174493"/>
              <a:gd name="connsiteX0" fmla="*/ 11170609 w 11170609"/>
              <a:gd name="connsiteY0" fmla="*/ 0 h 174493"/>
              <a:gd name="connsiteX1" fmla="*/ 10770015 w 11170609"/>
              <a:gd name="connsiteY1" fmla="*/ 0 h 174493"/>
              <a:gd name="connsiteX2" fmla="*/ 10621969 w 11170609"/>
              <a:gd name="connsiteY2" fmla="*/ 26126 h 174493"/>
              <a:gd name="connsiteX3" fmla="*/ 10473923 w 11170609"/>
              <a:gd name="connsiteY3" fmla="*/ 104503 h 174493"/>
              <a:gd name="connsiteX4" fmla="*/ 10378129 w 11170609"/>
              <a:gd name="connsiteY4" fmla="*/ 165463 h 174493"/>
              <a:gd name="connsiteX5" fmla="*/ 10160415 w 11170609"/>
              <a:gd name="connsiteY5" fmla="*/ 174171 h 174493"/>
              <a:gd name="connsiteX6" fmla="*/ 9350518 w 11170609"/>
              <a:gd name="connsiteY6" fmla="*/ 165463 h 174493"/>
              <a:gd name="connsiteX7" fmla="*/ 8915089 w 11170609"/>
              <a:gd name="connsiteY7" fmla="*/ 148046 h 174493"/>
              <a:gd name="connsiteX8" fmla="*/ 0 w 11170609"/>
              <a:gd name="connsiteY8" fmla="*/ 159242 h 174493"/>
              <a:gd name="connsiteX0" fmla="*/ 11144484 w 11144484"/>
              <a:gd name="connsiteY0" fmla="*/ 0 h 174493"/>
              <a:gd name="connsiteX1" fmla="*/ 10743890 w 11144484"/>
              <a:gd name="connsiteY1" fmla="*/ 0 h 174493"/>
              <a:gd name="connsiteX2" fmla="*/ 10595844 w 11144484"/>
              <a:gd name="connsiteY2" fmla="*/ 26126 h 174493"/>
              <a:gd name="connsiteX3" fmla="*/ 10447798 w 11144484"/>
              <a:gd name="connsiteY3" fmla="*/ 104503 h 174493"/>
              <a:gd name="connsiteX4" fmla="*/ 10352004 w 11144484"/>
              <a:gd name="connsiteY4" fmla="*/ 165463 h 174493"/>
              <a:gd name="connsiteX5" fmla="*/ 10134290 w 11144484"/>
              <a:gd name="connsiteY5" fmla="*/ 174171 h 174493"/>
              <a:gd name="connsiteX6" fmla="*/ 9324393 w 11144484"/>
              <a:gd name="connsiteY6" fmla="*/ 165463 h 174493"/>
              <a:gd name="connsiteX7" fmla="*/ 8888964 w 11144484"/>
              <a:gd name="connsiteY7" fmla="*/ 148046 h 174493"/>
              <a:gd name="connsiteX8" fmla="*/ 0 w 11144484"/>
              <a:gd name="connsiteY8" fmla="*/ 159242 h 174493"/>
              <a:gd name="connsiteX0" fmla="*/ 11043713 w 11043713"/>
              <a:gd name="connsiteY0" fmla="*/ 0 h 174493"/>
              <a:gd name="connsiteX1" fmla="*/ 10643119 w 11043713"/>
              <a:gd name="connsiteY1" fmla="*/ 0 h 174493"/>
              <a:gd name="connsiteX2" fmla="*/ 10495073 w 11043713"/>
              <a:gd name="connsiteY2" fmla="*/ 26126 h 174493"/>
              <a:gd name="connsiteX3" fmla="*/ 10347027 w 11043713"/>
              <a:gd name="connsiteY3" fmla="*/ 104503 h 174493"/>
              <a:gd name="connsiteX4" fmla="*/ 10251233 w 11043713"/>
              <a:gd name="connsiteY4" fmla="*/ 165463 h 174493"/>
              <a:gd name="connsiteX5" fmla="*/ 10033519 w 11043713"/>
              <a:gd name="connsiteY5" fmla="*/ 174171 h 174493"/>
              <a:gd name="connsiteX6" fmla="*/ 9223622 w 11043713"/>
              <a:gd name="connsiteY6" fmla="*/ 165463 h 174493"/>
              <a:gd name="connsiteX7" fmla="*/ 8788193 w 11043713"/>
              <a:gd name="connsiteY7" fmla="*/ 148046 h 174493"/>
              <a:gd name="connsiteX8" fmla="*/ 0 w 11043713"/>
              <a:gd name="connsiteY8" fmla="*/ 159242 h 174493"/>
              <a:gd name="connsiteX0" fmla="*/ 11058642 w 11058642"/>
              <a:gd name="connsiteY0" fmla="*/ 0 h 174493"/>
              <a:gd name="connsiteX1" fmla="*/ 10658048 w 11058642"/>
              <a:gd name="connsiteY1" fmla="*/ 0 h 174493"/>
              <a:gd name="connsiteX2" fmla="*/ 10510002 w 11058642"/>
              <a:gd name="connsiteY2" fmla="*/ 26126 h 174493"/>
              <a:gd name="connsiteX3" fmla="*/ 10361956 w 11058642"/>
              <a:gd name="connsiteY3" fmla="*/ 104503 h 174493"/>
              <a:gd name="connsiteX4" fmla="*/ 10266162 w 11058642"/>
              <a:gd name="connsiteY4" fmla="*/ 165463 h 174493"/>
              <a:gd name="connsiteX5" fmla="*/ 10048448 w 11058642"/>
              <a:gd name="connsiteY5" fmla="*/ 174171 h 174493"/>
              <a:gd name="connsiteX6" fmla="*/ 9238551 w 11058642"/>
              <a:gd name="connsiteY6" fmla="*/ 165463 h 174493"/>
              <a:gd name="connsiteX7" fmla="*/ 8803122 w 11058642"/>
              <a:gd name="connsiteY7" fmla="*/ 148046 h 174493"/>
              <a:gd name="connsiteX8" fmla="*/ 0 w 11058642"/>
              <a:gd name="connsiteY8" fmla="*/ 159242 h 174493"/>
              <a:gd name="connsiteX0" fmla="*/ 11062374 w 11062374"/>
              <a:gd name="connsiteY0" fmla="*/ 0 h 174493"/>
              <a:gd name="connsiteX1" fmla="*/ 10661780 w 11062374"/>
              <a:gd name="connsiteY1" fmla="*/ 0 h 174493"/>
              <a:gd name="connsiteX2" fmla="*/ 10513734 w 11062374"/>
              <a:gd name="connsiteY2" fmla="*/ 26126 h 174493"/>
              <a:gd name="connsiteX3" fmla="*/ 10365688 w 11062374"/>
              <a:gd name="connsiteY3" fmla="*/ 104503 h 174493"/>
              <a:gd name="connsiteX4" fmla="*/ 10269894 w 11062374"/>
              <a:gd name="connsiteY4" fmla="*/ 165463 h 174493"/>
              <a:gd name="connsiteX5" fmla="*/ 10052180 w 11062374"/>
              <a:gd name="connsiteY5" fmla="*/ 174171 h 174493"/>
              <a:gd name="connsiteX6" fmla="*/ 9242283 w 11062374"/>
              <a:gd name="connsiteY6" fmla="*/ 165463 h 174493"/>
              <a:gd name="connsiteX7" fmla="*/ 8806854 w 11062374"/>
              <a:gd name="connsiteY7" fmla="*/ 148046 h 174493"/>
              <a:gd name="connsiteX8" fmla="*/ 0 w 11062374"/>
              <a:gd name="connsiteY8" fmla="*/ 159242 h 174493"/>
              <a:gd name="connsiteX0" fmla="*/ 11062374 w 11062374"/>
              <a:gd name="connsiteY0" fmla="*/ 0 h 174493"/>
              <a:gd name="connsiteX1" fmla="*/ 10661780 w 11062374"/>
              <a:gd name="connsiteY1" fmla="*/ 0 h 174493"/>
              <a:gd name="connsiteX2" fmla="*/ 10513734 w 11062374"/>
              <a:gd name="connsiteY2" fmla="*/ 26126 h 174493"/>
              <a:gd name="connsiteX3" fmla="*/ 10365688 w 11062374"/>
              <a:gd name="connsiteY3" fmla="*/ 104503 h 174493"/>
              <a:gd name="connsiteX4" fmla="*/ 10269894 w 11062374"/>
              <a:gd name="connsiteY4" fmla="*/ 165463 h 174493"/>
              <a:gd name="connsiteX5" fmla="*/ 10052180 w 11062374"/>
              <a:gd name="connsiteY5" fmla="*/ 174171 h 174493"/>
              <a:gd name="connsiteX6" fmla="*/ 8806854 w 11062374"/>
              <a:gd name="connsiteY6" fmla="*/ 148046 h 174493"/>
              <a:gd name="connsiteX7" fmla="*/ 0 w 11062374"/>
              <a:gd name="connsiteY7" fmla="*/ 159242 h 174493"/>
              <a:gd name="connsiteX0" fmla="*/ 6391642 w 6391642"/>
              <a:gd name="connsiteY0" fmla="*/ 0 h 174493"/>
              <a:gd name="connsiteX1" fmla="*/ 5991048 w 6391642"/>
              <a:gd name="connsiteY1" fmla="*/ 0 h 174493"/>
              <a:gd name="connsiteX2" fmla="*/ 5843002 w 6391642"/>
              <a:gd name="connsiteY2" fmla="*/ 26126 h 174493"/>
              <a:gd name="connsiteX3" fmla="*/ 5694956 w 6391642"/>
              <a:gd name="connsiteY3" fmla="*/ 104503 h 174493"/>
              <a:gd name="connsiteX4" fmla="*/ 5599162 w 6391642"/>
              <a:gd name="connsiteY4" fmla="*/ 165463 h 174493"/>
              <a:gd name="connsiteX5" fmla="*/ 5381448 w 6391642"/>
              <a:gd name="connsiteY5" fmla="*/ 174171 h 174493"/>
              <a:gd name="connsiteX6" fmla="*/ 4136122 w 6391642"/>
              <a:gd name="connsiteY6" fmla="*/ 148046 h 174493"/>
              <a:gd name="connsiteX7" fmla="*/ 0 w 6391642"/>
              <a:gd name="connsiteY7" fmla="*/ 151083 h 174493"/>
              <a:gd name="connsiteX0" fmla="*/ 4250040 w 4250040"/>
              <a:gd name="connsiteY0" fmla="*/ 0 h 174493"/>
              <a:gd name="connsiteX1" fmla="*/ 3849446 w 4250040"/>
              <a:gd name="connsiteY1" fmla="*/ 0 h 174493"/>
              <a:gd name="connsiteX2" fmla="*/ 3701400 w 4250040"/>
              <a:gd name="connsiteY2" fmla="*/ 26126 h 174493"/>
              <a:gd name="connsiteX3" fmla="*/ 3553354 w 4250040"/>
              <a:gd name="connsiteY3" fmla="*/ 104503 h 174493"/>
              <a:gd name="connsiteX4" fmla="*/ 3457560 w 4250040"/>
              <a:gd name="connsiteY4" fmla="*/ 165463 h 174493"/>
              <a:gd name="connsiteX5" fmla="*/ 3239846 w 4250040"/>
              <a:gd name="connsiteY5" fmla="*/ 174171 h 174493"/>
              <a:gd name="connsiteX6" fmla="*/ 1994520 w 4250040"/>
              <a:gd name="connsiteY6" fmla="*/ 148046 h 174493"/>
              <a:gd name="connsiteX7" fmla="*/ 0 w 4250040"/>
              <a:gd name="connsiteY7" fmla="*/ 142924 h 174493"/>
              <a:gd name="connsiteX0" fmla="*/ 4270436 w 4270436"/>
              <a:gd name="connsiteY0" fmla="*/ 0 h 174493"/>
              <a:gd name="connsiteX1" fmla="*/ 3869842 w 4270436"/>
              <a:gd name="connsiteY1" fmla="*/ 0 h 174493"/>
              <a:gd name="connsiteX2" fmla="*/ 3721796 w 4270436"/>
              <a:gd name="connsiteY2" fmla="*/ 26126 h 174493"/>
              <a:gd name="connsiteX3" fmla="*/ 3573750 w 4270436"/>
              <a:gd name="connsiteY3" fmla="*/ 104503 h 174493"/>
              <a:gd name="connsiteX4" fmla="*/ 3477956 w 4270436"/>
              <a:gd name="connsiteY4" fmla="*/ 165463 h 174493"/>
              <a:gd name="connsiteX5" fmla="*/ 3260242 w 4270436"/>
              <a:gd name="connsiteY5" fmla="*/ 174171 h 174493"/>
              <a:gd name="connsiteX6" fmla="*/ 2014916 w 4270436"/>
              <a:gd name="connsiteY6" fmla="*/ 148046 h 174493"/>
              <a:gd name="connsiteX7" fmla="*/ 0 w 4270436"/>
              <a:gd name="connsiteY7" fmla="*/ 151082 h 174493"/>
              <a:gd name="connsiteX0" fmla="*/ 4282674 w 4282674"/>
              <a:gd name="connsiteY0" fmla="*/ 0 h 174493"/>
              <a:gd name="connsiteX1" fmla="*/ 3882080 w 4282674"/>
              <a:gd name="connsiteY1" fmla="*/ 0 h 174493"/>
              <a:gd name="connsiteX2" fmla="*/ 3734034 w 4282674"/>
              <a:gd name="connsiteY2" fmla="*/ 26126 h 174493"/>
              <a:gd name="connsiteX3" fmla="*/ 3585988 w 4282674"/>
              <a:gd name="connsiteY3" fmla="*/ 104503 h 174493"/>
              <a:gd name="connsiteX4" fmla="*/ 3490194 w 4282674"/>
              <a:gd name="connsiteY4" fmla="*/ 165463 h 174493"/>
              <a:gd name="connsiteX5" fmla="*/ 3272480 w 4282674"/>
              <a:gd name="connsiteY5" fmla="*/ 174171 h 174493"/>
              <a:gd name="connsiteX6" fmla="*/ 2027154 w 4282674"/>
              <a:gd name="connsiteY6" fmla="*/ 148046 h 174493"/>
              <a:gd name="connsiteX7" fmla="*/ 0 w 4282674"/>
              <a:gd name="connsiteY7" fmla="*/ 151082 h 174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82674" h="174493">
                <a:moveTo>
                  <a:pt x="4282674" y="0"/>
                </a:moveTo>
                <a:lnTo>
                  <a:pt x="3882080" y="0"/>
                </a:lnTo>
                <a:cubicBezTo>
                  <a:pt x="3790640" y="4354"/>
                  <a:pt x="3783383" y="8709"/>
                  <a:pt x="3734034" y="26126"/>
                </a:cubicBezTo>
                <a:cubicBezTo>
                  <a:pt x="3684685" y="43543"/>
                  <a:pt x="3626628" y="81280"/>
                  <a:pt x="3585988" y="104503"/>
                </a:cubicBezTo>
                <a:cubicBezTo>
                  <a:pt x="3545348" y="127726"/>
                  <a:pt x="3542445" y="153852"/>
                  <a:pt x="3490194" y="165463"/>
                </a:cubicBezTo>
                <a:cubicBezTo>
                  <a:pt x="3437943" y="177074"/>
                  <a:pt x="3443748" y="174171"/>
                  <a:pt x="3272480" y="174171"/>
                </a:cubicBezTo>
                <a:cubicBezTo>
                  <a:pt x="2857371" y="165463"/>
                  <a:pt x="2572567" y="151894"/>
                  <a:pt x="2027154" y="148046"/>
                </a:cubicBezTo>
                <a:lnTo>
                  <a:pt x="0" y="151082"/>
                </a:lnTo>
              </a:path>
            </a:pathLst>
          </a:custGeom>
          <a:noFill/>
          <a:ln w="57150">
            <a:solidFill>
              <a:srgbClr val="CFB87C"/>
            </a:solidFill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1055D98-C87D-400A-80CF-18F00CE768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282702"/>
            <a:ext cx="7315200" cy="606425"/>
          </a:xfrm>
        </p:spPr>
        <p:txBody>
          <a:bodyPr anchor="b"/>
          <a:lstStyle>
            <a:lvl1pPr marL="0" indent="0">
              <a:buNone/>
              <a:defRPr b="1" i="1"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3566548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4157" y="585378"/>
            <a:ext cx="10635967" cy="576938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02D058D-006C-45F6-827F-2AEED27266B3}" type="datetime1">
              <a:rPr lang="en-US" smtClean="0"/>
              <a:t>3/5/2025</a:t>
            </a:fld>
            <a:r>
              <a:rPr lang="en-US"/>
              <a:t>   Lecture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C1A587-4483-4ACB-9B71-05EDA7F6BA2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0C13F92-5B73-4C0A-BEFA-0F437AD2B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1879" y="109127"/>
            <a:ext cx="10748244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University of Colorado - Boulder Smead Aerospace Engineering Sciences</a:t>
            </a:r>
          </a:p>
        </p:txBody>
      </p:sp>
    </p:spTree>
    <p:extLst>
      <p:ext uri="{BB962C8B-B14F-4D97-AF65-F5344CB8AC3E}">
        <p14:creationId xmlns:p14="http://schemas.microsoft.com/office/powerpoint/2010/main" val="403167903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4157" y="585378"/>
            <a:ext cx="10635967" cy="576938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A2AF080-FE2B-406F-B720-14D358EC8E28}" type="datetime1">
              <a:rPr lang="en-US" smtClean="0"/>
              <a:t>3/5/2025</a:t>
            </a:fld>
            <a:r>
              <a:rPr lang="en-US"/>
              <a:t>   Lecture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C1A587-4483-4ACB-9B71-05EDA7F6BA2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0C13F92-5B73-4C0A-BEFA-0F437AD2B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1879" y="109127"/>
            <a:ext cx="10748244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ASEN2002 Intro to Thermodynamics and Aerodynamics               	             Fall 2018</a:t>
            </a:r>
          </a:p>
        </p:txBody>
      </p:sp>
    </p:spTree>
    <p:extLst>
      <p:ext uri="{BB962C8B-B14F-4D97-AF65-F5344CB8AC3E}">
        <p14:creationId xmlns:p14="http://schemas.microsoft.com/office/powerpoint/2010/main" val="197732400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4157" y="585378"/>
            <a:ext cx="10635967" cy="576938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A2AF080-FE2B-406F-B720-14D358EC8E28}" type="datetime1">
              <a:rPr lang="en-US" smtClean="0"/>
              <a:t>3/5/2025</a:t>
            </a:fld>
            <a:r>
              <a:rPr lang="en-US"/>
              <a:t>   Lecture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C1A587-4483-4ACB-9B71-05EDA7F6BA2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0C13F92-5B73-4C0A-BEFA-0F437AD2B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1879" y="109127"/>
            <a:ext cx="10748244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ASEN2002 Intro to Thermodynamics and Aerodynamics               	             Fall 2018</a:t>
            </a:r>
          </a:p>
        </p:txBody>
      </p:sp>
    </p:spTree>
    <p:extLst>
      <p:ext uri="{BB962C8B-B14F-4D97-AF65-F5344CB8AC3E}">
        <p14:creationId xmlns:p14="http://schemas.microsoft.com/office/powerpoint/2010/main" val="3344308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4.png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3.sv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2.png"/><Relationship Id="rId40" Type="http://schemas.openxmlformats.org/officeDocument/2006/relationships/image" Target="../media/image5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rapezoid 11">
            <a:extLst>
              <a:ext uri="{FF2B5EF4-FFF2-40B4-BE49-F238E27FC236}">
                <a16:creationId xmlns:a16="http://schemas.microsoft.com/office/drawing/2014/main" id="{740DF0D8-8316-4E21-B5F7-DD55153DDB50}"/>
              </a:ext>
            </a:extLst>
          </p:cNvPr>
          <p:cNvSpPr/>
          <p:nvPr/>
        </p:nvSpPr>
        <p:spPr>
          <a:xfrm rot="16200000">
            <a:off x="5968831" y="-5100895"/>
            <a:ext cx="177089" cy="11561133"/>
          </a:xfrm>
          <a:prstGeom prst="trapezoid">
            <a:avLst>
              <a:gd name="adj" fmla="val 43669"/>
            </a:avLst>
          </a:prstGeom>
          <a:solidFill>
            <a:srgbClr val="CFB8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627301-E5DE-4D46-A08C-8C4CF85FA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842" y="117931"/>
            <a:ext cx="11165958" cy="7123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DCCDD5-FFD1-422F-83C8-835B835C5C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7842" y="904740"/>
            <a:ext cx="11817546" cy="52722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24937-1110-46F1-B261-05B7D43841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DCB3EA-BD98-446D-8D63-B6D9F2C64FFC}" type="datetime1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91F97-849D-4DA1-A87D-070EEF5509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University of Colorado - Boulder</a:t>
            </a:r>
          </a:p>
          <a:p>
            <a:r>
              <a:rPr lang="en-US"/>
              <a:t>Smead Aerospace Engineering Sciences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FF4D8-C21B-4A56-A5EC-9F131AF4DA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967F07-FE2B-4BD4-93CB-234175A568E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Google Shape;15;p1">
            <a:extLst>
              <a:ext uri="{FF2B5EF4-FFF2-40B4-BE49-F238E27FC236}">
                <a16:creationId xmlns:a16="http://schemas.microsoft.com/office/drawing/2014/main" id="{275470E4-4118-4369-941E-D1B41C7E30B2}"/>
              </a:ext>
            </a:extLst>
          </p:cNvPr>
          <p:cNvSpPr/>
          <p:nvPr/>
        </p:nvSpPr>
        <p:spPr>
          <a:xfrm>
            <a:off x="0" y="6145619"/>
            <a:ext cx="12192000" cy="712381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6;p1">
            <a:extLst>
              <a:ext uri="{FF2B5EF4-FFF2-40B4-BE49-F238E27FC236}">
                <a16:creationId xmlns:a16="http://schemas.microsoft.com/office/drawing/2014/main" id="{8272C25C-BC40-4356-9F30-667A4807D4D8}"/>
              </a:ext>
            </a:extLst>
          </p:cNvPr>
          <p:cNvPicPr preferRelativeResize="0"/>
          <p:nvPr/>
        </p:nvPicPr>
        <p:blipFill rotWithShape="1">
          <a:blip r:embed="rId36">
            <a:alphaModFix/>
          </a:blip>
          <a:srcRect/>
          <a:stretch/>
        </p:blipFill>
        <p:spPr>
          <a:xfrm>
            <a:off x="187842" y="6220047"/>
            <a:ext cx="2693582" cy="538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raphic 9" descr="Airplane">
            <a:extLst>
              <a:ext uri="{FF2B5EF4-FFF2-40B4-BE49-F238E27FC236}">
                <a16:creationId xmlns:a16="http://schemas.microsoft.com/office/drawing/2014/main" id="{A4C50EF3-FB0C-4055-8FD4-C90A75DBFEFE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 rot="5400000">
            <a:off x="11693821" y="531886"/>
            <a:ext cx="309716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404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i="1" kern="1200">
          <a:solidFill>
            <a:schemeClr val="tx1"/>
          </a:solidFill>
          <a:latin typeface="Arial Nova" panose="020B05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</a:buBlip>
        <a:defRPr sz="2000" kern="1200">
          <a:solidFill>
            <a:schemeClr val="tx1"/>
          </a:solidFill>
          <a:latin typeface="Arial Nova" panose="020B05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</a:buBlip>
        <a:defRPr sz="1800" kern="1200">
          <a:solidFill>
            <a:schemeClr val="tx1"/>
          </a:solidFill>
          <a:latin typeface="Arial Nova" panose="020B05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</a:buBlip>
        <a:defRPr sz="1600" kern="1200">
          <a:solidFill>
            <a:schemeClr val="tx1"/>
          </a:solidFill>
          <a:latin typeface="Arial Nova" panose="020B05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</a:buBlip>
        <a:defRPr sz="1400" kern="1200">
          <a:solidFill>
            <a:schemeClr val="tx1"/>
          </a:solidFill>
          <a:latin typeface="Arial Nova" panose="020B05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</a:buBlip>
        <a:defRPr sz="1400" kern="1200">
          <a:solidFill>
            <a:schemeClr val="tx1"/>
          </a:solidFill>
          <a:latin typeface="Arial Nova" panose="020B05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3" Type="http://schemas.openxmlformats.org/officeDocument/2006/relationships/image" Target="../media/image8.png"/><Relationship Id="rId7" Type="http://schemas.openxmlformats.org/officeDocument/2006/relationships/image" Target="../media/image12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08FD1-E77C-FD63-F9D8-9F34FBEE5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Configuration #1:  AIRCRAFT NAME – Student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220800-A805-BF82-BFF2-E33847425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05" y="757387"/>
            <a:ext cx="7512840" cy="5345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03F489-CF0B-A8AD-897B-67D5E4D2D606}"/>
              </a:ext>
            </a:extLst>
          </p:cNvPr>
          <p:cNvSpPr txBox="1"/>
          <p:nvPr/>
        </p:nvSpPr>
        <p:spPr>
          <a:xfrm>
            <a:off x="89903" y="757386"/>
            <a:ext cx="2330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Dimensioned Top 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139782-0588-88BD-89E3-425CF1C13549}"/>
              </a:ext>
            </a:extLst>
          </p:cNvPr>
          <p:cNvSpPr txBox="1"/>
          <p:nvPr/>
        </p:nvSpPr>
        <p:spPr>
          <a:xfrm>
            <a:off x="126967" y="3429886"/>
            <a:ext cx="2390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Dimensioned Side View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AC8AE6-8880-D219-3917-0A00E8E24F2D}"/>
              </a:ext>
            </a:extLst>
          </p:cNvPr>
          <p:cNvSpPr txBox="1"/>
          <p:nvPr/>
        </p:nvSpPr>
        <p:spPr>
          <a:xfrm>
            <a:off x="3864856" y="3444244"/>
            <a:ext cx="2495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Dimensioned Front View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84C189D-A314-3A4A-F015-09996109FD8A}"/>
              </a:ext>
            </a:extLst>
          </p:cNvPr>
          <p:cNvCxnSpPr/>
          <p:nvPr/>
        </p:nvCxnSpPr>
        <p:spPr>
          <a:xfrm>
            <a:off x="2358391" y="1229158"/>
            <a:ext cx="0" cy="1703294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3ADF62A-9DAD-C536-CBEA-D44B04C57044}"/>
              </a:ext>
            </a:extLst>
          </p:cNvPr>
          <p:cNvCxnSpPr>
            <a:cxnSpLocks/>
          </p:cNvCxnSpPr>
          <p:nvPr/>
        </p:nvCxnSpPr>
        <p:spPr>
          <a:xfrm flipH="1">
            <a:off x="762674" y="5092947"/>
            <a:ext cx="2142564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75C65F2-F861-7104-1A37-E99D5D1D414A}"/>
              </a:ext>
            </a:extLst>
          </p:cNvPr>
          <p:cNvCxnSpPr>
            <a:cxnSpLocks/>
          </p:cNvCxnSpPr>
          <p:nvPr/>
        </p:nvCxnSpPr>
        <p:spPr>
          <a:xfrm>
            <a:off x="4169261" y="4411630"/>
            <a:ext cx="0" cy="681317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EA4497A-E3BE-686A-1CE0-92BD58A0540B}"/>
              </a:ext>
            </a:extLst>
          </p:cNvPr>
          <p:cNvCxnSpPr>
            <a:cxnSpLocks/>
          </p:cNvCxnSpPr>
          <p:nvPr/>
        </p:nvCxnSpPr>
        <p:spPr>
          <a:xfrm>
            <a:off x="5748626" y="4635748"/>
            <a:ext cx="0" cy="38548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129E222-E5EB-D07C-4CD1-B0BD8292E98C}"/>
              </a:ext>
            </a:extLst>
          </p:cNvPr>
          <p:cNvCxnSpPr>
            <a:cxnSpLocks/>
          </p:cNvCxnSpPr>
          <p:nvPr/>
        </p:nvCxnSpPr>
        <p:spPr>
          <a:xfrm>
            <a:off x="1833956" y="2529039"/>
            <a:ext cx="376518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10DED52-5DE5-E4B3-77BD-3517C4699E0D}"/>
              </a:ext>
            </a:extLst>
          </p:cNvPr>
          <p:cNvCxnSpPr>
            <a:cxnSpLocks/>
          </p:cNvCxnSpPr>
          <p:nvPr/>
        </p:nvCxnSpPr>
        <p:spPr>
          <a:xfrm flipH="1">
            <a:off x="5359118" y="5200524"/>
            <a:ext cx="779016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21A4928-031B-D5B5-D2EE-A90D623FA019}"/>
              </a:ext>
            </a:extLst>
          </p:cNvPr>
          <p:cNvCxnSpPr>
            <a:cxnSpLocks/>
          </p:cNvCxnSpPr>
          <p:nvPr/>
        </p:nvCxnSpPr>
        <p:spPr>
          <a:xfrm>
            <a:off x="1126533" y="1925616"/>
            <a:ext cx="0" cy="307589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0E2E2FD-03F1-6C5A-6832-547D3AAC3D3A}"/>
              </a:ext>
            </a:extLst>
          </p:cNvPr>
          <p:cNvCxnSpPr>
            <a:cxnSpLocks/>
          </p:cNvCxnSpPr>
          <p:nvPr/>
        </p:nvCxnSpPr>
        <p:spPr>
          <a:xfrm>
            <a:off x="1833956" y="1794532"/>
            <a:ext cx="0" cy="555214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1463803-12B6-E2F1-92A2-D98C5F5570A5}"/>
              </a:ext>
            </a:extLst>
          </p:cNvPr>
          <p:cNvCxnSpPr>
            <a:cxnSpLocks/>
          </p:cNvCxnSpPr>
          <p:nvPr/>
        </p:nvCxnSpPr>
        <p:spPr>
          <a:xfrm>
            <a:off x="2900756" y="1857285"/>
            <a:ext cx="4482" cy="492461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Table 4">
            <a:extLst>
              <a:ext uri="{FF2B5EF4-FFF2-40B4-BE49-F238E27FC236}">
                <a16:creationId xmlns:a16="http://schemas.microsoft.com/office/drawing/2014/main" id="{3AF1BD61-E081-0440-F5F4-40B2A39B86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9117755"/>
              </p:ext>
            </p:extLst>
          </p:nvPr>
        </p:nvGraphicFramePr>
        <p:xfrm>
          <a:off x="3837569" y="757387"/>
          <a:ext cx="3765178" cy="2672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4304">
                  <a:extLst>
                    <a:ext uri="{9D8B030D-6E8A-4147-A177-3AD203B41FA5}">
                      <a16:colId xmlns:a16="http://schemas.microsoft.com/office/drawing/2014/main" val="2104200954"/>
                    </a:ext>
                  </a:extLst>
                </a:gridCol>
                <a:gridCol w="1810874">
                  <a:extLst>
                    <a:ext uri="{9D8B030D-6E8A-4147-A177-3AD203B41FA5}">
                      <a16:colId xmlns:a16="http://schemas.microsoft.com/office/drawing/2014/main" val="4064619482"/>
                    </a:ext>
                  </a:extLst>
                </a:gridCol>
              </a:tblGrid>
              <a:tr h="242955">
                <a:tc gridSpan="2">
                  <a:txBody>
                    <a:bodyPr/>
                    <a:lstStyle/>
                    <a:p>
                      <a:r>
                        <a:rPr lang="en-US" sz="900"/>
                        <a:t>Key Configuration Parameters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4120258"/>
                  </a:ext>
                </a:extLst>
              </a:tr>
              <a:tr h="242955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900" b="1" dirty="0"/>
                        <a:t>Estimated Weight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b="0" dirty="0"/>
                        <a:t>7.94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0530833"/>
                  </a:ext>
                </a:extLst>
              </a:tr>
              <a:tr h="242955">
                <a:tc>
                  <a:txBody>
                    <a:bodyPr/>
                    <a:lstStyle/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en-US" sz="900" b="1" dirty="0"/>
                        <a:t>Wing Planform Area – </a:t>
                      </a:r>
                      <a:r>
                        <a:rPr lang="en-US" sz="900" b="1" dirty="0" err="1"/>
                        <a:t>S</a:t>
                      </a:r>
                      <a:r>
                        <a:rPr lang="en-US" sz="900" b="1" baseline="-25000" dirty="0" err="1"/>
                        <a:t>ref</a:t>
                      </a:r>
                      <a:r>
                        <a:rPr lang="en-US" sz="900" b="1" dirty="0"/>
                        <a:t> (m^2)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b="0" dirty="0"/>
                        <a:t>0.089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9724415"/>
                  </a:ext>
                </a:extLst>
              </a:tr>
              <a:tr h="242955">
                <a:tc>
                  <a:txBody>
                    <a:bodyPr/>
                    <a:lstStyle/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en-US" sz="900" b="1" dirty="0"/>
                        <a:t>Wing Loading – W/S (N/m^2)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b="0" dirty="0"/>
                        <a:t>23.02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4620661"/>
                  </a:ext>
                </a:extLst>
              </a:tr>
              <a:tr h="242955">
                <a:tc>
                  <a:txBody>
                    <a:bodyPr/>
                    <a:lstStyle/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en-US" sz="900" b="1"/>
                        <a:t>Wing Aspect Ratio – 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b="0" dirty="0"/>
                        <a:t>8.1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7926549"/>
                  </a:ext>
                </a:extLst>
              </a:tr>
              <a:tr h="242955">
                <a:tc>
                  <a:txBody>
                    <a:bodyPr/>
                    <a:lstStyle/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en-US" sz="900" b="1"/>
                        <a:t>Wing Taper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b="0" dirty="0"/>
                        <a:t>0.75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937285"/>
                  </a:ext>
                </a:extLst>
              </a:tr>
              <a:tr h="242955">
                <a:tc>
                  <a:txBody>
                    <a:bodyPr/>
                    <a:lstStyle/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en-US" sz="900" b="1"/>
                        <a:t>Wing Leading Edge Sweep (deg)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b="0" dirty="0"/>
                        <a:t>6.7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4208153"/>
                  </a:ext>
                </a:extLst>
              </a:tr>
              <a:tr h="242955">
                <a:tc>
                  <a:txBody>
                    <a:bodyPr/>
                    <a:lstStyle/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en-US" sz="900" b="1"/>
                        <a:t>Wing Airfoil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b="0" dirty="0"/>
                        <a:t>NACA 0012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3600351"/>
                  </a:ext>
                </a:extLst>
              </a:tr>
              <a:tr h="242955">
                <a:tc>
                  <a:txBody>
                    <a:bodyPr/>
                    <a:lstStyle/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en-US" sz="900" b="1"/>
                        <a:t>Fuselage Fineness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b="0" dirty="0"/>
                        <a:t>5.21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4987510"/>
                  </a:ext>
                </a:extLst>
              </a:tr>
              <a:tr h="242955">
                <a:tc>
                  <a:txBody>
                    <a:bodyPr/>
                    <a:lstStyle/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en-US" sz="900" b="1"/>
                        <a:t>Drag Polar Model Equation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b="0" dirty="0"/>
                        <a:t>Simplified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7954748"/>
                  </a:ext>
                </a:extLst>
              </a:tr>
              <a:tr h="242955">
                <a:tc>
                  <a:txBody>
                    <a:bodyPr/>
                    <a:lstStyle/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en-US" sz="900" b="1"/>
                        <a:t>L/D max Estimate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28650" lvl="1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b="0" dirty="0"/>
                        <a:t>10.15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2346194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8B311BA9-BF38-5A61-ECAB-C80F667561CE}"/>
              </a:ext>
            </a:extLst>
          </p:cNvPr>
          <p:cNvSpPr txBox="1"/>
          <p:nvPr/>
        </p:nvSpPr>
        <p:spPr>
          <a:xfrm>
            <a:off x="7671440" y="757386"/>
            <a:ext cx="4314371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Design Approach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Simple Conventional Aircraft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prstClr val="black"/>
                </a:solidFill>
                <a:latin typeface="Calibri" panose="020F0502020204030204"/>
              </a:rPr>
              <a:t>Conventional design to attempt to work with MATLAB model (high predictability and reliability)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prstClr val="black"/>
                </a:solidFill>
                <a:latin typeface="Calibri" panose="020F0502020204030204"/>
              </a:rPr>
              <a:t>Long wings (increase span to increase lift)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prstClr val="black"/>
                </a:solidFill>
                <a:latin typeface="Calibri" panose="020F0502020204030204"/>
              </a:rPr>
              <a:t> A thick fuselage is needed to hold a 2L Coke bottle inside.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400" b="1" dirty="0">
                <a:solidFill>
                  <a:prstClr val="black"/>
                </a:solidFill>
                <a:latin typeface="Calibri" panose="020F0502020204030204"/>
              </a:rPr>
              <a:t>Configuration Strengths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/>
              </a:rPr>
              <a:t>Well modeled by the MATLAB code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/>
              </a:rPr>
              <a:t>Stable with low tail incidence angle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/>
              </a:rPr>
              <a:t>Has a longer range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/>
              </a:rPr>
              <a:t>Easy to </a:t>
            </a:r>
            <a:r>
              <a:rPr lang="en-US" sz="1400">
                <a:solidFill>
                  <a:prstClr val="black"/>
                </a:solidFill>
                <a:latin typeface="Calibri" panose="020F0502020204030204"/>
              </a:rPr>
              <a:t>adjust configuration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Configuration Weaknesses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/>
              </a:rPr>
              <a:t>May tend to spiral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/>
              </a:rPr>
              <a:t>On the heavier side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/>
              </a:rPr>
              <a:t>Does not glide that well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Other Key Configuration Considerations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Fabrication: 3D Printed Wing Segments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Cost: Low Cost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Schedule: It could take a while to fabricate components and adjusting on the fly might be hard.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Other: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A drawing of a rocket&#10;&#10;AI-generated content may be incorrect.">
            <a:extLst>
              <a:ext uri="{FF2B5EF4-FFF2-40B4-BE49-F238E27FC236}">
                <a16:creationId xmlns:a16="http://schemas.microsoft.com/office/drawing/2014/main" id="{34636A9D-FA88-7390-6A1E-C23DE306C9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24" y="3793483"/>
            <a:ext cx="3666548" cy="2194356"/>
          </a:xfrm>
          <a:prstGeom prst="rect">
            <a:avLst/>
          </a:prstGeom>
        </p:spPr>
      </p:pic>
      <p:pic>
        <p:nvPicPr>
          <p:cNvPr id="10" name="Picture 9" descr="A satellite on graph paper&#10;&#10;AI-generated content may be incorrect.">
            <a:extLst>
              <a:ext uri="{FF2B5EF4-FFF2-40B4-BE49-F238E27FC236}">
                <a16:creationId xmlns:a16="http://schemas.microsoft.com/office/drawing/2014/main" id="{1E479ABE-98DA-887D-9C8C-4704E4BB5A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03" y="1176871"/>
            <a:ext cx="3747664" cy="2194356"/>
          </a:xfrm>
          <a:prstGeom prst="rect">
            <a:avLst/>
          </a:prstGeom>
        </p:spPr>
      </p:pic>
      <p:pic>
        <p:nvPicPr>
          <p:cNvPr id="16" name="Picture 15" descr="A cross-section of a graph&#10;&#10;AI-generated content may be incorrect.">
            <a:extLst>
              <a:ext uri="{FF2B5EF4-FFF2-40B4-BE49-F238E27FC236}">
                <a16:creationId xmlns:a16="http://schemas.microsoft.com/office/drawing/2014/main" id="{EF11193A-4241-F778-BAF4-8E8F4385EA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631" y="3807841"/>
            <a:ext cx="3656229" cy="2194356"/>
          </a:xfrm>
          <a:prstGeom prst="rect">
            <a:avLst/>
          </a:prstGeom>
        </p:spPr>
      </p:pic>
      <p:pic>
        <p:nvPicPr>
          <p:cNvPr id="5" name="Picture 4" descr="A drawing of a rocket&#10;&#10;AI-generated content may be incorrect.">
            <a:extLst>
              <a:ext uri="{FF2B5EF4-FFF2-40B4-BE49-F238E27FC236}">
                <a16:creationId xmlns:a16="http://schemas.microsoft.com/office/drawing/2014/main" id="{C50E29C8-C12B-68C2-B151-8D92894325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086" y="3697417"/>
            <a:ext cx="2390846" cy="2390846"/>
          </a:xfrm>
          <a:prstGeom prst="rect">
            <a:avLst/>
          </a:prstGeom>
        </p:spPr>
      </p:pic>
      <p:pic>
        <p:nvPicPr>
          <p:cNvPr id="18" name="Picture 17" descr="A model of a rocket">
            <a:extLst>
              <a:ext uri="{FF2B5EF4-FFF2-40B4-BE49-F238E27FC236}">
                <a16:creationId xmlns:a16="http://schemas.microsoft.com/office/drawing/2014/main" id="{0E26AF7C-0CF0-85A8-74B5-C415CDDD7F0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086" y="1076299"/>
            <a:ext cx="2332402" cy="2345394"/>
          </a:xfrm>
          <a:prstGeom prst="rect">
            <a:avLst/>
          </a:prstGeom>
        </p:spPr>
      </p:pic>
      <p:pic>
        <p:nvPicPr>
          <p:cNvPr id="22" name="Picture 21" descr="A close-up of a clock&#10;&#10;AI-generated content may be incorrect.">
            <a:extLst>
              <a:ext uri="{FF2B5EF4-FFF2-40B4-BE49-F238E27FC236}">
                <a16:creationId xmlns:a16="http://schemas.microsoft.com/office/drawing/2014/main" id="{37CF849B-62A0-D210-E216-DD7BFD3F6AA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8868" y="3731499"/>
            <a:ext cx="2316983" cy="2318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917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90ABC-F2E5-F441-68C4-C15316D86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Lift Curve Model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B4557D6-6B7B-02AD-19A2-24B8968BAF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8546725"/>
              </p:ext>
            </p:extLst>
          </p:nvPr>
        </p:nvGraphicFramePr>
        <p:xfrm>
          <a:off x="6324600" y="914400"/>
          <a:ext cx="5764213" cy="1645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877873">
                  <a:extLst>
                    <a:ext uri="{9D8B030D-6E8A-4147-A177-3AD203B41FA5}">
                      <a16:colId xmlns:a16="http://schemas.microsoft.com/office/drawing/2014/main" val="462600597"/>
                    </a:ext>
                  </a:extLst>
                </a:gridCol>
                <a:gridCol w="2886340">
                  <a:extLst>
                    <a:ext uri="{9D8B030D-6E8A-4147-A177-3AD203B41FA5}">
                      <a16:colId xmlns:a16="http://schemas.microsoft.com/office/drawing/2014/main" val="641127058"/>
                    </a:ext>
                  </a:extLst>
                </a:gridCol>
              </a:tblGrid>
              <a:tr h="211722">
                <a:tc>
                  <a:txBody>
                    <a:bodyPr/>
                    <a:lstStyle/>
                    <a:p>
                      <a:r>
                        <a:rPr lang="en-US" sz="1200" dirty="0"/>
                        <a:t>Airfoil and Wing 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3509649"/>
                  </a:ext>
                </a:extLst>
              </a:tr>
              <a:tr h="211722">
                <a:tc>
                  <a:txBody>
                    <a:bodyPr/>
                    <a:lstStyle/>
                    <a:p>
                      <a:r>
                        <a:rPr lang="en-US" sz="1200" dirty="0"/>
                        <a:t>Airfoil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NACA 0012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503169"/>
                  </a:ext>
                </a:extLst>
              </a:tr>
              <a:tr h="211722">
                <a:tc>
                  <a:txBody>
                    <a:bodyPr/>
                    <a:lstStyle/>
                    <a:p>
                      <a:r>
                        <a:rPr lang="en-US" sz="1200" dirty="0"/>
                        <a:t>Wing 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8.095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124371"/>
                  </a:ext>
                </a:extLst>
              </a:tr>
              <a:tr h="211722">
                <a:tc>
                  <a:txBody>
                    <a:bodyPr/>
                    <a:lstStyle/>
                    <a:p>
                      <a:r>
                        <a:rPr lang="en-US" sz="1200" dirty="0"/>
                        <a:t>Wing Taper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0.75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9969764"/>
                  </a:ext>
                </a:extLst>
              </a:tr>
              <a:tr h="211722">
                <a:tc>
                  <a:txBody>
                    <a:bodyPr/>
                    <a:lstStyle/>
                    <a:p>
                      <a:r>
                        <a:rPr lang="en-US" sz="1200" dirty="0"/>
                        <a:t>Wing Sweep (at quarter chord)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6.7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6270315"/>
                  </a:ext>
                </a:extLst>
              </a:tr>
              <a:tr h="211722">
                <a:tc>
                  <a:txBody>
                    <a:bodyPr/>
                    <a:lstStyle/>
                    <a:p>
                      <a:r>
                        <a:rPr lang="en-US" sz="1200" dirty="0"/>
                        <a:t>Wing Model Span Efficiency (e)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0.9503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90426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D31A36-4F7F-5F35-A6F6-C36916591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67F07-FE2B-4BD4-93CB-234175A568EC}" type="slidenum">
              <a:rPr lang="en-US" smtClean="0"/>
              <a:t>2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2C310A-908D-42B7-7C4E-84E1200D2E1E}"/>
              </a:ext>
            </a:extLst>
          </p:cNvPr>
          <p:cNvSpPr/>
          <p:nvPr/>
        </p:nvSpPr>
        <p:spPr>
          <a:xfrm>
            <a:off x="279400" y="914400"/>
            <a:ext cx="5918200" cy="4953000"/>
          </a:xfrm>
          <a:prstGeom prst="rect">
            <a:avLst/>
          </a:prstGeom>
          <a:solidFill>
            <a:schemeClr val="bg1"/>
          </a:solidFill>
          <a:ln w="3810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rgbClr val="FF0000"/>
                </a:solidFill>
              </a:rPr>
              <a:t>Insert your Lift Curve Plot (CL vs Angle of Attack) here: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Include on the same plot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2-D airfoil lift curve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3-D wing lift curve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Make sure plot is formatted adequately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Axis Titles + Units (if applicable)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Proper range used for both vertical and horizontal axes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Legend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FF0000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1EDF775-D507-7C5D-03E6-81B841E7FB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0731966"/>
              </p:ext>
            </p:extLst>
          </p:nvPr>
        </p:nvGraphicFramePr>
        <p:xfrm>
          <a:off x="6324600" y="2755131"/>
          <a:ext cx="5764212" cy="97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1053">
                  <a:extLst>
                    <a:ext uri="{9D8B030D-6E8A-4147-A177-3AD203B41FA5}">
                      <a16:colId xmlns:a16="http://schemas.microsoft.com/office/drawing/2014/main" val="941816448"/>
                    </a:ext>
                  </a:extLst>
                </a:gridCol>
                <a:gridCol w="1441053">
                  <a:extLst>
                    <a:ext uri="{9D8B030D-6E8A-4147-A177-3AD203B41FA5}">
                      <a16:colId xmlns:a16="http://schemas.microsoft.com/office/drawing/2014/main" val="1341035335"/>
                    </a:ext>
                  </a:extLst>
                </a:gridCol>
                <a:gridCol w="1441053">
                  <a:extLst>
                    <a:ext uri="{9D8B030D-6E8A-4147-A177-3AD203B41FA5}">
                      <a16:colId xmlns:a16="http://schemas.microsoft.com/office/drawing/2014/main" val="297148149"/>
                    </a:ext>
                  </a:extLst>
                </a:gridCol>
                <a:gridCol w="1441053">
                  <a:extLst>
                    <a:ext uri="{9D8B030D-6E8A-4147-A177-3AD203B41FA5}">
                      <a16:colId xmlns:a16="http://schemas.microsoft.com/office/drawing/2014/main" val="2073378688"/>
                    </a:ext>
                  </a:extLst>
                </a:gridCol>
              </a:tblGrid>
              <a:tr h="27850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Lift Curve Slope (1/deg)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Zero Lift Angle of Attack (</a:t>
                      </a:r>
                      <a:r>
                        <a:rPr lang="el-GR" sz="1100" dirty="0"/>
                        <a:t>α</a:t>
                      </a:r>
                      <a:r>
                        <a:rPr lang="en-US" sz="1100" baseline="-25000" dirty="0"/>
                        <a:t>L=0 </a:t>
                      </a:r>
                      <a:r>
                        <a:rPr lang="en-US" sz="1100" baseline="0" dirty="0"/>
                        <a:t>in deg)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Stall Angle of Attack (</a:t>
                      </a:r>
                      <a:r>
                        <a:rPr lang="el-GR" sz="1100" dirty="0"/>
                        <a:t>α</a:t>
                      </a:r>
                      <a:r>
                        <a:rPr lang="en-US" sz="1100" baseline="-25000" dirty="0"/>
                        <a:t>stall </a:t>
                      </a:r>
                      <a:r>
                        <a:rPr lang="en-US" sz="1100" baseline="0" dirty="0"/>
                        <a:t>in deg)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6816271"/>
                  </a:ext>
                </a:extLst>
              </a:tr>
              <a:tr h="242035">
                <a:tc>
                  <a:txBody>
                    <a:bodyPr/>
                    <a:lstStyle/>
                    <a:p>
                      <a:r>
                        <a:rPr lang="en-US" sz="1200" dirty="0"/>
                        <a:t>2-D Airfoil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0.13 /deg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0.05 deg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12 deg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3959918"/>
                  </a:ext>
                </a:extLst>
              </a:tr>
              <a:tr h="242035">
                <a:tc>
                  <a:txBody>
                    <a:bodyPr/>
                    <a:lstStyle/>
                    <a:p>
                      <a:r>
                        <a:rPr lang="en-US" sz="1200" dirty="0"/>
                        <a:t>3-D Wing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0.1 /deg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0.05 deg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695687"/>
                  </a:ext>
                </a:extLst>
              </a:tr>
            </a:tbl>
          </a:graphicData>
        </a:graphic>
      </p:graphicFrame>
      <p:pic>
        <p:nvPicPr>
          <p:cNvPr id="10" name="Picture 9" descr="A graph of a slope modeling&#10;&#10;AI-generated content may be incorrect.">
            <a:extLst>
              <a:ext uri="{FF2B5EF4-FFF2-40B4-BE49-F238E27FC236}">
                <a16:creationId xmlns:a16="http://schemas.microsoft.com/office/drawing/2014/main" id="{9F8BD3C1-8835-E28E-3702-400F9AB21D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737" y="935533"/>
            <a:ext cx="5755263" cy="4318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841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90ABC-F2E5-F441-68C4-C15316D86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Parasite Drag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D31A36-4F7F-5F35-A6F6-C36916591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67F07-FE2B-4BD4-93CB-234175A568EC}" type="slidenum">
              <a:rPr lang="en-US" smtClean="0"/>
              <a:t>3</a:t>
            </a:fld>
            <a:endParaRPr lang="en-US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7BB6F35A-ED93-7E92-7363-38E808AF94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6225134"/>
              </p:ext>
            </p:extLst>
          </p:nvPr>
        </p:nvGraphicFramePr>
        <p:xfrm>
          <a:off x="0" y="792162"/>
          <a:ext cx="5926137" cy="5273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298A07C-84A2-68C5-D9C6-243D67AA89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2850660"/>
              </p:ext>
            </p:extLst>
          </p:nvPr>
        </p:nvGraphicFramePr>
        <p:xfrm>
          <a:off x="5835402" y="2195190"/>
          <a:ext cx="5844990" cy="1630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68998">
                  <a:extLst>
                    <a:ext uri="{9D8B030D-6E8A-4147-A177-3AD203B41FA5}">
                      <a16:colId xmlns:a16="http://schemas.microsoft.com/office/drawing/2014/main" val="3931337169"/>
                    </a:ext>
                  </a:extLst>
                </a:gridCol>
                <a:gridCol w="1168998">
                  <a:extLst>
                    <a:ext uri="{9D8B030D-6E8A-4147-A177-3AD203B41FA5}">
                      <a16:colId xmlns:a16="http://schemas.microsoft.com/office/drawing/2014/main" val="3055851547"/>
                    </a:ext>
                  </a:extLst>
                </a:gridCol>
                <a:gridCol w="1168998">
                  <a:extLst>
                    <a:ext uri="{9D8B030D-6E8A-4147-A177-3AD203B41FA5}">
                      <a16:colId xmlns:a16="http://schemas.microsoft.com/office/drawing/2014/main" val="2783579157"/>
                    </a:ext>
                  </a:extLst>
                </a:gridCol>
                <a:gridCol w="1168998">
                  <a:extLst>
                    <a:ext uri="{9D8B030D-6E8A-4147-A177-3AD203B41FA5}">
                      <a16:colId xmlns:a16="http://schemas.microsoft.com/office/drawing/2014/main" val="3711134005"/>
                    </a:ext>
                  </a:extLst>
                </a:gridCol>
                <a:gridCol w="1168998">
                  <a:extLst>
                    <a:ext uri="{9D8B030D-6E8A-4147-A177-3AD203B41FA5}">
                      <a16:colId xmlns:a16="http://schemas.microsoft.com/office/drawing/2014/main" val="3503403658"/>
                    </a:ext>
                  </a:extLst>
                </a:gridCol>
              </a:tblGrid>
              <a:tr h="235113">
                <a:tc>
                  <a:txBody>
                    <a:bodyPr/>
                    <a:lstStyle/>
                    <a:p>
                      <a:r>
                        <a:rPr lang="en-US" sz="1100" dirty="0"/>
                        <a:t>Aircraft Geometry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Form Factor (FF)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Interference Factor (Q)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Wetted Area (</a:t>
                      </a:r>
                      <a:r>
                        <a:rPr lang="en-US" sz="1100" dirty="0" err="1"/>
                        <a:t>Swet</a:t>
                      </a:r>
                      <a:r>
                        <a:rPr lang="en-US" sz="11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Reference Dimension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0518847"/>
                  </a:ext>
                </a:extLst>
              </a:tr>
              <a:tr h="235113">
                <a:tc>
                  <a:txBody>
                    <a:bodyPr/>
                    <a:lstStyle/>
                    <a:p>
                      <a:r>
                        <a:rPr lang="en-US" sz="1100" dirty="0"/>
                        <a:t>Fuselage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1.3337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0.1885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Fineness Ratio (l/d) = 5.21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1510340"/>
                  </a:ext>
                </a:extLst>
              </a:tr>
              <a:tr h="204324">
                <a:tc>
                  <a:txBody>
                    <a:bodyPr/>
                    <a:lstStyle/>
                    <a:p>
                      <a:r>
                        <a:rPr lang="en-US" sz="1100" dirty="0"/>
                        <a:t>Wing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1.1786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0.182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S</a:t>
                      </a:r>
                      <a:r>
                        <a:rPr lang="en-US" sz="1100" baseline="-25000" dirty="0" err="1"/>
                        <a:t>ref</a:t>
                      </a:r>
                      <a:r>
                        <a:rPr lang="en-US" sz="1100" baseline="-25000" dirty="0"/>
                        <a:t> </a:t>
                      </a:r>
                      <a:r>
                        <a:rPr lang="en-US" sz="1100" dirty="0"/>
                        <a:t>= 0.089 m^2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6789987"/>
                  </a:ext>
                </a:extLst>
              </a:tr>
              <a:tr h="204324">
                <a:tc>
                  <a:txBody>
                    <a:bodyPr/>
                    <a:lstStyle/>
                    <a:p>
                      <a:r>
                        <a:rPr lang="en-US" sz="1100" dirty="0"/>
                        <a:t>Horizontal Tail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0.065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6399246"/>
                  </a:ext>
                </a:extLst>
              </a:tr>
              <a:tr h="204324">
                <a:tc>
                  <a:txBody>
                    <a:bodyPr/>
                    <a:lstStyle/>
                    <a:p>
                      <a:r>
                        <a:rPr lang="en-US" sz="1100" dirty="0"/>
                        <a:t>Vertical Tail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1.012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0.0256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93678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35140E3-FB6A-1CAF-CF78-C422BF3ECD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2188839"/>
              </p:ext>
            </p:extLst>
          </p:nvPr>
        </p:nvGraphicFramePr>
        <p:xfrm>
          <a:off x="5835402" y="3970525"/>
          <a:ext cx="4675992" cy="9448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68998">
                  <a:extLst>
                    <a:ext uri="{9D8B030D-6E8A-4147-A177-3AD203B41FA5}">
                      <a16:colId xmlns:a16="http://schemas.microsoft.com/office/drawing/2014/main" val="3931337169"/>
                    </a:ext>
                  </a:extLst>
                </a:gridCol>
                <a:gridCol w="1168998">
                  <a:extLst>
                    <a:ext uri="{9D8B030D-6E8A-4147-A177-3AD203B41FA5}">
                      <a16:colId xmlns:a16="http://schemas.microsoft.com/office/drawing/2014/main" val="3055851547"/>
                    </a:ext>
                  </a:extLst>
                </a:gridCol>
                <a:gridCol w="1168998">
                  <a:extLst>
                    <a:ext uri="{9D8B030D-6E8A-4147-A177-3AD203B41FA5}">
                      <a16:colId xmlns:a16="http://schemas.microsoft.com/office/drawing/2014/main" val="2783579157"/>
                    </a:ext>
                  </a:extLst>
                </a:gridCol>
                <a:gridCol w="1168998">
                  <a:extLst>
                    <a:ext uri="{9D8B030D-6E8A-4147-A177-3AD203B41FA5}">
                      <a16:colId xmlns:a16="http://schemas.microsoft.com/office/drawing/2014/main" val="3711134005"/>
                    </a:ext>
                  </a:extLst>
                </a:gridCol>
              </a:tblGrid>
              <a:tr h="235113">
                <a:tc>
                  <a:txBody>
                    <a:bodyPr/>
                    <a:lstStyle/>
                    <a:p>
                      <a:r>
                        <a:rPr lang="en-US" sz="1100" dirty="0"/>
                        <a:t>Additional Drag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A</a:t>
                      </a:r>
                      <a:r>
                        <a:rPr lang="en-US" sz="1100" baseline="-25000" dirty="0"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D/q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% L&amp;P Assumed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0518847"/>
                  </a:ext>
                </a:extLst>
              </a:tr>
              <a:tr h="235113">
                <a:tc>
                  <a:txBody>
                    <a:bodyPr/>
                    <a:lstStyle/>
                    <a:p>
                      <a:r>
                        <a:rPr lang="en-US" sz="1100" dirty="0"/>
                        <a:t>Base Drag (</a:t>
                      </a:r>
                      <a:r>
                        <a:rPr lang="en-US" sz="1100" dirty="0" err="1"/>
                        <a:t>misc</a:t>
                      </a:r>
                      <a:r>
                        <a:rPr lang="en-US" sz="11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0.00339 m^2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1510340"/>
                  </a:ext>
                </a:extLst>
              </a:tr>
              <a:tr h="204324">
                <a:tc>
                  <a:txBody>
                    <a:bodyPr/>
                    <a:lstStyle/>
                    <a:p>
                      <a:r>
                        <a:rPr lang="en-US" sz="1100" dirty="0"/>
                        <a:t>Leakage &amp; Perturbance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678998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F0A0866-A09D-F498-E6FB-CF35ED2FD2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4393042"/>
              </p:ext>
            </p:extLst>
          </p:nvPr>
        </p:nvGraphicFramePr>
        <p:xfrm>
          <a:off x="5835402" y="1018380"/>
          <a:ext cx="4675992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7996">
                  <a:extLst>
                    <a:ext uri="{9D8B030D-6E8A-4147-A177-3AD203B41FA5}">
                      <a16:colId xmlns:a16="http://schemas.microsoft.com/office/drawing/2014/main" val="2811446201"/>
                    </a:ext>
                  </a:extLst>
                </a:gridCol>
                <a:gridCol w="2337996">
                  <a:extLst>
                    <a:ext uri="{9D8B030D-6E8A-4147-A177-3AD203B41FA5}">
                      <a16:colId xmlns:a16="http://schemas.microsoft.com/office/drawing/2014/main" val="2756671253"/>
                    </a:ext>
                  </a:extLst>
                </a:gridCol>
              </a:tblGrid>
              <a:tr h="118513">
                <a:tc>
                  <a:txBody>
                    <a:bodyPr/>
                    <a:lstStyle/>
                    <a:p>
                      <a:r>
                        <a:rPr lang="en-US" sz="1200" dirty="0"/>
                        <a:t>Flow 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5151082"/>
                  </a:ext>
                </a:extLst>
              </a:tr>
              <a:tr h="118513">
                <a:tc>
                  <a:txBody>
                    <a:bodyPr/>
                    <a:lstStyle/>
                    <a:p>
                      <a:r>
                        <a:rPr lang="en-US" sz="1200" dirty="0"/>
                        <a:t>STD ATMOS Altitude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1500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5786549"/>
                  </a:ext>
                </a:extLst>
              </a:tr>
              <a:tr h="118513">
                <a:tc>
                  <a:txBody>
                    <a:bodyPr/>
                    <a:lstStyle/>
                    <a:p>
                      <a:r>
                        <a:rPr lang="en-US" sz="1200" dirty="0"/>
                        <a:t>Mach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0.035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916641"/>
                  </a:ext>
                </a:extLst>
              </a:tr>
              <a:tr h="118513">
                <a:tc>
                  <a:txBody>
                    <a:bodyPr/>
                    <a:lstStyle/>
                    <a:p>
                      <a:r>
                        <a:rPr lang="en-US" sz="1200" dirty="0"/>
                        <a:t>Reynolds Number (Wing)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71773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709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0454B-88AB-3048-B928-13EDEA42F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Induced Drag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EBCBB0-DC12-9830-586E-7AF10615D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67F07-FE2B-4BD4-93CB-234175A568EC}" type="slidenum">
              <a:rPr lang="en-US" smtClean="0"/>
              <a:t>4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E737F0-E4BA-6399-E23A-06988A5084CA}"/>
              </a:ext>
            </a:extLst>
          </p:cNvPr>
          <p:cNvSpPr/>
          <p:nvPr/>
        </p:nvSpPr>
        <p:spPr>
          <a:xfrm>
            <a:off x="279400" y="914400"/>
            <a:ext cx="5918200" cy="4953000"/>
          </a:xfrm>
          <a:prstGeom prst="rect">
            <a:avLst/>
          </a:prstGeom>
          <a:solidFill>
            <a:schemeClr val="bg1"/>
          </a:solidFill>
          <a:ln w="3810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rgbClr val="FF0000"/>
                </a:solidFill>
              </a:rPr>
              <a:t>Insert your Induced Drag Plot (</a:t>
            </a:r>
            <a:r>
              <a:rPr lang="en-US" dirty="0" err="1">
                <a:solidFill>
                  <a:srgbClr val="FF0000"/>
                </a:solidFill>
              </a:rPr>
              <a:t>CDi</a:t>
            </a:r>
            <a:r>
              <a:rPr lang="en-US" dirty="0">
                <a:solidFill>
                  <a:srgbClr val="FF0000"/>
                </a:solidFill>
              </a:rPr>
              <a:t> vs CL) here: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Include on the same plot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Induced Drag 3-D Wing-Only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Induced Drag Model using Cavallo </a:t>
            </a:r>
            <a:r>
              <a:rPr lang="en-US" dirty="0" err="1">
                <a:solidFill>
                  <a:srgbClr val="FF0000"/>
                </a:solidFill>
              </a:rPr>
              <a:t>Oswalds</a:t>
            </a:r>
            <a:r>
              <a:rPr lang="en-US" dirty="0">
                <a:solidFill>
                  <a:srgbClr val="FF0000"/>
                </a:solidFill>
              </a:rPr>
              <a:t> Model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Induced Drag Model using Nita-Scholz </a:t>
            </a:r>
            <a:r>
              <a:rPr lang="en-US" dirty="0" err="1">
                <a:solidFill>
                  <a:srgbClr val="FF0000"/>
                </a:solidFill>
              </a:rPr>
              <a:t>Oswalds</a:t>
            </a:r>
            <a:r>
              <a:rPr lang="en-US" dirty="0">
                <a:solidFill>
                  <a:srgbClr val="FF0000"/>
                </a:solidFill>
              </a:rPr>
              <a:t> Model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Induced Drag Model using Student Choice </a:t>
            </a:r>
            <a:r>
              <a:rPr lang="en-US" dirty="0" err="1">
                <a:solidFill>
                  <a:srgbClr val="FF0000"/>
                </a:solidFill>
              </a:rPr>
              <a:t>Oswalds</a:t>
            </a:r>
            <a:r>
              <a:rPr lang="en-US" dirty="0">
                <a:solidFill>
                  <a:srgbClr val="FF0000"/>
                </a:solidFill>
              </a:rPr>
              <a:t>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Make sure plot is formatted adequately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Axis Titles + Units (if applicable)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Proper range used for both vertical and horizontal axes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Legend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FF0000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D962900-5D45-EA21-4382-FEBFE656C6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827368"/>
              </p:ext>
            </p:extLst>
          </p:nvPr>
        </p:nvGraphicFramePr>
        <p:xfrm>
          <a:off x="6264436" y="914400"/>
          <a:ext cx="5876820" cy="129053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58940">
                  <a:extLst>
                    <a:ext uri="{9D8B030D-6E8A-4147-A177-3AD203B41FA5}">
                      <a16:colId xmlns:a16="http://schemas.microsoft.com/office/drawing/2014/main" val="3931337169"/>
                    </a:ext>
                  </a:extLst>
                </a:gridCol>
                <a:gridCol w="1958940">
                  <a:extLst>
                    <a:ext uri="{9D8B030D-6E8A-4147-A177-3AD203B41FA5}">
                      <a16:colId xmlns:a16="http://schemas.microsoft.com/office/drawing/2014/main" val="3055851547"/>
                    </a:ext>
                  </a:extLst>
                </a:gridCol>
                <a:gridCol w="1958940">
                  <a:extLst>
                    <a:ext uri="{9D8B030D-6E8A-4147-A177-3AD203B41FA5}">
                      <a16:colId xmlns:a16="http://schemas.microsoft.com/office/drawing/2014/main" val="4128507626"/>
                    </a:ext>
                  </a:extLst>
                </a:gridCol>
              </a:tblGrid>
              <a:tr h="322634">
                <a:tc>
                  <a:txBody>
                    <a:bodyPr/>
                    <a:lstStyle/>
                    <a:p>
                      <a:r>
                        <a:rPr lang="en-US" sz="1100" dirty="0" err="1"/>
                        <a:t>Oswalds</a:t>
                      </a:r>
                      <a:r>
                        <a:rPr lang="en-US" sz="1100" dirty="0"/>
                        <a:t>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err="1"/>
                        <a:t>Oswalds</a:t>
                      </a:r>
                      <a:r>
                        <a:rPr lang="en-US" sz="1100" dirty="0"/>
                        <a:t> Efficiency Factor (</a:t>
                      </a:r>
                      <a:r>
                        <a:rPr lang="en-US" sz="1100" dirty="0" err="1"/>
                        <a:t>e</a:t>
                      </a:r>
                      <a:r>
                        <a:rPr lang="en-US" sz="1100" baseline="-25000" dirty="0" err="1"/>
                        <a:t>o</a:t>
                      </a:r>
                      <a:r>
                        <a:rPr lang="en-US" sz="11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K1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0518847"/>
                  </a:ext>
                </a:extLst>
              </a:tr>
              <a:tr h="322634">
                <a:tc>
                  <a:txBody>
                    <a:bodyPr/>
                    <a:lstStyle/>
                    <a:p>
                      <a:r>
                        <a:rPr lang="en-US" sz="1400" dirty="0"/>
                        <a:t>Cavallo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0.8079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0.0487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1510340"/>
                  </a:ext>
                </a:extLst>
              </a:tr>
              <a:tr h="322634">
                <a:tc>
                  <a:txBody>
                    <a:bodyPr/>
                    <a:lstStyle/>
                    <a:p>
                      <a:r>
                        <a:rPr lang="en-US" sz="1400" dirty="0" err="1"/>
                        <a:t>Kroo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0.6357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0.0619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6789987"/>
                  </a:ext>
                </a:extLst>
              </a:tr>
              <a:tr h="322634">
                <a:tc>
                  <a:txBody>
                    <a:bodyPr/>
                    <a:lstStyle/>
                    <a:p>
                      <a:r>
                        <a:rPr lang="en-US" sz="1400" dirty="0"/>
                        <a:t>Brandt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0.6461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0.0609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6399246"/>
                  </a:ext>
                </a:extLst>
              </a:tr>
            </a:tbl>
          </a:graphicData>
        </a:graphic>
      </p:graphicFrame>
      <p:pic>
        <p:nvPicPr>
          <p:cNvPr id="8" name="Picture 7" descr="A graph of a graph with different colored lines&#10;&#10;AI-generated content may be incorrect.">
            <a:extLst>
              <a:ext uri="{FF2B5EF4-FFF2-40B4-BE49-F238E27FC236}">
                <a16:creationId xmlns:a16="http://schemas.microsoft.com/office/drawing/2014/main" id="{86B26483-8E67-CF58-6C1F-FAB8908378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364" y="990599"/>
            <a:ext cx="5578207" cy="4185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678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C3F98-C581-1249-019F-2AF0E658C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Drag Polar Benchmark Comparison Plots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511D30-46FE-608F-FB7C-0C7EB5C47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67F07-FE2B-4BD4-93CB-234175A568EC}" type="slidenum">
              <a:rPr lang="en-US" smtClean="0"/>
              <a:t>5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24CB83-641C-8537-C28C-A41CA3A2A84F}"/>
              </a:ext>
            </a:extLst>
          </p:cNvPr>
          <p:cNvSpPr/>
          <p:nvPr/>
        </p:nvSpPr>
        <p:spPr>
          <a:xfrm>
            <a:off x="279400" y="914400"/>
            <a:ext cx="5746087" cy="4953000"/>
          </a:xfrm>
          <a:prstGeom prst="rect">
            <a:avLst/>
          </a:prstGeom>
          <a:solidFill>
            <a:schemeClr val="bg1"/>
          </a:solidFill>
          <a:ln w="3810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rgbClr val="FF0000"/>
                </a:solidFill>
              </a:rPr>
              <a:t>Insert your Complete Drag Polar Plot (C</a:t>
            </a:r>
            <a:r>
              <a:rPr lang="en-US" baseline="-25000" dirty="0">
                <a:solidFill>
                  <a:srgbClr val="FF0000"/>
                </a:solidFill>
              </a:rPr>
              <a:t>D</a:t>
            </a:r>
            <a:r>
              <a:rPr lang="en-US" dirty="0">
                <a:solidFill>
                  <a:srgbClr val="FF0000"/>
                </a:solidFill>
              </a:rPr>
              <a:t> vs C</a:t>
            </a:r>
            <a:r>
              <a:rPr lang="en-US" baseline="-25000" dirty="0">
                <a:solidFill>
                  <a:srgbClr val="FF0000"/>
                </a:solidFill>
              </a:rPr>
              <a:t>L</a:t>
            </a:r>
            <a:r>
              <a:rPr lang="en-US" dirty="0">
                <a:solidFill>
                  <a:srgbClr val="FF0000"/>
                </a:solidFill>
              </a:rPr>
              <a:t>) here: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Include on the same plot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Drag Polar 3-D Wing-Only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Drag Polar Model using Cavallo </a:t>
            </a:r>
            <a:r>
              <a:rPr lang="en-US" dirty="0" err="1">
                <a:solidFill>
                  <a:srgbClr val="FF0000"/>
                </a:solidFill>
              </a:rPr>
              <a:t>Oswalds</a:t>
            </a:r>
            <a:r>
              <a:rPr lang="en-US" dirty="0">
                <a:solidFill>
                  <a:srgbClr val="FF0000"/>
                </a:solidFill>
              </a:rPr>
              <a:t> Model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Drag Polar Model using Student Choice </a:t>
            </a:r>
            <a:r>
              <a:rPr lang="en-US" dirty="0" err="1">
                <a:solidFill>
                  <a:srgbClr val="FF0000"/>
                </a:solidFill>
              </a:rPr>
              <a:t>Oswalds</a:t>
            </a:r>
            <a:r>
              <a:rPr lang="en-US" dirty="0">
                <a:solidFill>
                  <a:srgbClr val="FF0000"/>
                </a:solidFill>
              </a:rPr>
              <a:t> Model 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Drag Polar Model using Student Choice </a:t>
            </a:r>
            <a:r>
              <a:rPr lang="en-US" dirty="0" err="1">
                <a:solidFill>
                  <a:srgbClr val="FF0000"/>
                </a:solidFill>
              </a:rPr>
              <a:t>Oswalds</a:t>
            </a:r>
            <a:r>
              <a:rPr lang="en-US" dirty="0">
                <a:solidFill>
                  <a:srgbClr val="FF0000"/>
                </a:solidFill>
              </a:rPr>
              <a:t> Model 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Make sure plot is formatted adequately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Axis Titles + Units (if applicable)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Proper range used for both vertical and horizontal axes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Legend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9D739D-DB7D-D77A-2E78-5759D09E9A28}"/>
              </a:ext>
            </a:extLst>
          </p:cNvPr>
          <p:cNvSpPr/>
          <p:nvPr/>
        </p:nvSpPr>
        <p:spPr>
          <a:xfrm>
            <a:off x="6155140" y="914400"/>
            <a:ext cx="5746087" cy="4953000"/>
          </a:xfrm>
          <a:prstGeom prst="rect">
            <a:avLst/>
          </a:prstGeom>
          <a:solidFill>
            <a:schemeClr val="bg1"/>
          </a:solidFill>
          <a:ln w="3810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rgbClr val="FF0000"/>
                </a:solidFill>
              </a:rPr>
              <a:t>Insert your L/D Comparison Plot (L/D vs C</a:t>
            </a:r>
            <a:r>
              <a:rPr lang="en-US" baseline="-25000" dirty="0">
                <a:solidFill>
                  <a:srgbClr val="FF0000"/>
                </a:solidFill>
              </a:rPr>
              <a:t>L</a:t>
            </a:r>
            <a:r>
              <a:rPr lang="en-US" dirty="0">
                <a:solidFill>
                  <a:srgbClr val="FF0000"/>
                </a:solidFill>
              </a:rPr>
              <a:t>) here: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Include on the same plot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L/D variation for 3-D Wing-Only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L/D variation for Cavallo </a:t>
            </a:r>
            <a:r>
              <a:rPr lang="en-US" dirty="0" err="1">
                <a:solidFill>
                  <a:srgbClr val="FF0000"/>
                </a:solidFill>
              </a:rPr>
              <a:t>Oswalds</a:t>
            </a:r>
            <a:r>
              <a:rPr lang="en-US" dirty="0">
                <a:solidFill>
                  <a:srgbClr val="FF0000"/>
                </a:solidFill>
              </a:rPr>
              <a:t> Model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L/D variation for Student Choice </a:t>
            </a:r>
            <a:r>
              <a:rPr lang="en-US" dirty="0" err="1">
                <a:solidFill>
                  <a:srgbClr val="FF0000"/>
                </a:solidFill>
              </a:rPr>
              <a:t>Oswalds</a:t>
            </a:r>
            <a:r>
              <a:rPr lang="en-US" dirty="0">
                <a:solidFill>
                  <a:srgbClr val="FF0000"/>
                </a:solidFill>
              </a:rPr>
              <a:t> Model 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L/D variation for Student Choice </a:t>
            </a:r>
            <a:r>
              <a:rPr lang="en-US" dirty="0" err="1">
                <a:solidFill>
                  <a:srgbClr val="FF0000"/>
                </a:solidFill>
              </a:rPr>
              <a:t>Oswalds</a:t>
            </a:r>
            <a:r>
              <a:rPr lang="en-US" dirty="0">
                <a:solidFill>
                  <a:srgbClr val="FF0000"/>
                </a:solidFill>
              </a:rPr>
              <a:t> Model 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Make sure plot is formatted adequately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Axis Titles + Units (if applicable)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Proper range used for both vertical and horizontal axes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Legend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8" name="Picture 7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3CD89927-14EC-004F-18D3-7A99DD56FF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773" y="914400"/>
            <a:ext cx="5714261" cy="4287328"/>
          </a:xfrm>
          <a:prstGeom prst="rect">
            <a:avLst/>
          </a:prstGeom>
        </p:spPr>
      </p:pic>
      <p:pic>
        <p:nvPicPr>
          <p:cNvPr id="10" name="Picture 9" descr="A graph of a graph with lines and numbers&#10;&#10;AI-generated content may be incorrect.">
            <a:extLst>
              <a:ext uri="{FF2B5EF4-FFF2-40B4-BE49-F238E27FC236}">
                <a16:creationId xmlns:a16="http://schemas.microsoft.com/office/drawing/2014/main" id="{AACDB759-9D23-D2CE-0E6F-5005E0876B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9517" y="914399"/>
            <a:ext cx="5622281" cy="421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079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6E44A-3C9C-629D-DF37-371BCEBD6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Flight Dynamics Model:  Boost-Glide Performance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FFF827-9A50-D4F2-57FE-CA9BF6057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67F07-FE2B-4BD4-93CB-234175A568EC}" type="slidenum">
              <a:rPr lang="en-US" smtClean="0"/>
              <a:t>6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C6FACF-763D-C2D5-FC0B-DFAC3B8583A5}"/>
              </a:ext>
            </a:extLst>
          </p:cNvPr>
          <p:cNvSpPr/>
          <p:nvPr/>
        </p:nvSpPr>
        <p:spPr>
          <a:xfrm>
            <a:off x="279400" y="914400"/>
            <a:ext cx="5918200" cy="4953000"/>
          </a:xfrm>
          <a:prstGeom prst="rect">
            <a:avLst/>
          </a:prstGeom>
          <a:solidFill>
            <a:schemeClr val="bg1"/>
          </a:solidFill>
          <a:ln w="3810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rgbClr val="FF0000"/>
                </a:solidFill>
              </a:rPr>
              <a:t>Insert your Boost-Best Glide 2D Total Distance Traveled Plot here: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You should only have one flight profile line using your choice for the aero drag polar model (Defined through L/D data inputted into your Glide Flight Dynamics call statement in MATLAB)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Make sure plot is formatted adequately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Axis Titles + Units (if applicable)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Proper range used for both vertical and horizontal axes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Legend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FF0000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7317ADA-F0B0-311D-A75C-37C40EFD6A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9317600"/>
              </p:ext>
            </p:extLst>
          </p:nvPr>
        </p:nvGraphicFramePr>
        <p:xfrm>
          <a:off x="6277583" y="2425429"/>
          <a:ext cx="5700408" cy="344724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915051">
                  <a:extLst>
                    <a:ext uri="{9D8B030D-6E8A-4147-A177-3AD203B41FA5}">
                      <a16:colId xmlns:a16="http://schemas.microsoft.com/office/drawing/2014/main" val="1136940260"/>
                    </a:ext>
                  </a:extLst>
                </a:gridCol>
                <a:gridCol w="2785357">
                  <a:extLst>
                    <a:ext uri="{9D8B030D-6E8A-4147-A177-3AD203B41FA5}">
                      <a16:colId xmlns:a16="http://schemas.microsoft.com/office/drawing/2014/main" val="2923835042"/>
                    </a:ext>
                  </a:extLst>
                </a:gridCol>
              </a:tblGrid>
              <a:tr h="38087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Performance 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Estimated Performance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048399"/>
                  </a:ext>
                </a:extLst>
              </a:tr>
              <a:tr h="38087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Boost Max Apogee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15.22 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3806866"/>
                  </a:ext>
                </a:extLst>
              </a:tr>
              <a:tr h="38087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solidFill>
                            <a:schemeClr val="tx1"/>
                          </a:solidFill>
                        </a:rPr>
                        <a:t>L/D max</a:t>
                      </a:r>
                      <a:endParaRPr 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10.15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9408779"/>
                  </a:ext>
                </a:extLst>
              </a:tr>
              <a:tr h="38087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en-US" sz="1400" b="1" kern="1200" baseline="-25000" dirty="0">
                          <a:solidFill>
                            <a:schemeClr val="tx1"/>
                          </a:solidFill>
                        </a:rPr>
                        <a:t>L</a:t>
                      </a:r>
                      <a:r>
                        <a:rPr lang="en-US" sz="1400" b="1" kern="1200" dirty="0">
                          <a:solidFill>
                            <a:schemeClr val="tx1"/>
                          </a:solidFill>
                        </a:rPr>
                        <a:t> at L/D max</a:t>
                      </a:r>
                      <a:endParaRPr 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0.3912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3646173"/>
                  </a:ext>
                </a:extLst>
              </a:tr>
              <a:tr h="5128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Angle of Attack at C</a:t>
                      </a:r>
                      <a:r>
                        <a:rPr lang="en-US" sz="1400" b="1" kern="1200" baseline="-2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</a:t>
                      </a:r>
                      <a:r>
                        <a:rPr 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for L/D max (deg)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 deg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2158111"/>
                  </a:ext>
                </a:extLst>
              </a:tr>
              <a:tr h="38087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solidFill>
                            <a:schemeClr val="tx1"/>
                          </a:solidFill>
                        </a:rPr>
                        <a:t>Velocity @ L/D max (m/s)</a:t>
                      </a:r>
                      <a:endParaRPr 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10.5 m/s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9550226"/>
                  </a:ext>
                </a:extLst>
              </a:tr>
              <a:tr h="38087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solidFill>
                            <a:schemeClr val="tx1"/>
                          </a:solidFill>
                        </a:rPr>
                        <a:t>Sink Rate Velocity @ L/D max (m/s)</a:t>
                      </a:r>
                      <a:endParaRPr 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1.03 m/s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7318291"/>
                  </a:ext>
                </a:extLst>
              </a:tr>
              <a:tr h="6438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</a:rPr>
                        <a:t>Max Glide Range (m)</a:t>
                      </a:r>
                      <a:endParaRPr 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154.4 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9618267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4267B6E-26B8-4750-9B81-49F4DE9029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752514"/>
              </p:ext>
            </p:extLst>
          </p:nvPr>
        </p:nvGraphicFramePr>
        <p:xfrm>
          <a:off x="6277582" y="985326"/>
          <a:ext cx="5635018" cy="1277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7509">
                  <a:extLst>
                    <a:ext uri="{9D8B030D-6E8A-4147-A177-3AD203B41FA5}">
                      <a16:colId xmlns:a16="http://schemas.microsoft.com/office/drawing/2014/main" val="2811446201"/>
                    </a:ext>
                  </a:extLst>
                </a:gridCol>
                <a:gridCol w="2817509">
                  <a:extLst>
                    <a:ext uri="{9D8B030D-6E8A-4147-A177-3AD203B41FA5}">
                      <a16:colId xmlns:a16="http://schemas.microsoft.com/office/drawing/2014/main" val="2756671253"/>
                    </a:ext>
                  </a:extLst>
                </a:gridCol>
              </a:tblGrid>
              <a:tr h="425992">
                <a:tc>
                  <a:txBody>
                    <a:bodyPr/>
                    <a:lstStyle/>
                    <a:p>
                      <a:r>
                        <a:rPr lang="en-US" sz="1600" dirty="0"/>
                        <a:t>Propulsion Design Choices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5151082"/>
                  </a:ext>
                </a:extLst>
              </a:tr>
              <a:tr h="425992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Bottle Volume Selected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2.0 Liter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5786549"/>
                  </a:ext>
                </a:extLst>
              </a:tr>
              <a:tr h="425992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Water Volume Selected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600 mL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916641"/>
                  </a:ext>
                </a:extLst>
              </a:tr>
            </a:tbl>
          </a:graphicData>
        </a:graphic>
      </p:graphicFrame>
      <p:pic>
        <p:nvPicPr>
          <p:cNvPr id="8" name="Picture 7" descr="A graph of a blue line&#10;&#10;AI-generated content may be incorrect.">
            <a:extLst>
              <a:ext uri="{FF2B5EF4-FFF2-40B4-BE49-F238E27FC236}">
                <a16:creationId xmlns:a16="http://schemas.microsoft.com/office/drawing/2014/main" id="{1E83ADB8-ABFE-D6AB-5383-6FED8198D6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737" y="914399"/>
            <a:ext cx="5856863" cy="439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457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9464D-17C1-0B68-4F8E-9ACF49D7E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F6E5D-EAC8-C9A8-BC93-6E18D3BD4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Flight Dynamics Model:  Longitudinal Static Stability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9ADF24-5788-E391-DEED-F9DB1C54F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67F07-FE2B-4BD4-93CB-234175A568EC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 descr="A graph of a flight phase&#10;&#10;AI-generated content may be incorrect.">
            <a:extLst>
              <a:ext uri="{FF2B5EF4-FFF2-40B4-BE49-F238E27FC236}">
                <a16:creationId xmlns:a16="http://schemas.microsoft.com/office/drawing/2014/main" id="{C97FC94E-089A-9A8C-4C07-5D1118C810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77" y="1193119"/>
            <a:ext cx="5334011" cy="4002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992189"/>
      </p:ext>
    </p:extLst>
  </p:cSld>
  <p:clrMapOvr>
    <a:masterClrMapping/>
  </p:clrMapOvr>
</p:sld>
</file>

<file path=ppt/theme/theme1.xml><?xml version="1.0" encoding="utf-8"?>
<a:theme xmlns:a="http://schemas.openxmlformats.org/drawingml/2006/main" name="Mah Slide Master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906</Words>
  <Application>Microsoft Office PowerPoint</Application>
  <PresentationFormat>Widescreen</PresentationFormat>
  <Paragraphs>203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Arial Nova</vt:lpstr>
      <vt:lpstr>Calibri</vt:lpstr>
      <vt:lpstr>Mah Slide Master TEMPLATE</vt:lpstr>
      <vt:lpstr>Design Configuration #1:  AIRCRAFT NAME – Student Name</vt:lpstr>
      <vt:lpstr>Lift Curve Model</vt:lpstr>
      <vt:lpstr>Parasite Drag Model</vt:lpstr>
      <vt:lpstr>Induced Drag Models</vt:lpstr>
      <vt:lpstr>Drag Polar Benchmark Comparison Plots</vt:lpstr>
      <vt:lpstr>Flight Dynamics Model:  Boost-Glide Performance</vt:lpstr>
      <vt:lpstr>Flight Dynamics Model:  Longitudinal Static Stability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K Mah</dc:creator>
  <cp:lastModifiedBy>Evan Karen</cp:lastModifiedBy>
  <cp:revision>3</cp:revision>
  <dcterms:created xsi:type="dcterms:W3CDTF">2025-01-08T18:30:43Z</dcterms:created>
  <dcterms:modified xsi:type="dcterms:W3CDTF">2025-03-05T22:19:09Z</dcterms:modified>
</cp:coreProperties>
</file>